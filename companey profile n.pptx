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3" r:id="rId2"/>
  </p:sldMasterIdLst>
  <p:notesMasterIdLst>
    <p:notesMasterId r:id="rId30"/>
  </p:notesMasterIdLst>
  <p:handoutMasterIdLst>
    <p:handoutMasterId r:id="rId31"/>
  </p:handoutMasterIdLst>
  <p:sldIdLst>
    <p:sldId id="256" r:id="rId3"/>
    <p:sldId id="276" r:id="rId4"/>
    <p:sldId id="298" r:id="rId5"/>
    <p:sldId id="277" r:id="rId6"/>
    <p:sldId id="300" r:id="rId7"/>
    <p:sldId id="301" r:id="rId8"/>
    <p:sldId id="302" r:id="rId9"/>
    <p:sldId id="303" r:id="rId10"/>
    <p:sldId id="304" r:id="rId11"/>
    <p:sldId id="305" r:id="rId12"/>
    <p:sldId id="306" r:id="rId13"/>
    <p:sldId id="307" r:id="rId14"/>
    <p:sldId id="308" r:id="rId15"/>
    <p:sldId id="309" r:id="rId16"/>
    <p:sldId id="310" r:id="rId17"/>
    <p:sldId id="290" r:id="rId18"/>
    <p:sldId id="289" r:id="rId19"/>
    <p:sldId id="274" r:id="rId20"/>
    <p:sldId id="311" r:id="rId21"/>
    <p:sldId id="312" r:id="rId22"/>
    <p:sldId id="313" r:id="rId23"/>
    <p:sldId id="314" r:id="rId24"/>
    <p:sldId id="315" r:id="rId25"/>
    <p:sldId id="316" r:id="rId26"/>
    <p:sldId id="317" r:id="rId27"/>
    <p:sldId id="318" r:id="rId28"/>
    <p:sldId id="27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EE6"/>
    <a:srgbClr val="132BDC"/>
    <a:srgbClr val="DCE0FC"/>
    <a:srgbClr val="FDF200"/>
    <a:srgbClr val="80FBE5"/>
    <a:srgbClr val="3CF3D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6"/>
  </p:normalViewPr>
  <p:slideViewPr>
    <p:cSldViewPr snapToGrid="0">
      <p:cViewPr varScale="1">
        <p:scale>
          <a:sx n="62" d="100"/>
          <a:sy n="62" d="100"/>
        </p:scale>
        <p:origin x="828" y="44"/>
      </p:cViewPr>
      <p:guideLst/>
    </p:cSldViewPr>
  </p:slideViewPr>
  <p:notesTextViewPr>
    <p:cViewPr>
      <p:scale>
        <a:sx n="1" d="1"/>
        <a:sy n="1" d="1"/>
      </p:scale>
      <p:origin x="0" y="0"/>
    </p:cViewPr>
  </p:notesTextViewPr>
  <p:notesViewPr>
    <p:cSldViewPr snapToGrid="0">
      <p:cViewPr varScale="1">
        <p:scale>
          <a:sx n="137" d="100"/>
          <a:sy n="137" d="100"/>
        </p:scale>
        <p:origin x="6744"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 /><Relationship Id="rId13" Type="http://schemas.openxmlformats.org/officeDocument/2006/relationships/slide" Target="slides/slide11.xml" /><Relationship Id="rId18" Type="http://schemas.openxmlformats.org/officeDocument/2006/relationships/slide" Target="slides/slide16.xml" /><Relationship Id="rId26" Type="http://schemas.openxmlformats.org/officeDocument/2006/relationships/slide" Target="slides/slide24.xml" /><Relationship Id="rId3" Type="http://schemas.openxmlformats.org/officeDocument/2006/relationships/slide" Target="slides/slide1.xml" /><Relationship Id="rId21" Type="http://schemas.openxmlformats.org/officeDocument/2006/relationships/slide" Target="slides/slide19.xml" /><Relationship Id="rId34" Type="http://schemas.openxmlformats.org/officeDocument/2006/relationships/viewProps" Target="viewProps.xml" /><Relationship Id="rId7" Type="http://schemas.openxmlformats.org/officeDocument/2006/relationships/slide" Target="slides/slide5.xml" /><Relationship Id="rId12" Type="http://schemas.openxmlformats.org/officeDocument/2006/relationships/slide" Target="slides/slide10.xml" /><Relationship Id="rId17" Type="http://schemas.openxmlformats.org/officeDocument/2006/relationships/slide" Target="slides/slide15.xml" /><Relationship Id="rId25" Type="http://schemas.openxmlformats.org/officeDocument/2006/relationships/slide" Target="slides/slide23.xml" /><Relationship Id="rId33" Type="http://schemas.openxmlformats.org/officeDocument/2006/relationships/presProps" Target="presProps.xml" /><Relationship Id="rId2" Type="http://schemas.openxmlformats.org/officeDocument/2006/relationships/slideMaster" Target="slideMasters/slideMaster2.xml" /><Relationship Id="rId16" Type="http://schemas.openxmlformats.org/officeDocument/2006/relationships/slide" Target="slides/slide14.xml" /><Relationship Id="rId20" Type="http://schemas.openxmlformats.org/officeDocument/2006/relationships/slide" Target="slides/slide18.xml" /><Relationship Id="rId29" Type="http://schemas.openxmlformats.org/officeDocument/2006/relationships/slide" Target="slides/slide27.xml" /><Relationship Id="rId1" Type="http://schemas.openxmlformats.org/officeDocument/2006/relationships/slideMaster" Target="slideMasters/slideMaster1.xml" /><Relationship Id="rId6" Type="http://schemas.openxmlformats.org/officeDocument/2006/relationships/slide" Target="slides/slide4.xml" /><Relationship Id="rId11" Type="http://schemas.openxmlformats.org/officeDocument/2006/relationships/slide" Target="slides/slide9.xml" /><Relationship Id="rId24" Type="http://schemas.openxmlformats.org/officeDocument/2006/relationships/slide" Target="slides/slide22.xml" /><Relationship Id="rId32" Type="http://schemas.openxmlformats.org/officeDocument/2006/relationships/commentAuthors" Target="commentAuthors.xml" /><Relationship Id="rId5" Type="http://schemas.openxmlformats.org/officeDocument/2006/relationships/slide" Target="slides/slide3.xml" /><Relationship Id="rId15" Type="http://schemas.openxmlformats.org/officeDocument/2006/relationships/slide" Target="slides/slide13.xml" /><Relationship Id="rId23" Type="http://schemas.openxmlformats.org/officeDocument/2006/relationships/slide" Target="slides/slide21.xml" /><Relationship Id="rId28" Type="http://schemas.openxmlformats.org/officeDocument/2006/relationships/slide" Target="slides/slide26.xml" /><Relationship Id="rId36" Type="http://schemas.openxmlformats.org/officeDocument/2006/relationships/tableStyles" Target="tableStyles.xml" /><Relationship Id="rId10" Type="http://schemas.openxmlformats.org/officeDocument/2006/relationships/slide" Target="slides/slide8.xml" /><Relationship Id="rId19" Type="http://schemas.openxmlformats.org/officeDocument/2006/relationships/slide" Target="slides/slide17.xml" /><Relationship Id="rId31" Type="http://schemas.openxmlformats.org/officeDocument/2006/relationships/handoutMaster" Target="handoutMasters/handoutMaster1.xml" /><Relationship Id="rId4" Type="http://schemas.openxmlformats.org/officeDocument/2006/relationships/slide" Target="slides/slide2.xml" /><Relationship Id="rId9" Type="http://schemas.openxmlformats.org/officeDocument/2006/relationships/slide" Target="slides/slide7.xml" /><Relationship Id="rId14" Type="http://schemas.openxmlformats.org/officeDocument/2006/relationships/slide" Target="slides/slide12.xml" /><Relationship Id="rId22" Type="http://schemas.openxmlformats.org/officeDocument/2006/relationships/slide" Target="slides/slide20.xml" /><Relationship Id="rId27" Type="http://schemas.openxmlformats.org/officeDocument/2006/relationships/slide" Target="slides/slide25.xml" /><Relationship Id="rId30" Type="http://schemas.openxmlformats.org/officeDocument/2006/relationships/notesMaster" Target="notesMasters/notesMaster1.xml" /><Relationship Id="rId35" Type="http://schemas.openxmlformats.org/officeDocument/2006/relationships/theme" Target="theme/theme1.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B9E520-E069-0742-BD97-ED28BB08EC53}" type="datetimeFigureOut">
              <a:rPr lang="en-US" smtClean="0"/>
              <a:t>4/23/2026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B964BE-1CD1-1943-8CAA-B6D417321F15}"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85F30-A497-F84E-BC49-B57AB2B760AA}" type="datetimeFigureOut">
              <a:rPr lang="en-US" smtClean="0"/>
              <a:t>4/23/2026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D3E5B-4BED-B24C-9674-6B6454D04561}"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17</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18</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27</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 /><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3" Type="http://schemas.microsoft.com/office/2007/relationships/hdphoto" Target="../media/hdphoto2.wdp"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3" Type="http://schemas.microsoft.com/office/2007/relationships/hdphoto" Target="../media/hdphoto3.wdp" /><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3" Type="http://schemas.microsoft.com/office/2007/relationships/hdphoto" Target="../media/hdphoto4.wdp" /><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3" Type="http://schemas.microsoft.com/office/2007/relationships/hdphoto" Target="../media/hdphoto5.wdp" /><Relationship Id="rId2" Type="http://schemas.openxmlformats.org/officeDocument/2006/relationships/image" Target="../media/image5.png" /><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Freeform 15"/>
          <p:cNvSpPr/>
          <p:nvPr userDrawn="1"/>
        </p:nvSpPr>
        <p:spPr>
          <a:xfrm>
            <a:off x="3127386" y="1976768"/>
            <a:ext cx="6929120" cy="4877511"/>
          </a:xfrm>
          <a:custGeom>
            <a:avLst/>
            <a:gdLst>
              <a:gd name="connsiteX0" fmla="*/ 3464560 w 6929120"/>
              <a:gd name="connsiteY0" fmla="*/ 0 h 4877511"/>
              <a:gd name="connsiteX1" fmla="*/ 6929120 w 6929120"/>
              <a:gd name="connsiteY1" fmla="*/ 3464560 h 4877511"/>
              <a:gd name="connsiteX2" fmla="*/ 6656858 w 6929120"/>
              <a:gd name="connsiteY2" fmla="*/ 4813124 h 4877511"/>
              <a:gd name="connsiteX3" fmla="*/ 6625841 w 6929120"/>
              <a:gd name="connsiteY3" fmla="*/ 4877511 h 4877511"/>
              <a:gd name="connsiteX4" fmla="*/ 303280 w 6929120"/>
              <a:gd name="connsiteY4" fmla="*/ 4877511 h 4877511"/>
              <a:gd name="connsiteX5" fmla="*/ 272263 w 6929120"/>
              <a:gd name="connsiteY5" fmla="*/ 4813124 h 4877511"/>
              <a:gd name="connsiteX6" fmla="*/ 0 w 6929120"/>
              <a:gd name="connsiteY6" fmla="*/ 3464560 h 4877511"/>
              <a:gd name="connsiteX7" fmla="*/ 3464560 w 6929120"/>
              <a:gd name="connsiteY7" fmla="*/ 0 h 487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9120" h="4877511">
                <a:moveTo>
                  <a:pt x="3464560" y="0"/>
                </a:moveTo>
                <a:cubicBezTo>
                  <a:pt x="5377984" y="0"/>
                  <a:pt x="6929120" y="1551136"/>
                  <a:pt x="6929120" y="3464560"/>
                </a:cubicBezTo>
                <a:cubicBezTo>
                  <a:pt x="6929120" y="3942916"/>
                  <a:pt x="6832174" y="4398629"/>
                  <a:pt x="6656858" y="4813124"/>
                </a:cubicBezTo>
                <a:lnTo>
                  <a:pt x="6625841" y="4877511"/>
                </a:lnTo>
                <a:lnTo>
                  <a:pt x="303280" y="4877511"/>
                </a:lnTo>
                <a:lnTo>
                  <a:pt x="272263" y="4813124"/>
                </a:lnTo>
                <a:cubicBezTo>
                  <a:pt x="96946" y="4398629"/>
                  <a:pt x="0" y="3942916"/>
                  <a:pt x="0" y="3464560"/>
                </a:cubicBezTo>
                <a:cubicBezTo>
                  <a:pt x="0" y="1551136"/>
                  <a:pt x="1551136" y="0"/>
                  <a:pt x="346456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0" name="Picture 9" descr="Gap between two buildings against the blue sky"/>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34000" contrast="60000"/>
                    </a14:imgEffect>
                    <a14:imgEffect>
                      <a14:colorTemperature colorTemp="10546"/>
                    </a14:imgEffect>
                    <a14:imgEffect>
                      <a14:saturation sat="0"/>
                    </a14:imgEffect>
                  </a14:imgLayer>
                </a14:imgProps>
              </a:ext>
            </a:extLst>
          </a:blip>
          <a:srcRect t="2550" b="8386"/>
          <a:stretch>
            <a:fillRect/>
          </a:stretch>
        </p:blipFill>
        <p:spPr>
          <a:xfrm>
            <a:off x="760411" y="0"/>
            <a:ext cx="11431589" cy="6858000"/>
          </a:xfrm>
          <a:prstGeom prst="rect">
            <a:avLst/>
          </a:prstGeom>
        </p:spPr>
      </p:pic>
      <p:sp>
        <p:nvSpPr>
          <p:cNvPr id="3" name="Subtitle 2"/>
          <p:cNvSpPr>
            <a:spLocks noGrp="1"/>
          </p:cNvSpPr>
          <p:nvPr>
            <p:ph type="subTitle" idx="1" hasCustomPrompt="1"/>
          </p:nvPr>
        </p:nvSpPr>
        <p:spPr>
          <a:xfrm>
            <a:off x="816768" y="633753"/>
            <a:ext cx="7414940" cy="578325"/>
          </a:xfrm>
        </p:spPr>
        <p:txBody>
          <a:bodyPr lIns="0" tIns="0" rIns="0" bIns="0">
            <a:noAutofit/>
          </a:bodyPr>
          <a:lstStyle>
            <a:lvl1pPr marL="0" indent="0" algn="l">
              <a:buNone/>
              <a:defRPr sz="2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Title 1"/>
          <p:cNvSpPr>
            <a:spLocks noGrp="1"/>
          </p:cNvSpPr>
          <p:nvPr>
            <p:ph type="ctrTitle" hasCustomPrompt="1"/>
          </p:nvPr>
        </p:nvSpPr>
        <p:spPr>
          <a:xfrm>
            <a:off x="816768" y="1313284"/>
            <a:ext cx="6226593" cy="3427502"/>
          </a:xfrm>
        </p:spPr>
        <p:txBody>
          <a:bodyPr lIns="0" tIns="0" rIns="0" bIns="0" anchor="t">
            <a:noAutofit/>
          </a:bodyPr>
          <a:lstStyle>
            <a:lvl1pPr algn="l">
              <a:defRPr sz="4500" cap="all" baseline="0"/>
            </a:lvl1pPr>
          </a:lstStyle>
          <a:p>
            <a:r>
              <a:rPr lang="en-US" dirty="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696222" y="654637"/>
            <a:ext cx="4834517" cy="2774361"/>
          </a:xfrm>
        </p:spPr>
        <p:txBody>
          <a:bodyPr lIns="0" tIns="0" rIns="0" bIns="0" anchor="b">
            <a:noAutofit/>
          </a:bodyPr>
          <a:lstStyle>
            <a:lvl1pPr>
              <a:defRPr sz="3600" cap="all" baseline="0"/>
            </a:lvl1pPr>
          </a:lstStyle>
          <a:p>
            <a:r>
              <a:rPr lang="en-US" dirty="0"/>
              <a:t>CLICK TO EDIT MASTER TITLE STYLE</a:t>
            </a:r>
          </a:p>
        </p:txBody>
      </p:sp>
      <p:sp>
        <p:nvSpPr>
          <p:cNvPr id="5" name="Picture Placeholder 4"/>
          <p:cNvSpPr>
            <a:spLocks noGrp="1"/>
          </p:cNvSpPr>
          <p:nvPr>
            <p:ph type="pic" sz="quarter" idx="10"/>
          </p:nvPr>
        </p:nvSpPr>
        <p:spPr>
          <a:xfrm>
            <a:off x="1395412" y="653461"/>
            <a:ext cx="4597556" cy="5549900"/>
          </a:xfrm>
        </p:spPr>
        <p:txBody>
          <a:bodyPr/>
          <a:lstStyle/>
          <a:p>
            <a:r>
              <a:rPr lang="en-US"/>
              <a:t>Click icon to add picture</a:t>
            </a:r>
            <a:endParaRPr lang="en-US" dirty="0"/>
          </a:p>
        </p:txBody>
      </p:sp>
      <p:sp>
        <p:nvSpPr>
          <p:cNvPr id="3" name="Content Placeholder 2"/>
          <p:cNvSpPr>
            <a:spLocks noGrp="1"/>
          </p:cNvSpPr>
          <p:nvPr>
            <p:ph idx="1" hasCustomPrompt="1"/>
          </p:nvPr>
        </p:nvSpPr>
        <p:spPr>
          <a:xfrm>
            <a:off x="6696221" y="3429000"/>
            <a:ext cx="4834517" cy="2774361"/>
          </a:xfrm>
        </p:spPr>
        <p:txBody>
          <a:bodyPr lIns="0" tIns="0" rIns="0" bIns="0">
            <a:noAutofit/>
          </a:bodyPr>
          <a:lstStyle>
            <a:lvl1pPr marL="0" indent="0">
              <a:buNone/>
              <a:defRPr sz="20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Rectangle 7"/>
          <p:cNvSpPr/>
          <p:nvPr userDrawn="1"/>
        </p:nvSpPr>
        <p:spPr>
          <a:xfrm>
            <a:off x="0" y="0"/>
            <a:ext cx="453347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22" name="Title 21"/>
          <p:cNvSpPr>
            <a:spLocks noGrp="1"/>
          </p:cNvSpPr>
          <p:nvPr>
            <p:ph type="title" hasCustomPrompt="1"/>
          </p:nvPr>
        </p:nvSpPr>
        <p:spPr>
          <a:xfrm>
            <a:off x="847384" y="884981"/>
            <a:ext cx="10506416" cy="1128519"/>
          </a:xfrm>
        </p:spPr>
        <p:txBody>
          <a:bodyPr lIns="0" tIns="0" rIns="0" bIns="0" anchor="t">
            <a:noAutofit/>
          </a:bodyPr>
          <a:lstStyle>
            <a:lvl1pPr>
              <a:defRPr sz="3600" baseline="0">
                <a:solidFill>
                  <a:schemeClr val="tx1"/>
                </a:solidFill>
              </a:defRPr>
            </a:lvl1pPr>
          </a:lstStyle>
          <a:p>
            <a:r>
              <a:rPr lang="en-US" dirty="0"/>
              <a:t>CLICK TO EDIT MASTER TITLE STYLE</a:t>
            </a:r>
          </a:p>
        </p:txBody>
      </p:sp>
      <p:sp>
        <p:nvSpPr>
          <p:cNvPr id="9" name="Picture Placeholder 8"/>
          <p:cNvSpPr>
            <a:spLocks noGrp="1"/>
          </p:cNvSpPr>
          <p:nvPr>
            <p:ph type="pic" sz="quarter" idx="11"/>
          </p:nvPr>
        </p:nvSpPr>
        <p:spPr>
          <a:xfrm>
            <a:off x="846438" y="2090460"/>
            <a:ext cx="4729163" cy="3271838"/>
          </a:xfrm>
          <a:custGeom>
            <a:avLst/>
            <a:gdLst>
              <a:gd name="connsiteX0" fmla="*/ 0 w 4729163"/>
              <a:gd name="connsiteY0" fmla="*/ 0 h 3271838"/>
              <a:gd name="connsiteX1" fmla="*/ 4729163 w 4729163"/>
              <a:gd name="connsiteY1" fmla="*/ 0 h 3271838"/>
              <a:gd name="connsiteX2" fmla="*/ 4729163 w 4729163"/>
              <a:gd name="connsiteY2" fmla="*/ 1519113 h 3271838"/>
              <a:gd name="connsiteX3" fmla="*/ 4674888 w 4729163"/>
              <a:gd name="connsiteY3" fmla="*/ 1524585 h 3271838"/>
              <a:gd name="connsiteX4" fmla="*/ 4145679 w 4729163"/>
              <a:gd name="connsiteY4" fmla="*/ 2173901 h 3271838"/>
              <a:gd name="connsiteX5" fmla="*/ 4674888 w 4729163"/>
              <a:gd name="connsiteY5" fmla="*/ 2823218 h 3271838"/>
              <a:gd name="connsiteX6" fmla="*/ 4729163 w 4729163"/>
              <a:gd name="connsiteY6" fmla="*/ 2828689 h 3271838"/>
              <a:gd name="connsiteX7" fmla="*/ 4729163 w 4729163"/>
              <a:gd name="connsiteY7" fmla="*/ 3271838 h 3271838"/>
              <a:gd name="connsiteX8" fmla="*/ 0 w 4729163"/>
              <a:gd name="connsiteY8" fmla="*/ 3271838 h 3271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9163" h="3271838">
                <a:moveTo>
                  <a:pt x="0" y="0"/>
                </a:moveTo>
                <a:lnTo>
                  <a:pt x="4729163" y="0"/>
                </a:lnTo>
                <a:lnTo>
                  <a:pt x="4729163" y="1519113"/>
                </a:lnTo>
                <a:lnTo>
                  <a:pt x="4674888" y="1524585"/>
                </a:lnTo>
                <a:cubicBezTo>
                  <a:pt x="4372869" y="1586387"/>
                  <a:pt x="4145679" y="1853613"/>
                  <a:pt x="4145679" y="2173901"/>
                </a:cubicBezTo>
                <a:cubicBezTo>
                  <a:pt x="4145679" y="2494190"/>
                  <a:pt x="4372869" y="2761416"/>
                  <a:pt x="4674888" y="2823218"/>
                </a:cubicBezTo>
                <a:lnTo>
                  <a:pt x="4729163" y="2828689"/>
                </a:lnTo>
                <a:lnTo>
                  <a:pt x="4729163" y="3271838"/>
                </a:lnTo>
                <a:lnTo>
                  <a:pt x="0" y="3271838"/>
                </a:lnTo>
                <a:close/>
              </a:path>
            </a:pathLst>
          </a:custGeom>
          <a:solidFill>
            <a:schemeClr val="accent1">
              <a:lumMod val="20000"/>
              <a:lumOff val="80000"/>
            </a:schemeClr>
          </a:solidFill>
        </p:spPr>
        <p:txBody>
          <a:bodyPr wrap="square" anchor="ctr">
            <a:noAutofit/>
          </a:bodyPr>
          <a:lstStyle>
            <a:lvl1pPr algn="ctr">
              <a:defRPr/>
            </a:lvl1pPr>
          </a:lstStyle>
          <a:p>
            <a:r>
              <a:rPr lang="en-US"/>
              <a:t>Click icon to add picture</a:t>
            </a:r>
            <a:endParaRPr lang="en-US" dirty="0"/>
          </a:p>
        </p:txBody>
      </p:sp>
      <p:sp>
        <p:nvSpPr>
          <p:cNvPr id="3" name="Text Placeholder 2"/>
          <p:cNvSpPr>
            <a:spLocks noGrp="1"/>
          </p:cNvSpPr>
          <p:nvPr>
            <p:ph type="body" idx="1"/>
          </p:nvPr>
        </p:nvSpPr>
        <p:spPr>
          <a:xfrm>
            <a:off x="6978650" y="2087562"/>
            <a:ext cx="4375150" cy="3891067"/>
          </a:xfrm>
        </p:spPr>
        <p:txBody>
          <a:bodyPr lIns="0" tIns="0" rIns="0" bIns="0">
            <a:no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Oval 9"/>
          <p:cNvSpPr/>
          <p:nvPr userDrawn="1"/>
        </p:nvSpPr>
        <p:spPr>
          <a:xfrm>
            <a:off x="4992117" y="3601579"/>
            <a:ext cx="1325563" cy="1325563"/>
          </a:xfrm>
          <a:prstGeom prst="ellipse">
            <a:avLst/>
          </a:prstGeom>
          <a:solidFill>
            <a:schemeClr val="accent1">
              <a:alpha val="8921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2" name="Footer Placeholder 1"/>
          <p:cNvSpPr>
            <a:spLocks noGrp="1"/>
          </p:cNvSpPr>
          <p:nvPr>
            <p:ph type="ftr" sz="quarter" idx="12"/>
          </p:nvPr>
        </p:nvSpPr>
        <p:spPr/>
        <p:txBody>
          <a:bodyPr/>
          <a:lstStyle/>
          <a:p>
            <a:r>
              <a:rPr lang="en-US" dirty="0"/>
              <a:t>Presentation Title</a:t>
            </a:r>
          </a:p>
        </p:txBody>
      </p:sp>
      <p:sp>
        <p:nvSpPr>
          <p:cNvPr id="5" name="Slide Number Placeholder 4"/>
          <p:cNvSpPr>
            <a:spLocks noGrp="1"/>
          </p:cNvSpPr>
          <p:nvPr>
            <p:ph type="sldNum" sz="quarter" idx="13"/>
          </p:nvPr>
        </p:nvSpPr>
        <p:spPr/>
        <p:txBody>
          <a:bodyPr/>
          <a:lstStyle/>
          <a:p>
            <a:fld id="{09A01C0A-2BB6-49E7-91A3-DCB9F9F59583}"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pic>
        <p:nvPicPr>
          <p:cNvPr id="37" name="Picture 36" descr="A picture containing accessory&#10;&#10;Description automatically generated"/>
          <p:cNvPicPr>
            <a:picLocks noChangeAspect="1"/>
          </p:cNvPicPr>
          <p:nvPr userDrawn="1"/>
        </p:nvPicPr>
        <p:blipFill>
          <a:blip r:embed="rId2" cstate="print">
            <a:grayscl/>
            <a:extLst>
              <a:ext uri="{BEBA8EAE-BF5A-486C-A8C5-ECC9F3942E4B}">
                <a14:imgProps xmlns:a14="http://schemas.microsoft.com/office/drawing/2010/main">
                  <a14:imgLayer r:embed="rId3">
                    <a14:imgEffect>
                      <a14:brightnessContrast contrast="40000"/>
                    </a14:imgEffect>
                    <a14:imgEffect>
                      <a14:colorTemperature colorTemp="4700"/>
                    </a14:imgEffect>
                    <a14:imgEffect>
                      <a14:saturation sat="33000"/>
                    </a14:imgEffect>
                  </a14:imgLayer>
                </a14:imgProps>
              </a:ext>
            </a:extLst>
          </a:blip>
          <a:srcRect r="21975" b="1533"/>
          <a:stretch>
            <a:fillRect/>
          </a:stretch>
        </p:blipFill>
        <p:spPr>
          <a:xfrm rot="8325578">
            <a:off x="-1775001" y="-1607470"/>
            <a:ext cx="10567962" cy="8905077"/>
          </a:xfrm>
          <a:custGeom>
            <a:avLst/>
            <a:gdLst>
              <a:gd name="connsiteX0" fmla="*/ 6047036 w 10567962"/>
              <a:gd name="connsiteY0" fmla="*/ 8905077 h 8905077"/>
              <a:gd name="connsiteX1" fmla="*/ 0 w 10567962"/>
              <a:gd name="connsiteY1" fmla="*/ 3603767 h 8905077"/>
              <a:gd name="connsiteX2" fmla="*/ 0 w 10567962"/>
              <a:gd name="connsiteY2" fmla="*/ 0 h 8905077"/>
              <a:gd name="connsiteX3" fmla="*/ 6292508 w 10567962"/>
              <a:gd name="connsiteY3" fmla="*/ 0 h 8905077"/>
              <a:gd name="connsiteX4" fmla="*/ 10567962 w 10567962"/>
              <a:gd name="connsiteY4" fmla="*/ 3748201 h 890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7962" h="8905077">
                <a:moveTo>
                  <a:pt x="6047036" y="8905077"/>
                </a:moveTo>
                <a:lnTo>
                  <a:pt x="0" y="3603767"/>
                </a:lnTo>
                <a:lnTo>
                  <a:pt x="0" y="0"/>
                </a:lnTo>
                <a:lnTo>
                  <a:pt x="6292508" y="0"/>
                </a:lnTo>
                <a:lnTo>
                  <a:pt x="10567962" y="3748201"/>
                </a:lnTo>
                <a:close/>
              </a:path>
            </a:pathLst>
          </a:custGeom>
        </p:spPr>
      </p:pic>
      <p:sp>
        <p:nvSpPr>
          <p:cNvPr id="14" name="Freeform 13"/>
          <p:cNvSpPr/>
          <p:nvPr userDrawn="1"/>
        </p:nvSpPr>
        <p:spPr>
          <a:xfrm>
            <a:off x="925160" y="4144752"/>
            <a:ext cx="4788322" cy="2713249"/>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8985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10" name="Title 1"/>
          <p:cNvSpPr>
            <a:spLocks noGrp="1"/>
          </p:cNvSpPr>
          <p:nvPr>
            <p:ph type="title" hasCustomPrompt="1"/>
          </p:nvPr>
        </p:nvSpPr>
        <p:spPr>
          <a:xfrm>
            <a:off x="5413445" y="2043946"/>
            <a:ext cx="6034216" cy="1439604"/>
          </a:xfrm>
        </p:spPr>
        <p:txBody>
          <a:bodyPr lIns="0" tIns="0" rIns="0" bIns="0" anchor="b">
            <a:noAutofit/>
          </a:bodyPr>
          <a:lstStyle>
            <a:lvl1pPr>
              <a:defRPr sz="3600" cap="all" baseline="0"/>
            </a:lvl1pPr>
          </a:lstStyle>
          <a:p>
            <a:r>
              <a:rPr lang="en-US" dirty="0"/>
              <a:t>CLICK TO EDIT MASTER TITLE STYLE</a:t>
            </a:r>
          </a:p>
        </p:txBody>
      </p:sp>
      <p:sp>
        <p:nvSpPr>
          <p:cNvPr id="12" name="Subtitle 2"/>
          <p:cNvSpPr>
            <a:spLocks noGrp="1"/>
          </p:cNvSpPr>
          <p:nvPr>
            <p:ph type="subTitle" idx="1" hasCustomPrompt="1"/>
          </p:nvPr>
        </p:nvSpPr>
        <p:spPr>
          <a:xfrm>
            <a:off x="5413445" y="3469262"/>
            <a:ext cx="6034216" cy="1085641"/>
          </a:xfrm>
        </p:spPr>
        <p:txBody>
          <a:bodyPr lIns="0" tIns="0" rIns="0" bIns="0">
            <a:noAutofit/>
          </a:bodyPr>
          <a:lstStyle>
            <a:lvl1pPr marL="0" indent="0" algn="l">
              <a:buNone/>
              <a:defRPr sz="2000" cap="all" spc="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Footer Placeholder 1"/>
          <p:cNvSpPr>
            <a:spLocks noGrp="1"/>
          </p:cNvSpPr>
          <p:nvPr>
            <p:ph type="ftr" sz="quarter" idx="10"/>
          </p:nvPr>
        </p:nvSpPr>
        <p:spPr/>
        <p:txBody>
          <a:bodyPr/>
          <a:lstStyle/>
          <a:p>
            <a:r>
              <a:rPr lang="en-US" dirty="0"/>
              <a:t>Presentation Title</a:t>
            </a:r>
          </a:p>
        </p:txBody>
      </p:sp>
      <p:sp>
        <p:nvSpPr>
          <p:cNvPr id="3" name="Slide Number Placeholder 2"/>
          <p:cNvSpPr>
            <a:spLocks noGrp="1"/>
          </p:cNvSpPr>
          <p:nvPr>
            <p:ph type="sldNum" sz="quarter" idx="11"/>
          </p:nvPr>
        </p:nvSpPr>
        <p:spPr/>
        <p:txBody>
          <a:bodyPr/>
          <a:lstStyle/>
          <a:p>
            <a:fld id="{09A01C0A-2BB6-49E7-91A3-DCB9F9F59583}"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850168" y="876301"/>
            <a:ext cx="10122632" cy="652054"/>
          </a:xfrm>
        </p:spPr>
        <p:txBody>
          <a:bodyPr anchor="ctr">
            <a:noAutofit/>
          </a:bodyPr>
          <a:lstStyle>
            <a:lvl1pPr algn="ctr">
              <a:defRPr sz="3600" baseline="0"/>
            </a:lvl1pPr>
          </a:lstStyle>
          <a:p>
            <a:r>
              <a:rPr lang="en-US" dirty="0"/>
              <a:t>CLICK TO EDIT MASTER TITLE</a:t>
            </a:r>
          </a:p>
        </p:txBody>
      </p:sp>
      <p:sp>
        <p:nvSpPr>
          <p:cNvPr id="4" name="Content Placeholder 3"/>
          <p:cNvSpPr>
            <a:spLocks noGrp="1"/>
          </p:cNvSpPr>
          <p:nvPr>
            <p:ph sz="half" idx="2"/>
          </p:nvPr>
        </p:nvSpPr>
        <p:spPr>
          <a:xfrm>
            <a:off x="850168" y="1828800"/>
            <a:ext cx="10126362" cy="4351338"/>
          </a:xfrm>
        </p:spPr>
        <p:txBody>
          <a:bodyPr lIns="0" tIns="0" rIns="0" bIns="0">
            <a:no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p:cNvSpPr>
            <a:spLocks noGrp="1"/>
          </p:cNvSpPr>
          <p:nvPr>
            <p:ph type="ftr" sz="quarter" idx="10"/>
          </p:nvPr>
        </p:nvSpPr>
        <p:spPr/>
        <p:txBody>
          <a:bodyPr/>
          <a:lstStyle/>
          <a:p>
            <a:r>
              <a:rPr lang="en-US" dirty="0"/>
              <a:t>Presentation Title</a:t>
            </a:r>
          </a:p>
        </p:txBody>
      </p:sp>
      <p:sp>
        <p:nvSpPr>
          <p:cNvPr id="3" name="Slide Number Placeholder 2"/>
          <p:cNvSpPr>
            <a:spLocks noGrp="1"/>
          </p:cNvSpPr>
          <p:nvPr>
            <p:ph type="sldNum" sz="quarter" idx="11"/>
          </p:nvPr>
        </p:nvSpPr>
        <p:spPr/>
        <p:txBody>
          <a:bodyPr/>
          <a:lstStyle/>
          <a:p>
            <a:fld id="{09A01C0A-2BB6-49E7-91A3-DCB9F9F59583}"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46879" y="884902"/>
            <a:ext cx="4567228" cy="1877976"/>
          </a:xfrm>
        </p:spPr>
        <p:txBody>
          <a:bodyPr lIns="0" tIns="0" rIns="0" bIns="0">
            <a:noAutofit/>
          </a:bodyPr>
          <a:lstStyle>
            <a:lvl1pPr>
              <a:defRPr sz="3600" baseline="0"/>
            </a:lvl1pPr>
          </a:lstStyle>
          <a:p>
            <a:r>
              <a:rPr lang="en-US" dirty="0"/>
              <a:t>CLICK TO EDIT MASTER TITLE STYLE</a:t>
            </a:r>
          </a:p>
        </p:txBody>
      </p:sp>
      <p:sp>
        <p:nvSpPr>
          <p:cNvPr id="4" name="Content Placeholder 3"/>
          <p:cNvSpPr>
            <a:spLocks noGrp="1"/>
          </p:cNvSpPr>
          <p:nvPr>
            <p:ph sz="half" idx="2"/>
          </p:nvPr>
        </p:nvSpPr>
        <p:spPr>
          <a:xfrm>
            <a:off x="5572125" y="409576"/>
            <a:ext cx="5789913" cy="6067424"/>
          </a:xfrm>
        </p:spPr>
        <p:txBody>
          <a:bodyPr lIns="0" tIns="0" rIns="0" bIns="0">
            <a:no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reeform 5" descr="Man looking up at skyscrapers"/>
          <p:cNvSpPr/>
          <p:nvPr userDrawn="1"/>
        </p:nvSpPr>
        <p:spPr>
          <a:xfrm rot="2329651">
            <a:off x="-532604" y="2895950"/>
            <a:ext cx="5658498" cy="5088743"/>
          </a:xfrm>
          <a:custGeom>
            <a:avLst/>
            <a:gdLst>
              <a:gd name="connsiteX0" fmla="*/ 1041364 w 5658498"/>
              <a:gd name="connsiteY0" fmla="*/ 660618 h 5088743"/>
              <a:gd name="connsiteX1" fmla="*/ 2881574 w 5658498"/>
              <a:gd name="connsiteY1" fmla="*/ 0 h 5088743"/>
              <a:gd name="connsiteX2" fmla="*/ 5644500 w 5658498"/>
              <a:gd name="connsiteY2" fmla="*/ 2032703 h 5088743"/>
              <a:gd name="connsiteX3" fmla="*/ 5658498 w 5658498"/>
              <a:gd name="connsiteY3" fmla="*/ 2087143 h 5088743"/>
              <a:gd name="connsiteX4" fmla="*/ 1928931 w 5658498"/>
              <a:gd name="connsiteY4" fmla="*/ 5088743 h 5088743"/>
              <a:gd name="connsiteX5" fmla="*/ 0 w 5658498"/>
              <a:gd name="connsiteY5" fmla="*/ 2691993 h 5088743"/>
              <a:gd name="connsiteX6" fmla="*/ 7450 w 5658498"/>
              <a:gd name="connsiteY6" fmla="*/ 2560795 h 5088743"/>
              <a:gd name="connsiteX7" fmla="*/ 1041364 w 5658498"/>
              <a:gd name="connsiteY7" fmla="*/ 660618 h 508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58498" h="5088743">
                <a:moveTo>
                  <a:pt x="1041364" y="660618"/>
                </a:moveTo>
                <a:cubicBezTo>
                  <a:pt x="1541443" y="247916"/>
                  <a:pt x="2182557" y="0"/>
                  <a:pt x="2881574" y="0"/>
                </a:cubicBezTo>
                <a:cubicBezTo>
                  <a:pt x="4179749" y="0"/>
                  <a:pt x="5278215" y="855058"/>
                  <a:pt x="5644500" y="2032703"/>
                </a:cubicBezTo>
                <a:lnTo>
                  <a:pt x="5658498" y="2087143"/>
                </a:lnTo>
                <a:lnTo>
                  <a:pt x="1928931" y="5088743"/>
                </a:lnTo>
                <a:lnTo>
                  <a:pt x="0" y="2691993"/>
                </a:lnTo>
                <a:lnTo>
                  <a:pt x="7450" y="2560795"/>
                </a:lnTo>
                <a:cubicBezTo>
                  <a:pt x="94683" y="1797754"/>
                  <a:pt x="478776" y="1124908"/>
                  <a:pt x="1041364" y="660618"/>
                </a:cubicBezTo>
                <a:close/>
              </a:path>
            </a:pathLst>
          </a:custGeom>
          <a:blipFill dpi="0" rotWithShape="1">
            <a:blip r:embed="rId2" cstate="print">
              <a:extLst>
                <a:ext uri="{BEBA8EAE-BF5A-486C-A8C5-ECC9F3942E4B}">
                  <a14:imgProps xmlns:a14="http://schemas.microsoft.com/office/drawing/2010/main">
                    <a14:imgLayer r:embed="rId3">
                      <a14:imgEffect>
                        <a14:brightnessContrast bright="8000" contrast="-25000"/>
                      </a14:imgEffect>
                      <a14:imgEffect>
                        <a14:saturation sat="0"/>
                      </a14:imgEffect>
                    </a14:imgLayer>
                  </a14:imgProps>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Oval 4"/>
          <p:cNvSpPr/>
          <p:nvPr userDrawn="1"/>
        </p:nvSpPr>
        <p:spPr>
          <a:xfrm>
            <a:off x="356461" y="2238899"/>
            <a:ext cx="1411557" cy="1411557"/>
          </a:xfrm>
          <a:prstGeom prst="ellipse">
            <a:avLst/>
          </a:prstGeom>
          <a:solidFill>
            <a:schemeClr val="accent1">
              <a:alpha val="760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
        <p:nvSpPr>
          <p:cNvPr id="3" name="Footer Placeholder 2"/>
          <p:cNvSpPr>
            <a:spLocks noGrp="1"/>
          </p:cNvSpPr>
          <p:nvPr>
            <p:ph type="ftr" sz="quarter" idx="10"/>
          </p:nvPr>
        </p:nvSpPr>
        <p:spPr/>
        <p:txBody>
          <a:bodyPr/>
          <a:lstStyle/>
          <a:p>
            <a:r>
              <a:rPr lang="en-US" dirty="0"/>
              <a:t>Presentation Title</a:t>
            </a:r>
          </a:p>
        </p:txBody>
      </p:sp>
      <p:sp>
        <p:nvSpPr>
          <p:cNvPr id="7" name="Slide Number Placeholder 6"/>
          <p:cNvSpPr>
            <a:spLocks noGrp="1"/>
          </p:cNvSpPr>
          <p:nvPr>
            <p:ph type="sldNum" sz="quarter" idx="11"/>
          </p:nvPr>
        </p:nvSpPr>
        <p:spPr/>
        <p:txBody>
          <a:bodyPr/>
          <a:lstStyle/>
          <a:p>
            <a:fld id="{09A01C0A-2BB6-49E7-91A3-DCB9F9F59583}"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9880" y="1781357"/>
            <a:ext cx="5157787" cy="823912"/>
          </a:xfrm>
        </p:spPr>
        <p:txBody>
          <a:bodyPr lIns="0" tIns="0" rIns="0" bIns="0" anchor="b">
            <a:noAutofit/>
          </a:bodyPr>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9880" y="2605269"/>
            <a:ext cx="5157787" cy="3684588"/>
          </a:xfrm>
        </p:spPr>
        <p:txBody>
          <a:bodyPr lIns="0" tIns="0" rIns="0" bIns="0">
            <a:no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2292" y="1781357"/>
            <a:ext cx="5183188" cy="823912"/>
          </a:xfrm>
        </p:spPr>
        <p:txBody>
          <a:bodyPr lIns="0" tIns="0" rIns="0" bIns="0" anchor="b">
            <a:noAutofit/>
          </a:bodyPr>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2292" y="2605269"/>
            <a:ext cx="5183188" cy="3684588"/>
          </a:xfrm>
        </p:spPr>
        <p:txBody>
          <a:bodyPr lIns="0" tIns="0" rIns="0" bIns="0">
            <a:no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hasCustomPrompt="1"/>
          </p:nvPr>
        </p:nvSpPr>
        <p:spPr>
          <a:xfrm>
            <a:off x="850168" y="876301"/>
            <a:ext cx="10122632" cy="652054"/>
          </a:xfrm>
        </p:spPr>
        <p:txBody>
          <a:bodyPr anchor="ctr">
            <a:noAutofit/>
          </a:bodyPr>
          <a:lstStyle>
            <a:lvl1pPr algn="ctr">
              <a:defRPr sz="3600" baseline="0"/>
            </a:lvl1pPr>
          </a:lstStyle>
          <a:p>
            <a:r>
              <a:rPr lang="en-US" dirty="0"/>
              <a:t>CLICK TO EDIT MASTER TITLE</a:t>
            </a:r>
          </a:p>
        </p:txBody>
      </p:sp>
      <p:sp>
        <p:nvSpPr>
          <p:cNvPr id="2" name="Footer Placeholder 1"/>
          <p:cNvSpPr>
            <a:spLocks noGrp="1"/>
          </p:cNvSpPr>
          <p:nvPr>
            <p:ph type="ftr" sz="quarter" idx="10"/>
          </p:nvPr>
        </p:nvSpPr>
        <p:spPr/>
        <p:txBody>
          <a:bodyPr/>
          <a:lstStyle/>
          <a:p>
            <a:r>
              <a:rPr lang="en-US" dirty="0"/>
              <a:t>Presentation Title</a:t>
            </a:r>
          </a:p>
        </p:txBody>
      </p:sp>
      <p:sp>
        <p:nvSpPr>
          <p:cNvPr id="7" name="Slide Number Placeholder 6"/>
          <p:cNvSpPr>
            <a:spLocks noGrp="1"/>
          </p:cNvSpPr>
          <p:nvPr>
            <p:ph type="sldNum" sz="quarter" idx="11"/>
          </p:nvPr>
        </p:nvSpPr>
        <p:spPr/>
        <p:txBody>
          <a:bodyPr/>
          <a:lstStyle/>
          <a:p>
            <a:fld id="{09A01C0A-2BB6-49E7-91A3-DCB9F9F59583}"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1" name="Freeform 10"/>
          <p:cNvSpPr/>
          <p:nvPr userDrawn="1"/>
        </p:nvSpPr>
        <p:spPr>
          <a:xfrm>
            <a:off x="2817383" y="4010866"/>
            <a:ext cx="5056094" cy="2847135"/>
          </a:xfrm>
          <a:custGeom>
            <a:avLst/>
            <a:gdLst>
              <a:gd name="connsiteX0" fmla="*/ 2528047 w 5056094"/>
              <a:gd name="connsiteY0" fmla="*/ 0 h 2847135"/>
              <a:gd name="connsiteX1" fmla="*/ 5056094 w 5056094"/>
              <a:gd name="connsiteY1" fmla="*/ 2528047 h 2847135"/>
              <a:gd name="connsiteX2" fmla="*/ 5043042 w 5056094"/>
              <a:gd name="connsiteY2" fmla="*/ 2786525 h 2847135"/>
              <a:gd name="connsiteX3" fmla="*/ 5033792 w 5056094"/>
              <a:gd name="connsiteY3" fmla="*/ 2847135 h 2847135"/>
              <a:gd name="connsiteX4" fmla="*/ 22302 w 5056094"/>
              <a:gd name="connsiteY4" fmla="*/ 2847135 h 2847135"/>
              <a:gd name="connsiteX5" fmla="*/ 13052 w 5056094"/>
              <a:gd name="connsiteY5" fmla="*/ 2786525 h 2847135"/>
              <a:gd name="connsiteX6" fmla="*/ 0 w 5056094"/>
              <a:gd name="connsiteY6" fmla="*/ 2528047 h 2847135"/>
              <a:gd name="connsiteX7" fmla="*/ 2528047 w 5056094"/>
              <a:gd name="connsiteY7" fmla="*/ 0 h 284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56094" h="2847135">
                <a:moveTo>
                  <a:pt x="2528047" y="0"/>
                </a:moveTo>
                <a:cubicBezTo>
                  <a:pt x="3924249" y="0"/>
                  <a:pt x="5056094" y="1131845"/>
                  <a:pt x="5056094" y="2528047"/>
                </a:cubicBezTo>
                <a:cubicBezTo>
                  <a:pt x="5056094" y="2615310"/>
                  <a:pt x="5051673" y="2701540"/>
                  <a:pt x="5043042" y="2786525"/>
                </a:cubicBezTo>
                <a:lnTo>
                  <a:pt x="5033792" y="2847135"/>
                </a:lnTo>
                <a:lnTo>
                  <a:pt x="22302" y="2847135"/>
                </a:lnTo>
                <a:lnTo>
                  <a:pt x="13052" y="2786525"/>
                </a:lnTo>
                <a:cubicBezTo>
                  <a:pt x="4422" y="2701540"/>
                  <a:pt x="0" y="2615310"/>
                  <a:pt x="0" y="2528047"/>
                </a:cubicBezTo>
                <a:cubicBezTo>
                  <a:pt x="0" y="1131845"/>
                  <a:pt x="1131845" y="0"/>
                  <a:pt x="2528047" y="0"/>
                </a:cubicBezTo>
                <a:close/>
              </a:path>
            </a:pathLst>
          </a:custGeom>
          <a:solidFill>
            <a:schemeClr val="accent1">
              <a:alpha val="8969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2" name="Picture 11" descr="Modern house with cubic design"/>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2000" contrast="-17000"/>
                    </a14:imgEffect>
                    <a14:imgEffect>
                      <a14:saturation sat="0"/>
                    </a14:imgEffect>
                  </a14:imgLayer>
                </a14:imgProps>
              </a:ext>
            </a:extLst>
          </a:blip>
          <a:srcRect b="23487"/>
          <a:stretch>
            <a:fillRect/>
          </a:stretch>
        </p:blipFill>
        <p:spPr>
          <a:xfrm>
            <a:off x="2531165" y="2125402"/>
            <a:ext cx="9279835" cy="4732598"/>
          </a:xfrm>
          <a:prstGeom prst="rect">
            <a:avLst/>
          </a:prstGeom>
        </p:spPr>
      </p:pic>
      <p:sp>
        <p:nvSpPr>
          <p:cNvPr id="2" name="Title 1"/>
          <p:cNvSpPr>
            <a:spLocks noGrp="1"/>
          </p:cNvSpPr>
          <p:nvPr>
            <p:ph type="title" hasCustomPrompt="1"/>
          </p:nvPr>
        </p:nvSpPr>
        <p:spPr>
          <a:xfrm>
            <a:off x="1228500" y="1155320"/>
            <a:ext cx="8244113" cy="970081"/>
          </a:xfrm>
        </p:spPr>
        <p:txBody>
          <a:bodyPr lIns="0" tIns="0" rIns="0" bIns="0" anchor="t">
            <a:noAutofit/>
          </a:bodyPr>
          <a:lstStyle>
            <a:lvl1pPr>
              <a:lnSpc>
                <a:spcPct val="100000"/>
              </a:lnSpc>
              <a:defRPr sz="3000" b="0" i="0" spc="0" baseline="0">
                <a:latin typeface="+mn-lt"/>
              </a:defRPr>
            </a:lvl1pPr>
          </a:lstStyle>
          <a:p>
            <a:r>
              <a:rPr lang="en-US" dirty="0"/>
              <a:t>CLICK TO EDIT MASTER TITLE STYLE</a:t>
            </a:r>
          </a:p>
        </p:txBody>
      </p:sp>
      <p:sp>
        <p:nvSpPr>
          <p:cNvPr id="8" name="Subtitle 2"/>
          <p:cNvSpPr>
            <a:spLocks noGrp="1"/>
          </p:cNvSpPr>
          <p:nvPr>
            <p:ph type="subTitle" idx="1" hasCustomPrompt="1"/>
          </p:nvPr>
        </p:nvSpPr>
        <p:spPr>
          <a:xfrm>
            <a:off x="1228500" y="2229358"/>
            <a:ext cx="7044643" cy="559184"/>
          </a:xfrm>
        </p:spPr>
        <p:txBody>
          <a:bodyPr lIns="0" tIns="0" rIns="0" bIns="0">
            <a:noAutofit/>
          </a:bodyPr>
          <a:lstStyle>
            <a:lvl1pPr marL="0" indent="0" algn="l">
              <a:buNone/>
              <a:defRPr sz="1800" b="1" spc="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3" name="Footer Placeholder 2"/>
          <p:cNvSpPr>
            <a:spLocks noGrp="1"/>
          </p:cNvSpPr>
          <p:nvPr>
            <p:ph type="ftr" sz="quarter" idx="10"/>
          </p:nvPr>
        </p:nvSpPr>
        <p:spPr/>
        <p:txBody>
          <a:bodyPr/>
          <a:lstStyle/>
          <a:p>
            <a:r>
              <a:rPr lang="en-US" dirty="0"/>
              <a:t>Presentation Title</a:t>
            </a:r>
          </a:p>
        </p:txBody>
      </p:sp>
      <p:sp>
        <p:nvSpPr>
          <p:cNvPr id="4" name="Slide Number Placeholder 3"/>
          <p:cNvSpPr>
            <a:spLocks noGrp="1"/>
          </p:cNvSpPr>
          <p:nvPr>
            <p:ph type="sldNum" sz="quarter" idx="11"/>
          </p:nvPr>
        </p:nvSpPr>
        <p:spPr/>
        <p:txBody>
          <a:bodyPr/>
          <a:lstStyle/>
          <a:p>
            <a:fld id="{09A01C0A-2BB6-49E7-91A3-DCB9F9F59583}"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5" name="Title 1"/>
          <p:cNvSpPr>
            <a:spLocks noGrp="1"/>
          </p:cNvSpPr>
          <p:nvPr>
            <p:ph type="title" hasCustomPrompt="1"/>
          </p:nvPr>
        </p:nvSpPr>
        <p:spPr>
          <a:xfrm>
            <a:off x="850168" y="876301"/>
            <a:ext cx="10122632" cy="652054"/>
          </a:xfrm>
        </p:spPr>
        <p:txBody>
          <a:bodyPr anchor="ctr">
            <a:noAutofit/>
          </a:bodyPr>
          <a:lstStyle>
            <a:lvl1pPr algn="ctr">
              <a:defRPr sz="3600" baseline="0"/>
            </a:lvl1pPr>
          </a:lstStyle>
          <a:p>
            <a:r>
              <a:rPr lang="en-US" dirty="0"/>
              <a:t>CLICK TO EDIT MASTER TITLE</a:t>
            </a:r>
          </a:p>
        </p:txBody>
      </p:sp>
      <p:sp>
        <p:nvSpPr>
          <p:cNvPr id="6" name="Picture Placeholder 23"/>
          <p:cNvSpPr>
            <a:spLocks noGrp="1"/>
          </p:cNvSpPr>
          <p:nvPr>
            <p:ph type="pic" sz="quarter" idx="13"/>
          </p:nvPr>
        </p:nvSpPr>
        <p:spPr>
          <a:xfrm>
            <a:off x="850327" y="1747520"/>
            <a:ext cx="2226360" cy="2940385"/>
          </a:xfrm>
          <a:solidFill>
            <a:schemeClr val="accent1">
              <a:lumMod val="20000"/>
              <a:lumOff val="80000"/>
            </a:schemeClr>
          </a:solidFill>
        </p:spPr>
        <p:txBody>
          <a:bodyPr anchor="ctr">
            <a:noAutofit/>
          </a:bodyPr>
          <a:lstStyle>
            <a:lvl1pPr marL="0" indent="0" algn="ctr">
              <a:buNone/>
              <a:defRPr sz="1400">
                <a:solidFill>
                  <a:schemeClr val="tx1"/>
                </a:solidFill>
              </a:defRPr>
            </a:lvl1pPr>
          </a:lstStyle>
          <a:p>
            <a:r>
              <a:rPr lang="en-US"/>
              <a:t>Click icon to add picture</a:t>
            </a:r>
            <a:endParaRPr lang="en-US" dirty="0"/>
          </a:p>
        </p:txBody>
      </p:sp>
      <p:sp>
        <p:nvSpPr>
          <p:cNvPr id="21" name="Text Placeholder 20"/>
          <p:cNvSpPr>
            <a:spLocks noGrp="1"/>
          </p:cNvSpPr>
          <p:nvPr>
            <p:ph type="body" sz="quarter" idx="17" hasCustomPrompt="1"/>
          </p:nvPr>
        </p:nvSpPr>
        <p:spPr>
          <a:xfrm>
            <a:off x="850326" y="4542790"/>
            <a:ext cx="2226360" cy="1530417"/>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118872" tIns="365760" rIns="0" bIns="0">
            <a:noAutofit/>
          </a:bodyPr>
          <a:lstStyle>
            <a:lvl1pPr marL="0" indent="0" algn="l">
              <a:lnSpc>
                <a:spcPct val="100000"/>
              </a:lnSpc>
              <a:spcBef>
                <a:spcPts val="0"/>
              </a:spcBef>
              <a:buNone/>
              <a:defRPr sz="1800" b="1" i="0" spc="20" baseline="0">
                <a:solidFill>
                  <a:schemeClr val="bg1"/>
                </a:solidFill>
                <a:latin typeface="+mn-lt"/>
              </a:defRPr>
            </a:lvl1pPr>
          </a:lstStyle>
          <a:p>
            <a:pPr lvl="0"/>
            <a:r>
              <a:rPr lang="en-US" dirty="0"/>
              <a:t>Name</a:t>
            </a:r>
          </a:p>
        </p:txBody>
      </p:sp>
      <p:sp>
        <p:nvSpPr>
          <p:cNvPr id="11" name="Text Placeholder 28"/>
          <p:cNvSpPr>
            <a:spLocks noGrp="1"/>
          </p:cNvSpPr>
          <p:nvPr>
            <p:ph type="body" sz="quarter" idx="18" hasCustomPrompt="1"/>
          </p:nvPr>
        </p:nvSpPr>
        <p:spPr>
          <a:xfrm>
            <a:off x="985524" y="5567730"/>
            <a:ext cx="1943837" cy="347662"/>
          </a:xfrm>
        </p:spPr>
        <p:txBody>
          <a:bodyPr vert="horz" lIns="0" tIns="0" rIns="0" bIns="0" rtlCol="0">
            <a:noAutofit/>
          </a:bodyPr>
          <a:lstStyle>
            <a:lvl1pPr>
              <a:defRPr lang="en-US" sz="1200" spc="20" baseline="0" dirty="0">
                <a:solidFill>
                  <a:schemeClr val="bg1"/>
                </a:solidFill>
              </a:defRPr>
            </a:lvl1pPr>
          </a:lstStyle>
          <a:p>
            <a:pPr marL="0" lvl="0" indent="0">
              <a:lnSpc>
                <a:spcPct val="100000"/>
              </a:lnSpc>
              <a:spcBef>
                <a:spcPts val="0"/>
              </a:spcBef>
              <a:buNone/>
            </a:pPr>
            <a:r>
              <a:rPr lang="en-US" dirty="0"/>
              <a:t>Title</a:t>
            </a:r>
          </a:p>
        </p:txBody>
      </p:sp>
      <p:sp>
        <p:nvSpPr>
          <p:cNvPr id="25" name="Picture Placeholder 23"/>
          <p:cNvSpPr>
            <a:spLocks noGrp="1"/>
          </p:cNvSpPr>
          <p:nvPr>
            <p:ph type="pic" sz="quarter" idx="26"/>
          </p:nvPr>
        </p:nvSpPr>
        <p:spPr>
          <a:xfrm>
            <a:off x="3489968" y="1758108"/>
            <a:ext cx="2226360" cy="2940385"/>
          </a:xfrm>
          <a:solidFill>
            <a:schemeClr val="accent1">
              <a:lumMod val="20000"/>
              <a:lumOff val="80000"/>
            </a:schemeClr>
          </a:solidFill>
        </p:spPr>
        <p:txBody>
          <a:bodyPr anchor="ctr">
            <a:noAutofit/>
          </a:bodyPr>
          <a:lstStyle>
            <a:lvl1pPr marL="0" indent="0" algn="ctr">
              <a:buNone/>
              <a:defRPr sz="1400">
                <a:solidFill>
                  <a:schemeClr val="tx1"/>
                </a:solidFill>
              </a:defRPr>
            </a:lvl1pPr>
          </a:lstStyle>
          <a:p>
            <a:r>
              <a:rPr lang="en-US"/>
              <a:t>Click icon to add picture</a:t>
            </a:r>
            <a:endParaRPr lang="en-US" dirty="0"/>
          </a:p>
        </p:txBody>
      </p:sp>
      <p:sp>
        <p:nvSpPr>
          <p:cNvPr id="37" name="Text Placeholder 36"/>
          <p:cNvSpPr>
            <a:spLocks noGrp="1"/>
          </p:cNvSpPr>
          <p:nvPr>
            <p:ph type="body" sz="quarter" idx="34" hasCustomPrompt="1"/>
          </p:nvPr>
        </p:nvSpPr>
        <p:spPr>
          <a:xfrm>
            <a:off x="3489968" y="4542790"/>
            <a:ext cx="2226360" cy="1530417"/>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118872" tIns="365760" rIns="0" bIns="0">
            <a:noAutofit/>
          </a:bodyPr>
          <a:lstStyle>
            <a:lvl1pPr marL="0" indent="0" algn="l">
              <a:lnSpc>
                <a:spcPct val="100000"/>
              </a:lnSpc>
              <a:spcBef>
                <a:spcPts val="0"/>
              </a:spcBef>
              <a:buNone/>
              <a:defRPr sz="1800" b="1" i="0" spc="20" baseline="0">
                <a:solidFill>
                  <a:schemeClr val="bg1"/>
                </a:solidFill>
                <a:latin typeface="+mn-lt"/>
              </a:defRPr>
            </a:lvl1pPr>
          </a:lstStyle>
          <a:p>
            <a:pPr lvl="0"/>
            <a:r>
              <a:rPr lang="en-US" dirty="0"/>
              <a:t>Name</a:t>
            </a:r>
          </a:p>
        </p:txBody>
      </p:sp>
      <p:sp>
        <p:nvSpPr>
          <p:cNvPr id="28" name="Text Placeholder 28"/>
          <p:cNvSpPr>
            <a:spLocks noGrp="1"/>
          </p:cNvSpPr>
          <p:nvPr>
            <p:ph type="body" sz="quarter" idx="29" hasCustomPrompt="1"/>
          </p:nvPr>
        </p:nvSpPr>
        <p:spPr>
          <a:xfrm>
            <a:off x="3631421" y="5584541"/>
            <a:ext cx="1943837" cy="347662"/>
          </a:xfrm>
        </p:spPr>
        <p:txBody>
          <a:bodyPr vert="horz" lIns="0" tIns="0" rIns="0" bIns="0" rtlCol="0">
            <a:noAutofit/>
          </a:bodyPr>
          <a:lstStyle>
            <a:lvl1pPr>
              <a:defRPr lang="en-US" sz="1200" spc="20" baseline="0" dirty="0">
                <a:solidFill>
                  <a:schemeClr val="bg1"/>
                </a:solidFill>
              </a:defRPr>
            </a:lvl1pPr>
          </a:lstStyle>
          <a:p>
            <a:pPr marL="0" lvl="0" indent="0">
              <a:lnSpc>
                <a:spcPct val="100000"/>
              </a:lnSpc>
              <a:spcBef>
                <a:spcPts val="0"/>
              </a:spcBef>
              <a:buNone/>
            </a:pPr>
            <a:r>
              <a:rPr lang="en-US" dirty="0"/>
              <a:t>Title</a:t>
            </a:r>
          </a:p>
        </p:txBody>
      </p:sp>
      <p:sp>
        <p:nvSpPr>
          <p:cNvPr id="26" name="Picture Placeholder 23"/>
          <p:cNvSpPr>
            <a:spLocks noGrp="1"/>
          </p:cNvSpPr>
          <p:nvPr>
            <p:ph type="pic" sz="quarter" idx="27"/>
          </p:nvPr>
        </p:nvSpPr>
        <p:spPr>
          <a:xfrm>
            <a:off x="6139567" y="1758108"/>
            <a:ext cx="2226360" cy="2940385"/>
          </a:xfrm>
          <a:solidFill>
            <a:schemeClr val="accent1">
              <a:lumMod val="20000"/>
              <a:lumOff val="80000"/>
            </a:schemeClr>
          </a:solidFill>
        </p:spPr>
        <p:txBody>
          <a:bodyPr anchor="ctr">
            <a:noAutofit/>
          </a:bodyPr>
          <a:lstStyle>
            <a:lvl1pPr marL="0" indent="0" algn="ctr">
              <a:buNone/>
              <a:defRPr sz="1400">
                <a:solidFill>
                  <a:schemeClr val="tx1"/>
                </a:solidFill>
              </a:defRPr>
            </a:lvl1pPr>
          </a:lstStyle>
          <a:p>
            <a:r>
              <a:rPr lang="en-US"/>
              <a:t>Click icon to add picture</a:t>
            </a:r>
            <a:endParaRPr lang="en-US" dirty="0"/>
          </a:p>
        </p:txBody>
      </p:sp>
      <p:sp>
        <p:nvSpPr>
          <p:cNvPr id="38" name="Text Placeholder 37"/>
          <p:cNvSpPr>
            <a:spLocks noGrp="1"/>
          </p:cNvSpPr>
          <p:nvPr>
            <p:ph type="body" sz="quarter" idx="35" hasCustomPrompt="1"/>
          </p:nvPr>
        </p:nvSpPr>
        <p:spPr>
          <a:xfrm>
            <a:off x="6139567" y="4542790"/>
            <a:ext cx="2226360" cy="1530417"/>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118872" tIns="365760" rIns="0" bIns="0">
            <a:noAutofit/>
          </a:bodyPr>
          <a:lstStyle>
            <a:lvl1pPr marL="0" indent="0" algn="l">
              <a:lnSpc>
                <a:spcPct val="100000"/>
              </a:lnSpc>
              <a:spcBef>
                <a:spcPts val="0"/>
              </a:spcBef>
              <a:buNone/>
              <a:defRPr sz="1800" b="1" i="0" spc="20" baseline="0">
                <a:solidFill>
                  <a:schemeClr val="bg1"/>
                </a:solidFill>
                <a:latin typeface="+mn-lt"/>
              </a:defRPr>
            </a:lvl1pPr>
          </a:lstStyle>
          <a:p>
            <a:pPr lvl="0"/>
            <a:r>
              <a:rPr lang="en-US" dirty="0"/>
              <a:t>Name</a:t>
            </a:r>
          </a:p>
        </p:txBody>
      </p:sp>
      <p:sp>
        <p:nvSpPr>
          <p:cNvPr id="34" name="Text Placeholder 28"/>
          <p:cNvSpPr>
            <a:spLocks noGrp="1"/>
          </p:cNvSpPr>
          <p:nvPr>
            <p:ph type="body" sz="quarter" idx="31" hasCustomPrompt="1"/>
          </p:nvPr>
        </p:nvSpPr>
        <p:spPr>
          <a:xfrm>
            <a:off x="6260967" y="5584541"/>
            <a:ext cx="1943837" cy="347662"/>
          </a:xfrm>
        </p:spPr>
        <p:txBody>
          <a:bodyPr vert="horz" lIns="0" tIns="0" rIns="0" bIns="0" rtlCol="0">
            <a:noAutofit/>
          </a:bodyPr>
          <a:lstStyle>
            <a:lvl1pPr>
              <a:defRPr lang="en-US" sz="1200" spc="20" baseline="0" dirty="0">
                <a:solidFill>
                  <a:schemeClr val="bg1"/>
                </a:solidFill>
              </a:defRPr>
            </a:lvl1pPr>
          </a:lstStyle>
          <a:p>
            <a:pPr marL="0" lvl="0" indent="0">
              <a:lnSpc>
                <a:spcPct val="100000"/>
              </a:lnSpc>
              <a:spcBef>
                <a:spcPts val="0"/>
              </a:spcBef>
              <a:buNone/>
            </a:pPr>
            <a:r>
              <a:rPr lang="en-US" dirty="0"/>
              <a:t>Title</a:t>
            </a:r>
          </a:p>
        </p:txBody>
      </p:sp>
      <p:sp>
        <p:nvSpPr>
          <p:cNvPr id="24" name="Picture Placeholder 23"/>
          <p:cNvSpPr>
            <a:spLocks noGrp="1"/>
          </p:cNvSpPr>
          <p:nvPr>
            <p:ph type="pic" sz="quarter" idx="25"/>
          </p:nvPr>
        </p:nvSpPr>
        <p:spPr>
          <a:xfrm>
            <a:off x="8755158" y="1758108"/>
            <a:ext cx="2226360" cy="2940385"/>
          </a:xfrm>
          <a:solidFill>
            <a:schemeClr val="accent1">
              <a:lumMod val="20000"/>
              <a:lumOff val="80000"/>
            </a:schemeClr>
          </a:solidFill>
        </p:spPr>
        <p:txBody>
          <a:bodyPr anchor="ctr">
            <a:noAutofit/>
          </a:bodyPr>
          <a:lstStyle>
            <a:lvl1pPr marL="0" indent="0" algn="ctr">
              <a:buNone/>
              <a:defRPr sz="1400">
                <a:solidFill>
                  <a:schemeClr val="tx1"/>
                </a:solidFill>
              </a:defRPr>
            </a:lvl1pPr>
          </a:lstStyle>
          <a:p>
            <a:r>
              <a:rPr lang="en-US"/>
              <a:t>Click icon to add picture</a:t>
            </a:r>
            <a:endParaRPr lang="en-US" dirty="0"/>
          </a:p>
        </p:txBody>
      </p:sp>
      <p:sp>
        <p:nvSpPr>
          <p:cNvPr id="39" name="Text Placeholder 38"/>
          <p:cNvSpPr>
            <a:spLocks noGrp="1"/>
          </p:cNvSpPr>
          <p:nvPr>
            <p:ph type="body" sz="quarter" idx="36" hasCustomPrompt="1"/>
          </p:nvPr>
        </p:nvSpPr>
        <p:spPr>
          <a:xfrm>
            <a:off x="8755158" y="4542790"/>
            <a:ext cx="2226360" cy="1530417"/>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118872" tIns="365760" rIns="0" bIns="0">
            <a:noAutofit/>
          </a:bodyPr>
          <a:lstStyle>
            <a:lvl1pPr marL="0" indent="0" algn="l">
              <a:lnSpc>
                <a:spcPct val="100000"/>
              </a:lnSpc>
              <a:spcBef>
                <a:spcPts val="0"/>
              </a:spcBef>
              <a:buNone/>
              <a:defRPr sz="1800" b="1" i="0" spc="20" baseline="0">
                <a:solidFill>
                  <a:schemeClr val="bg1"/>
                </a:solidFill>
                <a:latin typeface="+mn-lt"/>
              </a:defRPr>
            </a:lvl1pPr>
          </a:lstStyle>
          <a:p>
            <a:pPr lvl="0"/>
            <a:r>
              <a:rPr lang="en-US" dirty="0"/>
              <a:t>Name</a:t>
            </a:r>
          </a:p>
        </p:txBody>
      </p:sp>
      <p:sp>
        <p:nvSpPr>
          <p:cNvPr id="36" name="Text Placeholder 28"/>
          <p:cNvSpPr>
            <a:spLocks noGrp="1"/>
          </p:cNvSpPr>
          <p:nvPr>
            <p:ph type="body" sz="quarter" idx="33" hasCustomPrompt="1"/>
          </p:nvPr>
        </p:nvSpPr>
        <p:spPr>
          <a:xfrm>
            <a:off x="8890513" y="5584541"/>
            <a:ext cx="1943837" cy="347662"/>
          </a:xfrm>
        </p:spPr>
        <p:txBody>
          <a:bodyPr vert="horz" lIns="0" tIns="0" rIns="0" bIns="0" rtlCol="0">
            <a:noAutofit/>
          </a:bodyPr>
          <a:lstStyle>
            <a:lvl1pPr>
              <a:defRPr lang="en-US" sz="1200" spc="20" baseline="0" dirty="0">
                <a:solidFill>
                  <a:schemeClr val="bg1"/>
                </a:solidFill>
              </a:defRPr>
            </a:lvl1pPr>
          </a:lstStyle>
          <a:p>
            <a:pPr marL="0" lvl="0" indent="0">
              <a:lnSpc>
                <a:spcPct val="100000"/>
              </a:lnSpc>
              <a:spcBef>
                <a:spcPts val="0"/>
              </a:spcBef>
              <a:buNone/>
            </a:pPr>
            <a:r>
              <a:rPr lang="en-US" dirty="0"/>
              <a:t>Title</a:t>
            </a:r>
          </a:p>
        </p:txBody>
      </p:sp>
      <p:sp>
        <p:nvSpPr>
          <p:cNvPr id="4" name="Footer Placeholder 3"/>
          <p:cNvSpPr>
            <a:spLocks noGrp="1"/>
          </p:cNvSpPr>
          <p:nvPr>
            <p:ph type="ftr" sz="quarter" idx="37"/>
          </p:nvPr>
        </p:nvSpPr>
        <p:spPr/>
        <p:txBody>
          <a:bodyPr/>
          <a:lstStyle/>
          <a:p>
            <a:r>
              <a:rPr lang="en-US" dirty="0"/>
              <a:t>Presentation Title</a:t>
            </a:r>
          </a:p>
        </p:txBody>
      </p:sp>
      <p:sp>
        <p:nvSpPr>
          <p:cNvPr id="5" name="Slide Number Placeholder 4"/>
          <p:cNvSpPr>
            <a:spLocks noGrp="1"/>
          </p:cNvSpPr>
          <p:nvPr>
            <p:ph type="sldNum" sz="quarter" idx="38"/>
          </p:nvPr>
        </p:nvSpPr>
        <p:spPr/>
        <p:txBody>
          <a:bodyPr/>
          <a:lstStyle/>
          <a:p>
            <a:fld id="{09A01C0A-2BB6-49E7-91A3-DCB9F9F59583}"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1" name="Title 1"/>
          <p:cNvSpPr>
            <a:spLocks noGrp="1"/>
          </p:cNvSpPr>
          <p:nvPr>
            <p:ph type="title" hasCustomPrompt="1"/>
          </p:nvPr>
        </p:nvSpPr>
        <p:spPr>
          <a:xfrm>
            <a:off x="850168" y="876301"/>
            <a:ext cx="10122632" cy="652054"/>
          </a:xfrm>
        </p:spPr>
        <p:txBody>
          <a:bodyPr anchor="ctr">
            <a:noAutofit/>
          </a:bodyPr>
          <a:lstStyle>
            <a:lvl1pPr algn="ctr">
              <a:defRPr sz="3600" baseline="0"/>
            </a:lvl1pPr>
          </a:lstStyle>
          <a:p>
            <a:r>
              <a:rPr lang="en-US" dirty="0"/>
              <a:t>CLICK TO EDIT MASTER TITLE</a:t>
            </a:r>
          </a:p>
        </p:txBody>
      </p:sp>
      <p:sp>
        <p:nvSpPr>
          <p:cNvPr id="8" name="Picture Placeholder 23"/>
          <p:cNvSpPr>
            <a:spLocks noGrp="1"/>
          </p:cNvSpPr>
          <p:nvPr>
            <p:ph type="pic" sz="quarter" idx="13"/>
          </p:nvPr>
        </p:nvSpPr>
        <p:spPr>
          <a:xfrm>
            <a:off x="1090665" y="1650517"/>
            <a:ext cx="2000530" cy="1612167"/>
          </a:xfrm>
          <a:solidFill>
            <a:schemeClr val="accent1">
              <a:lumMod val="20000"/>
              <a:lumOff val="80000"/>
            </a:schemeClr>
          </a:solidFill>
        </p:spPr>
        <p:txBody>
          <a:bodyPr anchor="ctr">
            <a:noAutofit/>
          </a:bodyPr>
          <a:lstStyle>
            <a:lvl1pPr marL="0" indent="0" algn="ctr">
              <a:buNone/>
              <a:defRPr sz="1400">
                <a:solidFill>
                  <a:schemeClr val="tx1"/>
                </a:solidFill>
                <a:latin typeface="+mn-lt"/>
              </a:defRPr>
            </a:lvl1pPr>
          </a:lstStyle>
          <a:p>
            <a:r>
              <a:rPr lang="en-US"/>
              <a:t>Click icon to add picture</a:t>
            </a:r>
            <a:endParaRPr lang="en-US" dirty="0"/>
          </a:p>
        </p:txBody>
      </p:sp>
      <p:sp>
        <p:nvSpPr>
          <p:cNvPr id="34" name="Text Placeholder 33"/>
          <p:cNvSpPr>
            <a:spLocks noGrp="1"/>
          </p:cNvSpPr>
          <p:nvPr>
            <p:ph type="body" sz="quarter" idx="37" hasCustomPrompt="1"/>
          </p:nvPr>
        </p:nvSpPr>
        <p:spPr>
          <a:xfrm>
            <a:off x="1088136" y="3136392"/>
            <a:ext cx="2002536" cy="740664"/>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91440" tIns="219456" rIns="0" bIns="0">
            <a:noAutofit/>
          </a:bodyPr>
          <a:lstStyle>
            <a:lvl1pPr marL="0" indent="0" algn="l">
              <a:lnSpc>
                <a:spcPct val="100000"/>
              </a:lnSpc>
              <a:spcBef>
                <a:spcPts val="0"/>
              </a:spcBef>
              <a:buNone/>
              <a:defRPr sz="1400" b="1" i="0" spc="20" baseline="0">
                <a:solidFill>
                  <a:schemeClr val="bg1"/>
                </a:solidFill>
                <a:latin typeface="+mn-lt"/>
              </a:defRPr>
            </a:lvl1pPr>
          </a:lstStyle>
          <a:p>
            <a:pPr lvl="0"/>
            <a:r>
              <a:rPr lang="en-US" dirty="0"/>
              <a:t>Name</a:t>
            </a:r>
          </a:p>
        </p:txBody>
      </p:sp>
      <p:sp>
        <p:nvSpPr>
          <p:cNvPr id="30" name="Text Placeholder 28"/>
          <p:cNvSpPr>
            <a:spLocks noGrp="1"/>
          </p:cNvSpPr>
          <p:nvPr>
            <p:ph type="body" sz="quarter" idx="22" hasCustomPrompt="1"/>
          </p:nvPr>
        </p:nvSpPr>
        <p:spPr>
          <a:xfrm>
            <a:off x="1185312" y="3587657"/>
            <a:ext cx="1833441" cy="217186"/>
          </a:xfrm>
        </p:spPr>
        <p:txBody>
          <a:bodyPr vert="horz" lIns="0" tIns="0" rIns="0" bIns="0" rtlCol="0" anchor="b">
            <a:noAutofit/>
          </a:bodyPr>
          <a:lstStyle>
            <a:lvl1pPr>
              <a:defRPr lang="en-US" sz="1200" spc="20" baseline="0" dirty="0">
                <a:solidFill>
                  <a:schemeClr val="bg1"/>
                </a:solidFill>
                <a:latin typeface="+mn-lt"/>
              </a:defRPr>
            </a:lvl1pPr>
          </a:lstStyle>
          <a:p>
            <a:pPr marL="0" lvl="0" indent="0">
              <a:lnSpc>
                <a:spcPct val="100000"/>
              </a:lnSpc>
              <a:spcBef>
                <a:spcPts val="0"/>
              </a:spcBef>
              <a:buNone/>
            </a:pPr>
            <a:r>
              <a:rPr lang="en-US" dirty="0"/>
              <a:t>Title</a:t>
            </a:r>
          </a:p>
        </p:txBody>
      </p:sp>
      <p:sp>
        <p:nvSpPr>
          <p:cNvPr id="18" name="Picture Placeholder 23"/>
          <p:cNvSpPr>
            <a:spLocks noGrp="1"/>
          </p:cNvSpPr>
          <p:nvPr>
            <p:ph type="pic" sz="quarter" idx="15"/>
          </p:nvPr>
        </p:nvSpPr>
        <p:spPr>
          <a:xfrm>
            <a:off x="3638242" y="1656748"/>
            <a:ext cx="2000530" cy="1612167"/>
          </a:xfrm>
          <a:solidFill>
            <a:schemeClr val="accent1">
              <a:lumMod val="20000"/>
              <a:lumOff val="80000"/>
            </a:schemeClr>
          </a:solidFill>
        </p:spPr>
        <p:txBody>
          <a:bodyPr anchor="ctr">
            <a:noAutofit/>
          </a:bodyPr>
          <a:lstStyle>
            <a:lvl1pPr marL="0" indent="0" algn="ctr">
              <a:buNone/>
              <a:defRPr sz="1400">
                <a:solidFill>
                  <a:schemeClr val="tx1"/>
                </a:solidFill>
                <a:latin typeface="+mn-lt"/>
              </a:defRPr>
            </a:lvl1pPr>
          </a:lstStyle>
          <a:p>
            <a:r>
              <a:rPr lang="en-US"/>
              <a:t>Click icon to add picture</a:t>
            </a:r>
            <a:endParaRPr lang="en-US" dirty="0"/>
          </a:p>
        </p:txBody>
      </p:sp>
      <p:sp>
        <p:nvSpPr>
          <p:cNvPr id="40" name="Text Placeholder 39"/>
          <p:cNvSpPr>
            <a:spLocks noGrp="1"/>
          </p:cNvSpPr>
          <p:nvPr>
            <p:ph type="body" sz="quarter" idx="38" hasCustomPrompt="1"/>
          </p:nvPr>
        </p:nvSpPr>
        <p:spPr>
          <a:xfrm>
            <a:off x="3636236" y="3136392"/>
            <a:ext cx="2002536" cy="740664"/>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91440" tIns="219456" rIns="0" bIns="0">
            <a:noAutofit/>
          </a:bodyPr>
          <a:lstStyle>
            <a:lvl1pPr marL="0" indent="0" algn="l">
              <a:lnSpc>
                <a:spcPct val="100000"/>
              </a:lnSpc>
              <a:spcBef>
                <a:spcPts val="0"/>
              </a:spcBef>
              <a:buNone/>
              <a:defRPr sz="1400" b="1" i="0" spc="20" baseline="0">
                <a:solidFill>
                  <a:schemeClr val="bg1"/>
                </a:solidFill>
                <a:latin typeface="+mn-lt"/>
              </a:defRPr>
            </a:lvl1pPr>
          </a:lstStyle>
          <a:p>
            <a:pPr lvl="0"/>
            <a:r>
              <a:rPr lang="en-US" dirty="0"/>
              <a:t>Name</a:t>
            </a:r>
          </a:p>
        </p:txBody>
      </p:sp>
      <p:sp>
        <p:nvSpPr>
          <p:cNvPr id="36" name="Text Placeholder 28"/>
          <p:cNvSpPr>
            <a:spLocks noGrp="1"/>
          </p:cNvSpPr>
          <p:nvPr>
            <p:ph type="body" sz="quarter" idx="26" hasCustomPrompt="1"/>
          </p:nvPr>
        </p:nvSpPr>
        <p:spPr>
          <a:xfrm>
            <a:off x="3734201" y="3589774"/>
            <a:ext cx="1833441" cy="217186"/>
          </a:xfrm>
        </p:spPr>
        <p:txBody>
          <a:bodyPr vert="horz" lIns="0" tIns="0" rIns="0" bIns="0" rtlCol="0" anchor="b">
            <a:noAutofit/>
          </a:bodyPr>
          <a:lstStyle>
            <a:lvl1pPr>
              <a:defRPr lang="en-US" sz="1200" spc="20" baseline="0" dirty="0">
                <a:solidFill>
                  <a:schemeClr val="bg1"/>
                </a:solidFill>
                <a:latin typeface="+mn-lt"/>
              </a:defRPr>
            </a:lvl1pPr>
          </a:lstStyle>
          <a:p>
            <a:pPr marL="0" lvl="0" indent="0">
              <a:lnSpc>
                <a:spcPct val="100000"/>
              </a:lnSpc>
              <a:spcBef>
                <a:spcPts val="0"/>
              </a:spcBef>
              <a:buNone/>
            </a:pPr>
            <a:r>
              <a:rPr lang="en-US" dirty="0"/>
              <a:t>Title</a:t>
            </a:r>
          </a:p>
        </p:txBody>
      </p:sp>
      <p:sp>
        <p:nvSpPr>
          <p:cNvPr id="19" name="Picture Placeholder 23"/>
          <p:cNvSpPr>
            <a:spLocks noGrp="1"/>
          </p:cNvSpPr>
          <p:nvPr>
            <p:ph type="pic" sz="quarter" idx="16"/>
          </p:nvPr>
        </p:nvSpPr>
        <p:spPr>
          <a:xfrm>
            <a:off x="6185819" y="1662979"/>
            <a:ext cx="2000530" cy="1612167"/>
          </a:xfrm>
          <a:solidFill>
            <a:schemeClr val="accent1">
              <a:lumMod val="20000"/>
              <a:lumOff val="80000"/>
            </a:schemeClr>
          </a:solidFill>
        </p:spPr>
        <p:txBody>
          <a:bodyPr anchor="ctr">
            <a:noAutofit/>
          </a:bodyPr>
          <a:lstStyle>
            <a:lvl1pPr marL="0" indent="0" algn="ctr">
              <a:buNone/>
              <a:defRPr sz="1400">
                <a:solidFill>
                  <a:schemeClr val="tx1"/>
                </a:solidFill>
                <a:latin typeface="+mn-lt"/>
              </a:defRPr>
            </a:lvl1pPr>
          </a:lstStyle>
          <a:p>
            <a:r>
              <a:rPr lang="en-US"/>
              <a:t>Click icon to add picture</a:t>
            </a:r>
            <a:endParaRPr lang="en-US" dirty="0"/>
          </a:p>
        </p:txBody>
      </p:sp>
      <p:sp>
        <p:nvSpPr>
          <p:cNvPr id="43" name="Text Placeholder 42"/>
          <p:cNvSpPr>
            <a:spLocks noGrp="1"/>
          </p:cNvSpPr>
          <p:nvPr>
            <p:ph type="body" sz="quarter" idx="39" hasCustomPrompt="1"/>
          </p:nvPr>
        </p:nvSpPr>
        <p:spPr>
          <a:xfrm>
            <a:off x="6183813" y="3136392"/>
            <a:ext cx="2002536" cy="740664"/>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91440" tIns="219456" rIns="0" bIns="0">
            <a:noAutofit/>
          </a:bodyPr>
          <a:lstStyle>
            <a:lvl1pPr marL="0" indent="0" algn="l">
              <a:lnSpc>
                <a:spcPct val="100000"/>
              </a:lnSpc>
              <a:spcBef>
                <a:spcPts val="0"/>
              </a:spcBef>
              <a:buNone/>
              <a:defRPr sz="1400" b="1" i="0" spc="20" baseline="0">
                <a:solidFill>
                  <a:schemeClr val="bg1"/>
                </a:solidFill>
                <a:latin typeface="+mn-lt"/>
              </a:defRPr>
            </a:lvl1pPr>
          </a:lstStyle>
          <a:p>
            <a:pPr lvl="0"/>
            <a:r>
              <a:rPr lang="en-US" dirty="0"/>
              <a:t>Name</a:t>
            </a:r>
          </a:p>
        </p:txBody>
      </p:sp>
      <p:sp>
        <p:nvSpPr>
          <p:cNvPr id="39" name="Text Placeholder 28"/>
          <p:cNvSpPr>
            <a:spLocks noGrp="1"/>
          </p:cNvSpPr>
          <p:nvPr>
            <p:ph type="body" sz="quarter" idx="28" hasCustomPrompt="1"/>
          </p:nvPr>
        </p:nvSpPr>
        <p:spPr>
          <a:xfrm>
            <a:off x="6283090" y="3594007"/>
            <a:ext cx="1833441" cy="217186"/>
          </a:xfrm>
        </p:spPr>
        <p:txBody>
          <a:bodyPr vert="horz" lIns="0" tIns="0" rIns="0" bIns="0" rtlCol="0" anchor="b">
            <a:noAutofit/>
          </a:bodyPr>
          <a:lstStyle>
            <a:lvl1pPr>
              <a:defRPr lang="en-US" sz="1200" spc="20" baseline="0" dirty="0">
                <a:solidFill>
                  <a:schemeClr val="bg1"/>
                </a:solidFill>
                <a:latin typeface="+mn-lt"/>
              </a:defRPr>
            </a:lvl1pPr>
          </a:lstStyle>
          <a:p>
            <a:pPr marL="0" lvl="0" indent="0">
              <a:lnSpc>
                <a:spcPct val="100000"/>
              </a:lnSpc>
              <a:spcBef>
                <a:spcPts val="0"/>
              </a:spcBef>
              <a:buNone/>
            </a:pPr>
            <a:r>
              <a:rPr lang="en-US" dirty="0"/>
              <a:t>Title</a:t>
            </a:r>
          </a:p>
        </p:txBody>
      </p:sp>
      <p:sp>
        <p:nvSpPr>
          <p:cNvPr id="17" name="Picture Placeholder 23"/>
          <p:cNvSpPr>
            <a:spLocks noGrp="1"/>
          </p:cNvSpPr>
          <p:nvPr>
            <p:ph type="pic" sz="quarter" idx="14"/>
          </p:nvPr>
        </p:nvSpPr>
        <p:spPr>
          <a:xfrm>
            <a:off x="8733396" y="1669209"/>
            <a:ext cx="2000530" cy="1612167"/>
          </a:xfrm>
          <a:solidFill>
            <a:schemeClr val="accent1">
              <a:lumMod val="20000"/>
              <a:lumOff val="80000"/>
            </a:schemeClr>
          </a:solidFill>
        </p:spPr>
        <p:txBody>
          <a:bodyPr anchor="ctr">
            <a:noAutofit/>
          </a:bodyPr>
          <a:lstStyle>
            <a:lvl1pPr marL="0" indent="0" algn="ctr">
              <a:buNone/>
              <a:defRPr sz="1400">
                <a:solidFill>
                  <a:schemeClr val="tx1"/>
                </a:solidFill>
                <a:latin typeface="+mn-lt"/>
              </a:defRPr>
            </a:lvl1pPr>
          </a:lstStyle>
          <a:p>
            <a:r>
              <a:rPr lang="en-US"/>
              <a:t>Click icon to add picture</a:t>
            </a:r>
            <a:endParaRPr lang="en-US" dirty="0"/>
          </a:p>
        </p:txBody>
      </p:sp>
      <p:sp>
        <p:nvSpPr>
          <p:cNvPr id="46" name="Text Placeholder 45"/>
          <p:cNvSpPr>
            <a:spLocks noGrp="1"/>
          </p:cNvSpPr>
          <p:nvPr>
            <p:ph type="body" sz="quarter" idx="40" hasCustomPrompt="1"/>
          </p:nvPr>
        </p:nvSpPr>
        <p:spPr>
          <a:xfrm>
            <a:off x="8731390" y="3136392"/>
            <a:ext cx="2002536" cy="740664"/>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91440" tIns="219456" rIns="0" bIns="0">
            <a:noAutofit/>
          </a:bodyPr>
          <a:lstStyle>
            <a:lvl1pPr marL="0" indent="0" algn="l">
              <a:lnSpc>
                <a:spcPct val="100000"/>
              </a:lnSpc>
              <a:spcBef>
                <a:spcPts val="0"/>
              </a:spcBef>
              <a:buNone/>
              <a:defRPr sz="1400" b="1" i="0" spc="20" baseline="0">
                <a:solidFill>
                  <a:schemeClr val="bg1"/>
                </a:solidFill>
                <a:latin typeface="+mn-lt"/>
              </a:defRPr>
            </a:lvl1pPr>
          </a:lstStyle>
          <a:p>
            <a:pPr lvl="0"/>
            <a:r>
              <a:rPr lang="en-US" dirty="0"/>
              <a:t>Name</a:t>
            </a:r>
          </a:p>
        </p:txBody>
      </p:sp>
      <p:sp>
        <p:nvSpPr>
          <p:cNvPr id="42" name="Text Placeholder 28"/>
          <p:cNvSpPr>
            <a:spLocks noGrp="1"/>
          </p:cNvSpPr>
          <p:nvPr>
            <p:ph type="body" sz="quarter" idx="30" hasCustomPrompt="1"/>
          </p:nvPr>
        </p:nvSpPr>
        <p:spPr>
          <a:xfrm>
            <a:off x="8831978" y="3591891"/>
            <a:ext cx="1833441" cy="217186"/>
          </a:xfrm>
        </p:spPr>
        <p:txBody>
          <a:bodyPr vert="horz" lIns="0" tIns="0" rIns="0" bIns="0" rtlCol="0" anchor="b">
            <a:noAutofit/>
          </a:bodyPr>
          <a:lstStyle>
            <a:lvl1pPr>
              <a:defRPr lang="en-US" sz="1200" spc="20" baseline="0" dirty="0">
                <a:solidFill>
                  <a:schemeClr val="bg1"/>
                </a:solidFill>
                <a:latin typeface="+mn-lt"/>
              </a:defRPr>
            </a:lvl1pPr>
          </a:lstStyle>
          <a:p>
            <a:pPr marL="0" lvl="0" indent="0">
              <a:lnSpc>
                <a:spcPct val="100000"/>
              </a:lnSpc>
              <a:spcBef>
                <a:spcPts val="0"/>
              </a:spcBef>
              <a:buNone/>
            </a:pPr>
            <a:r>
              <a:rPr lang="en-US" dirty="0"/>
              <a:t>Title</a:t>
            </a:r>
          </a:p>
        </p:txBody>
      </p:sp>
      <p:sp>
        <p:nvSpPr>
          <p:cNvPr id="24" name="Picture Placeholder 23"/>
          <p:cNvSpPr>
            <a:spLocks noGrp="1"/>
          </p:cNvSpPr>
          <p:nvPr>
            <p:ph type="pic" sz="quarter" idx="17"/>
          </p:nvPr>
        </p:nvSpPr>
        <p:spPr>
          <a:xfrm>
            <a:off x="1090665" y="4221285"/>
            <a:ext cx="2000530" cy="1612167"/>
          </a:xfrm>
          <a:solidFill>
            <a:schemeClr val="accent1">
              <a:lumMod val="20000"/>
              <a:lumOff val="80000"/>
            </a:schemeClr>
          </a:solidFill>
        </p:spPr>
        <p:txBody>
          <a:bodyPr anchor="ctr">
            <a:noAutofit/>
          </a:bodyPr>
          <a:lstStyle>
            <a:lvl1pPr marL="0" indent="0" algn="ctr">
              <a:buNone/>
              <a:defRPr sz="1400">
                <a:solidFill>
                  <a:schemeClr val="tx1"/>
                </a:solidFill>
                <a:latin typeface="+mn-lt"/>
              </a:defRPr>
            </a:lvl1pPr>
          </a:lstStyle>
          <a:p>
            <a:r>
              <a:rPr lang="en-US"/>
              <a:t>Click icon to add picture</a:t>
            </a:r>
            <a:endParaRPr lang="en-US" dirty="0"/>
          </a:p>
        </p:txBody>
      </p:sp>
      <p:sp>
        <p:nvSpPr>
          <p:cNvPr id="49" name="Text Placeholder 48"/>
          <p:cNvSpPr>
            <a:spLocks noGrp="1"/>
          </p:cNvSpPr>
          <p:nvPr>
            <p:ph type="body" sz="quarter" idx="41" hasCustomPrompt="1"/>
          </p:nvPr>
        </p:nvSpPr>
        <p:spPr>
          <a:xfrm>
            <a:off x="1088136" y="5687568"/>
            <a:ext cx="2002536" cy="740664"/>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91440" tIns="219456" rIns="0" bIns="0">
            <a:noAutofit/>
          </a:bodyPr>
          <a:lstStyle>
            <a:lvl1pPr marL="0" indent="0" algn="l">
              <a:lnSpc>
                <a:spcPct val="100000"/>
              </a:lnSpc>
              <a:spcBef>
                <a:spcPts val="0"/>
              </a:spcBef>
              <a:buNone/>
              <a:defRPr sz="1400" b="1" i="0" spc="20" baseline="0">
                <a:solidFill>
                  <a:schemeClr val="bg1"/>
                </a:solidFill>
                <a:latin typeface="+mn-lt"/>
              </a:defRPr>
            </a:lvl1pPr>
          </a:lstStyle>
          <a:p>
            <a:pPr lvl="0"/>
            <a:r>
              <a:rPr lang="en-US" dirty="0"/>
              <a:t>Name</a:t>
            </a:r>
          </a:p>
        </p:txBody>
      </p:sp>
      <p:sp>
        <p:nvSpPr>
          <p:cNvPr id="33" name="Text Placeholder 28"/>
          <p:cNvSpPr>
            <a:spLocks noGrp="1"/>
          </p:cNvSpPr>
          <p:nvPr>
            <p:ph type="body" sz="quarter" idx="24" hasCustomPrompt="1"/>
          </p:nvPr>
        </p:nvSpPr>
        <p:spPr>
          <a:xfrm>
            <a:off x="1185312" y="6150401"/>
            <a:ext cx="1833441" cy="217186"/>
          </a:xfrm>
        </p:spPr>
        <p:txBody>
          <a:bodyPr vert="horz" lIns="0" tIns="0" rIns="0" bIns="0" rtlCol="0" anchor="b">
            <a:noAutofit/>
          </a:bodyPr>
          <a:lstStyle>
            <a:lvl1pPr>
              <a:defRPr lang="en-US" sz="1200" spc="20" baseline="0" dirty="0">
                <a:solidFill>
                  <a:schemeClr val="bg1"/>
                </a:solidFill>
                <a:latin typeface="+mn-lt"/>
              </a:defRPr>
            </a:lvl1pPr>
          </a:lstStyle>
          <a:p>
            <a:pPr marL="0" lvl="0" indent="0">
              <a:lnSpc>
                <a:spcPct val="100000"/>
              </a:lnSpc>
              <a:spcBef>
                <a:spcPts val="0"/>
              </a:spcBef>
              <a:buNone/>
            </a:pPr>
            <a:r>
              <a:rPr lang="en-US" dirty="0"/>
              <a:t>Title</a:t>
            </a:r>
          </a:p>
        </p:txBody>
      </p:sp>
      <p:sp>
        <p:nvSpPr>
          <p:cNvPr id="26" name="Picture Placeholder 23"/>
          <p:cNvSpPr>
            <a:spLocks noGrp="1"/>
          </p:cNvSpPr>
          <p:nvPr>
            <p:ph type="pic" sz="quarter" idx="19"/>
          </p:nvPr>
        </p:nvSpPr>
        <p:spPr>
          <a:xfrm>
            <a:off x="3638242" y="4218973"/>
            <a:ext cx="2000530" cy="1612167"/>
          </a:xfrm>
          <a:solidFill>
            <a:schemeClr val="accent1">
              <a:lumMod val="20000"/>
              <a:lumOff val="80000"/>
            </a:schemeClr>
          </a:solidFill>
        </p:spPr>
        <p:txBody>
          <a:bodyPr anchor="ctr">
            <a:noAutofit/>
          </a:bodyPr>
          <a:lstStyle>
            <a:lvl1pPr marL="0" indent="0" algn="ctr">
              <a:buNone/>
              <a:defRPr sz="1400">
                <a:solidFill>
                  <a:schemeClr val="tx1"/>
                </a:solidFill>
                <a:latin typeface="+mn-lt"/>
              </a:defRPr>
            </a:lvl1pPr>
          </a:lstStyle>
          <a:p>
            <a:r>
              <a:rPr lang="en-US"/>
              <a:t>Click icon to add picture</a:t>
            </a:r>
            <a:endParaRPr lang="en-US" dirty="0"/>
          </a:p>
        </p:txBody>
      </p:sp>
      <p:sp>
        <p:nvSpPr>
          <p:cNvPr id="52" name="Text Placeholder 51"/>
          <p:cNvSpPr>
            <a:spLocks noGrp="1"/>
          </p:cNvSpPr>
          <p:nvPr>
            <p:ph type="body" sz="quarter" idx="42" hasCustomPrompt="1"/>
          </p:nvPr>
        </p:nvSpPr>
        <p:spPr>
          <a:xfrm>
            <a:off x="3636236" y="5687568"/>
            <a:ext cx="2002536" cy="740664"/>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91440" tIns="219456" rIns="0" bIns="0">
            <a:noAutofit/>
          </a:bodyPr>
          <a:lstStyle>
            <a:lvl1pPr marL="0" indent="0" algn="l">
              <a:lnSpc>
                <a:spcPct val="100000"/>
              </a:lnSpc>
              <a:spcBef>
                <a:spcPts val="0"/>
              </a:spcBef>
              <a:buNone/>
              <a:defRPr sz="1400" b="1" i="0" spc="20" baseline="0">
                <a:solidFill>
                  <a:schemeClr val="bg1"/>
                </a:solidFill>
                <a:latin typeface="+mn-lt"/>
              </a:defRPr>
            </a:lvl1pPr>
          </a:lstStyle>
          <a:p>
            <a:pPr lvl="0"/>
            <a:r>
              <a:rPr lang="en-US" dirty="0"/>
              <a:t>Name</a:t>
            </a:r>
          </a:p>
        </p:txBody>
      </p:sp>
      <p:sp>
        <p:nvSpPr>
          <p:cNvPr id="45" name="Text Placeholder 28"/>
          <p:cNvSpPr>
            <a:spLocks noGrp="1"/>
          </p:cNvSpPr>
          <p:nvPr>
            <p:ph type="body" sz="quarter" idx="32" hasCustomPrompt="1"/>
          </p:nvPr>
        </p:nvSpPr>
        <p:spPr>
          <a:xfrm>
            <a:off x="3734201" y="6151618"/>
            <a:ext cx="1833441" cy="217186"/>
          </a:xfrm>
        </p:spPr>
        <p:txBody>
          <a:bodyPr vert="horz" lIns="0" tIns="0" rIns="0" bIns="0" rtlCol="0" anchor="b">
            <a:noAutofit/>
          </a:bodyPr>
          <a:lstStyle>
            <a:lvl1pPr>
              <a:defRPr lang="en-US" sz="1200" spc="20" baseline="0" dirty="0">
                <a:solidFill>
                  <a:schemeClr val="bg1"/>
                </a:solidFill>
                <a:latin typeface="+mn-lt"/>
              </a:defRPr>
            </a:lvl1pPr>
          </a:lstStyle>
          <a:p>
            <a:pPr marL="0" lvl="0" indent="0">
              <a:lnSpc>
                <a:spcPct val="100000"/>
              </a:lnSpc>
              <a:spcBef>
                <a:spcPts val="0"/>
              </a:spcBef>
              <a:buNone/>
            </a:pPr>
            <a:r>
              <a:rPr lang="en-US" dirty="0"/>
              <a:t>Title</a:t>
            </a:r>
          </a:p>
        </p:txBody>
      </p:sp>
      <p:sp>
        <p:nvSpPr>
          <p:cNvPr id="27" name="Picture Placeholder 23"/>
          <p:cNvSpPr>
            <a:spLocks noGrp="1"/>
          </p:cNvSpPr>
          <p:nvPr>
            <p:ph type="pic" sz="quarter" idx="20"/>
          </p:nvPr>
        </p:nvSpPr>
        <p:spPr>
          <a:xfrm>
            <a:off x="6185819" y="4220129"/>
            <a:ext cx="2000530" cy="1612167"/>
          </a:xfrm>
          <a:solidFill>
            <a:schemeClr val="accent1">
              <a:lumMod val="20000"/>
              <a:lumOff val="80000"/>
            </a:schemeClr>
          </a:solidFill>
        </p:spPr>
        <p:txBody>
          <a:bodyPr anchor="ctr">
            <a:noAutofit/>
          </a:bodyPr>
          <a:lstStyle>
            <a:lvl1pPr marL="0" indent="0" algn="ctr">
              <a:buNone/>
              <a:defRPr sz="1400">
                <a:solidFill>
                  <a:schemeClr val="tx1"/>
                </a:solidFill>
                <a:latin typeface="+mn-lt"/>
              </a:defRPr>
            </a:lvl1pPr>
          </a:lstStyle>
          <a:p>
            <a:r>
              <a:rPr lang="en-US"/>
              <a:t>Click icon to add picture</a:t>
            </a:r>
            <a:endParaRPr lang="en-US" dirty="0"/>
          </a:p>
        </p:txBody>
      </p:sp>
      <p:sp>
        <p:nvSpPr>
          <p:cNvPr id="53" name="Text Placeholder 52"/>
          <p:cNvSpPr>
            <a:spLocks noGrp="1"/>
          </p:cNvSpPr>
          <p:nvPr>
            <p:ph type="body" sz="quarter" idx="43" hasCustomPrompt="1"/>
          </p:nvPr>
        </p:nvSpPr>
        <p:spPr>
          <a:xfrm>
            <a:off x="6183813" y="5687568"/>
            <a:ext cx="2002536" cy="740664"/>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91440" tIns="219456" rIns="0" bIns="0">
            <a:noAutofit/>
          </a:bodyPr>
          <a:lstStyle>
            <a:lvl1pPr marL="0" indent="0" algn="l">
              <a:lnSpc>
                <a:spcPct val="100000"/>
              </a:lnSpc>
              <a:spcBef>
                <a:spcPts val="0"/>
              </a:spcBef>
              <a:buNone/>
              <a:defRPr sz="1400" b="1" i="0" spc="20" baseline="0">
                <a:solidFill>
                  <a:schemeClr val="bg1"/>
                </a:solidFill>
                <a:latin typeface="+mn-lt"/>
              </a:defRPr>
            </a:lvl1pPr>
          </a:lstStyle>
          <a:p>
            <a:pPr lvl="0"/>
            <a:r>
              <a:rPr lang="en-US" dirty="0"/>
              <a:t>Name</a:t>
            </a:r>
          </a:p>
        </p:txBody>
      </p:sp>
      <p:sp>
        <p:nvSpPr>
          <p:cNvPr id="48" name="Text Placeholder 28"/>
          <p:cNvSpPr>
            <a:spLocks noGrp="1"/>
          </p:cNvSpPr>
          <p:nvPr>
            <p:ph type="body" sz="quarter" idx="34" hasCustomPrompt="1"/>
          </p:nvPr>
        </p:nvSpPr>
        <p:spPr>
          <a:xfrm>
            <a:off x="6283090" y="6149184"/>
            <a:ext cx="1833441" cy="217186"/>
          </a:xfrm>
        </p:spPr>
        <p:txBody>
          <a:bodyPr vert="horz" lIns="0" tIns="0" rIns="0" bIns="0" rtlCol="0" anchor="b">
            <a:noAutofit/>
          </a:bodyPr>
          <a:lstStyle>
            <a:lvl1pPr>
              <a:defRPr lang="en-US" sz="1200" spc="20" baseline="0" dirty="0">
                <a:solidFill>
                  <a:schemeClr val="bg1"/>
                </a:solidFill>
                <a:latin typeface="+mn-lt"/>
              </a:defRPr>
            </a:lvl1pPr>
          </a:lstStyle>
          <a:p>
            <a:pPr marL="0" lvl="0" indent="0">
              <a:lnSpc>
                <a:spcPct val="100000"/>
              </a:lnSpc>
              <a:spcBef>
                <a:spcPts val="0"/>
              </a:spcBef>
              <a:buNone/>
            </a:pPr>
            <a:r>
              <a:rPr lang="en-US" dirty="0"/>
              <a:t>Title</a:t>
            </a:r>
          </a:p>
        </p:txBody>
      </p:sp>
      <p:sp>
        <p:nvSpPr>
          <p:cNvPr id="25" name="Picture Placeholder 23"/>
          <p:cNvSpPr>
            <a:spLocks noGrp="1"/>
          </p:cNvSpPr>
          <p:nvPr>
            <p:ph type="pic" sz="quarter" idx="18"/>
          </p:nvPr>
        </p:nvSpPr>
        <p:spPr>
          <a:xfrm>
            <a:off x="8733396" y="4222440"/>
            <a:ext cx="2000530" cy="1612167"/>
          </a:xfrm>
          <a:solidFill>
            <a:schemeClr val="accent1">
              <a:lumMod val="20000"/>
              <a:lumOff val="80000"/>
            </a:schemeClr>
          </a:solidFill>
        </p:spPr>
        <p:txBody>
          <a:bodyPr anchor="ctr">
            <a:noAutofit/>
          </a:bodyPr>
          <a:lstStyle>
            <a:lvl1pPr marL="0" indent="0" algn="ctr">
              <a:buNone/>
              <a:defRPr sz="1400">
                <a:solidFill>
                  <a:schemeClr val="tx1"/>
                </a:solidFill>
                <a:latin typeface="+mn-lt"/>
              </a:defRPr>
            </a:lvl1pPr>
          </a:lstStyle>
          <a:p>
            <a:r>
              <a:rPr lang="en-US"/>
              <a:t>Click icon to add picture</a:t>
            </a:r>
            <a:endParaRPr lang="en-US" dirty="0"/>
          </a:p>
        </p:txBody>
      </p:sp>
      <p:sp>
        <p:nvSpPr>
          <p:cNvPr id="54" name="Text Placeholder 53"/>
          <p:cNvSpPr>
            <a:spLocks noGrp="1"/>
          </p:cNvSpPr>
          <p:nvPr>
            <p:ph type="body" sz="quarter" idx="44" hasCustomPrompt="1"/>
          </p:nvPr>
        </p:nvSpPr>
        <p:spPr>
          <a:xfrm>
            <a:off x="8731390" y="5687568"/>
            <a:ext cx="2002536" cy="740664"/>
          </a:xfrm>
          <a:custGeom>
            <a:avLst/>
            <a:gdLst>
              <a:gd name="connsiteX0" fmla="*/ 0 w 2226360"/>
              <a:gd name="connsiteY0" fmla="*/ 0 h 1530417"/>
              <a:gd name="connsiteX1" fmla="*/ 2226360 w 2226360"/>
              <a:gd name="connsiteY1" fmla="*/ 0 h 1530417"/>
              <a:gd name="connsiteX2" fmla="*/ 2226360 w 2226360"/>
              <a:gd name="connsiteY2" fmla="*/ 1530417 h 1530417"/>
              <a:gd name="connsiteX3" fmla="*/ 0 w 2226360"/>
              <a:gd name="connsiteY3" fmla="*/ 1530417 h 1530417"/>
            </a:gdLst>
            <a:ahLst/>
            <a:cxnLst>
              <a:cxn ang="0">
                <a:pos x="connsiteX0" y="connsiteY0"/>
              </a:cxn>
              <a:cxn ang="0">
                <a:pos x="connsiteX1" y="connsiteY1"/>
              </a:cxn>
              <a:cxn ang="0">
                <a:pos x="connsiteX2" y="connsiteY2"/>
              </a:cxn>
              <a:cxn ang="0">
                <a:pos x="connsiteX3" y="connsiteY3"/>
              </a:cxn>
            </a:cxnLst>
            <a:rect l="l" t="t" r="r" b="b"/>
            <a:pathLst>
              <a:path w="2226360" h="1530417">
                <a:moveTo>
                  <a:pt x="0" y="0"/>
                </a:moveTo>
                <a:lnTo>
                  <a:pt x="2226360" y="0"/>
                </a:lnTo>
                <a:lnTo>
                  <a:pt x="2226360" y="1530417"/>
                </a:lnTo>
                <a:lnTo>
                  <a:pt x="0" y="1530417"/>
                </a:lnTo>
                <a:close/>
              </a:path>
            </a:pathLst>
          </a:custGeom>
          <a:solidFill>
            <a:schemeClr val="accent1">
              <a:alpha val="85000"/>
            </a:schemeClr>
          </a:solidFill>
        </p:spPr>
        <p:txBody>
          <a:bodyPr wrap="square" lIns="91440" tIns="219456" rIns="0" bIns="0">
            <a:noAutofit/>
          </a:bodyPr>
          <a:lstStyle>
            <a:lvl1pPr marL="0" indent="0" algn="l">
              <a:lnSpc>
                <a:spcPct val="100000"/>
              </a:lnSpc>
              <a:spcBef>
                <a:spcPts val="0"/>
              </a:spcBef>
              <a:buNone/>
              <a:defRPr sz="1400" b="1" i="0" spc="20" baseline="0">
                <a:solidFill>
                  <a:schemeClr val="bg1"/>
                </a:solidFill>
                <a:latin typeface="+mn-lt"/>
              </a:defRPr>
            </a:lvl1pPr>
          </a:lstStyle>
          <a:p>
            <a:pPr lvl="0"/>
            <a:r>
              <a:rPr lang="en-US" dirty="0"/>
              <a:t>Name</a:t>
            </a:r>
          </a:p>
        </p:txBody>
      </p:sp>
      <p:sp>
        <p:nvSpPr>
          <p:cNvPr id="51" name="Text Placeholder 28"/>
          <p:cNvSpPr>
            <a:spLocks noGrp="1"/>
          </p:cNvSpPr>
          <p:nvPr>
            <p:ph type="body" sz="quarter" idx="36" hasCustomPrompt="1"/>
          </p:nvPr>
        </p:nvSpPr>
        <p:spPr>
          <a:xfrm>
            <a:off x="8831978" y="6152835"/>
            <a:ext cx="1833441" cy="217186"/>
          </a:xfrm>
        </p:spPr>
        <p:txBody>
          <a:bodyPr vert="horz" lIns="0" tIns="0" rIns="0" bIns="0" rtlCol="0" anchor="b">
            <a:noAutofit/>
          </a:bodyPr>
          <a:lstStyle>
            <a:lvl1pPr>
              <a:defRPr lang="en-US" sz="1200" spc="20" baseline="0" dirty="0">
                <a:solidFill>
                  <a:schemeClr val="bg1"/>
                </a:solidFill>
                <a:latin typeface="+mn-lt"/>
              </a:defRPr>
            </a:lvl1pPr>
          </a:lstStyle>
          <a:p>
            <a:pPr marL="0" lvl="0" indent="0">
              <a:lnSpc>
                <a:spcPct val="100000"/>
              </a:lnSpc>
              <a:spcBef>
                <a:spcPts val="0"/>
              </a:spcBef>
              <a:buNone/>
            </a:pPr>
            <a:r>
              <a:rPr lang="en-US" dirty="0"/>
              <a:t>Title</a:t>
            </a:r>
          </a:p>
        </p:txBody>
      </p:sp>
      <p:sp>
        <p:nvSpPr>
          <p:cNvPr id="2" name="Footer Placeholder 1"/>
          <p:cNvSpPr>
            <a:spLocks noGrp="1"/>
          </p:cNvSpPr>
          <p:nvPr>
            <p:ph type="ftr" sz="quarter" idx="45"/>
          </p:nvPr>
        </p:nvSpPr>
        <p:spPr/>
        <p:txBody>
          <a:bodyPr/>
          <a:lstStyle/>
          <a:p>
            <a:r>
              <a:rPr lang="en-US" dirty="0"/>
              <a:t>Presentation Title</a:t>
            </a:r>
          </a:p>
        </p:txBody>
      </p:sp>
      <p:sp>
        <p:nvSpPr>
          <p:cNvPr id="3" name="Slide Number Placeholder 2"/>
          <p:cNvSpPr>
            <a:spLocks noGrp="1"/>
          </p:cNvSpPr>
          <p:nvPr>
            <p:ph type="sldNum" sz="quarter" idx="46"/>
          </p:nvPr>
        </p:nvSpPr>
        <p:spPr/>
        <p:txBody>
          <a:bodyPr/>
          <a:lstStyle/>
          <a:p>
            <a:fld id="{09A01C0A-2BB6-49E7-91A3-DCB9F9F59583}"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1" name="Title 21"/>
          <p:cNvSpPr>
            <a:spLocks noGrp="1"/>
          </p:cNvSpPr>
          <p:nvPr>
            <p:ph type="title" hasCustomPrompt="1"/>
          </p:nvPr>
        </p:nvSpPr>
        <p:spPr>
          <a:xfrm>
            <a:off x="847384" y="884982"/>
            <a:ext cx="5744335" cy="979204"/>
          </a:xfrm>
        </p:spPr>
        <p:txBody>
          <a:bodyPr lIns="0" tIns="0" rIns="0" bIns="0" anchor="t">
            <a:noAutofit/>
          </a:bodyPr>
          <a:lstStyle>
            <a:lvl1pPr>
              <a:defRPr sz="3600" cap="all" baseline="0"/>
            </a:lvl1pPr>
          </a:lstStyle>
          <a:p>
            <a:r>
              <a:rPr lang="en-US" dirty="0"/>
              <a:t>CLICK TO EDIT MASTER TITLE</a:t>
            </a:r>
          </a:p>
        </p:txBody>
      </p:sp>
      <p:sp>
        <p:nvSpPr>
          <p:cNvPr id="15" name="Text Placeholder 28"/>
          <p:cNvSpPr>
            <a:spLocks noGrp="1"/>
          </p:cNvSpPr>
          <p:nvPr>
            <p:ph type="body" sz="quarter" idx="31" hasCustomPrompt="1"/>
          </p:nvPr>
        </p:nvSpPr>
        <p:spPr>
          <a:xfrm>
            <a:off x="852790" y="1864186"/>
            <a:ext cx="5753520" cy="631867"/>
          </a:xfrm>
        </p:spPr>
        <p:txBody>
          <a:bodyPr lIns="0" tIns="0" rIns="0" bIns="0" anchor="b">
            <a:noAutofit/>
          </a:bodyPr>
          <a:lstStyle>
            <a:lvl1pPr marL="0" indent="0" algn="l">
              <a:lnSpc>
                <a:spcPct val="100000"/>
              </a:lnSpc>
              <a:spcBef>
                <a:spcPts val="0"/>
              </a:spcBef>
              <a:buNone/>
              <a:defRPr lang="en-US" sz="2000" b="1" i="0" kern="1200" cap="all" spc="300" baseline="0" dirty="0">
                <a:solidFill>
                  <a:schemeClr val="tx1"/>
                </a:solidFill>
                <a:latin typeface="+mj-lt"/>
                <a:ea typeface="+mn-ea"/>
                <a:cs typeface="Arial Black" panose="020B0A04020102020204" pitchFamily="34" charset="0"/>
              </a:defRPr>
            </a:lvl1pPr>
          </a:lstStyle>
          <a:p>
            <a:r>
              <a:rPr lang="en-US" dirty="0"/>
              <a:t>CLICK TO EDIT MASTER SUBTITLE STYLE</a:t>
            </a:r>
          </a:p>
        </p:txBody>
      </p:sp>
      <p:sp>
        <p:nvSpPr>
          <p:cNvPr id="40" name="Text Placeholder 28"/>
          <p:cNvSpPr>
            <a:spLocks noGrp="1"/>
          </p:cNvSpPr>
          <p:nvPr>
            <p:ph type="body" sz="quarter" idx="29" hasCustomPrompt="1"/>
          </p:nvPr>
        </p:nvSpPr>
        <p:spPr>
          <a:xfrm>
            <a:off x="851805" y="2553205"/>
            <a:ext cx="5257800" cy="1311566"/>
          </a:xfrm>
        </p:spPr>
        <p:txBody>
          <a:bodyPr vert="horz" lIns="0" tIns="0" rIns="0" bIns="0" rtlCol="0">
            <a:noAutofit/>
          </a:bodyPr>
          <a:lstStyle>
            <a:lvl1pPr marL="0" indent="0">
              <a:buFont typeface="Arial" panose="020B0604020202020204" pitchFamily="34" charset="0"/>
              <a:buChar char="•"/>
              <a:defRPr lang="en-US" sz="1400" spc="0" baseline="0" dirty="0"/>
            </a:lvl1pPr>
          </a:lstStyle>
          <a:p>
            <a:pPr marL="285750" lvl="0" indent="-285750">
              <a:lnSpc>
                <a:spcPct val="100000"/>
              </a:lnSpc>
              <a:spcBef>
                <a:spcPts val="0"/>
              </a:spcBef>
            </a:pPr>
            <a:r>
              <a:rPr lang="en-US" dirty="0"/>
              <a:t>Second level</a:t>
            </a:r>
          </a:p>
          <a:p>
            <a:pPr marL="285750" lvl="0" indent="-285750">
              <a:lnSpc>
                <a:spcPct val="100000"/>
              </a:lnSpc>
              <a:spcBef>
                <a:spcPts val="0"/>
              </a:spcBef>
            </a:pPr>
            <a:endParaRPr lang="en-US" dirty="0"/>
          </a:p>
        </p:txBody>
      </p:sp>
      <p:sp>
        <p:nvSpPr>
          <p:cNvPr id="20" name="Text Placeholder 28"/>
          <p:cNvSpPr>
            <a:spLocks noGrp="1"/>
          </p:cNvSpPr>
          <p:nvPr>
            <p:ph type="body" sz="quarter" idx="33" hasCustomPrompt="1"/>
          </p:nvPr>
        </p:nvSpPr>
        <p:spPr>
          <a:xfrm>
            <a:off x="852790" y="4057317"/>
            <a:ext cx="5753520" cy="631867"/>
          </a:xfrm>
        </p:spPr>
        <p:txBody>
          <a:bodyPr lIns="0" tIns="0" rIns="0" bIns="0" anchor="b">
            <a:noAutofit/>
          </a:bodyPr>
          <a:lstStyle>
            <a:lvl1pPr marL="0" indent="0" algn="l">
              <a:lnSpc>
                <a:spcPct val="100000"/>
              </a:lnSpc>
              <a:spcBef>
                <a:spcPts val="0"/>
              </a:spcBef>
              <a:buNone/>
              <a:defRPr lang="en-US" sz="2000" b="1" i="0" kern="1200" cap="all" spc="300" baseline="0" dirty="0">
                <a:solidFill>
                  <a:schemeClr val="tx1"/>
                </a:solidFill>
                <a:latin typeface="+mj-lt"/>
                <a:ea typeface="+mn-ea"/>
                <a:cs typeface="Arial Black" panose="020B0A04020102020204" pitchFamily="34" charset="0"/>
              </a:defRPr>
            </a:lvl1pPr>
          </a:lstStyle>
          <a:p>
            <a:r>
              <a:rPr lang="en-US" dirty="0"/>
              <a:t>CLICK TO EDIT MASTER SUBTITLE STYLE</a:t>
            </a:r>
          </a:p>
        </p:txBody>
      </p:sp>
      <p:sp>
        <p:nvSpPr>
          <p:cNvPr id="19" name="Text Placeholder 28"/>
          <p:cNvSpPr>
            <a:spLocks noGrp="1"/>
          </p:cNvSpPr>
          <p:nvPr>
            <p:ph type="body" sz="quarter" idx="32" hasCustomPrompt="1"/>
          </p:nvPr>
        </p:nvSpPr>
        <p:spPr>
          <a:xfrm>
            <a:off x="851805" y="4746336"/>
            <a:ext cx="5257800" cy="1311566"/>
          </a:xfrm>
        </p:spPr>
        <p:txBody>
          <a:bodyPr vert="horz" lIns="0" tIns="0" rIns="0" bIns="0" rtlCol="0">
            <a:noAutofit/>
          </a:bodyPr>
          <a:lstStyle>
            <a:lvl1pPr marL="0" indent="0">
              <a:buFont typeface="Arial" panose="020B0604020202020204" pitchFamily="34" charset="0"/>
              <a:buChar char="•"/>
              <a:defRPr lang="en-US" sz="1400" spc="0" baseline="0" dirty="0"/>
            </a:lvl1pPr>
          </a:lstStyle>
          <a:p>
            <a:pPr marL="285750" lvl="0" indent="-285750">
              <a:lnSpc>
                <a:spcPct val="100000"/>
              </a:lnSpc>
              <a:spcBef>
                <a:spcPts val="0"/>
              </a:spcBef>
            </a:pPr>
            <a:r>
              <a:rPr lang="en-US" dirty="0"/>
              <a:t>Second level</a:t>
            </a:r>
          </a:p>
          <a:p>
            <a:pPr marL="285750" lvl="0" indent="-285750">
              <a:lnSpc>
                <a:spcPct val="100000"/>
              </a:lnSpc>
              <a:spcBef>
                <a:spcPts val="0"/>
              </a:spcBef>
            </a:pPr>
            <a:endParaRPr lang="en-US" dirty="0"/>
          </a:p>
        </p:txBody>
      </p:sp>
      <p:sp>
        <p:nvSpPr>
          <p:cNvPr id="32" name="Rectangle 31"/>
          <p:cNvSpPr/>
          <p:nvPr userDrawn="1"/>
        </p:nvSpPr>
        <p:spPr>
          <a:xfrm>
            <a:off x="7793831" y="810843"/>
            <a:ext cx="3091172" cy="5597912"/>
          </a:xfrm>
          <a:prstGeom prst="rect">
            <a:avLst/>
          </a:prstGeom>
          <a:solidFill>
            <a:schemeClr val="accent1">
              <a:alpha val="9323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18" name="Picture Placeholder 17"/>
          <p:cNvSpPr>
            <a:spLocks noGrp="1"/>
          </p:cNvSpPr>
          <p:nvPr>
            <p:ph type="pic" sz="quarter" idx="10"/>
          </p:nvPr>
        </p:nvSpPr>
        <p:spPr>
          <a:xfrm>
            <a:off x="7214510" y="1066373"/>
            <a:ext cx="2243137" cy="4929188"/>
          </a:xfrm>
          <a:solidFill>
            <a:schemeClr val="accent1">
              <a:lumMod val="20000"/>
              <a:lumOff val="80000"/>
            </a:schemeClr>
          </a:solidFill>
        </p:spPr>
        <p:txBody>
          <a:bodyPr anchor="ctr">
            <a:noAutofit/>
          </a:bodyPr>
          <a:lstStyle>
            <a:lvl1pPr algn="ctr">
              <a:defRPr/>
            </a:lvl1pPr>
          </a:lstStyle>
          <a:p>
            <a:r>
              <a:rPr lang="en-US"/>
              <a:t>Click icon to add picture</a:t>
            </a:r>
            <a:endParaRPr lang="en-US" dirty="0"/>
          </a:p>
        </p:txBody>
      </p:sp>
      <p:sp>
        <p:nvSpPr>
          <p:cNvPr id="22" name="Picture Placeholder 17"/>
          <p:cNvSpPr>
            <a:spLocks noGrp="1"/>
          </p:cNvSpPr>
          <p:nvPr>
            <p:ph type="pic" sz="quarter" idx="13"/>
          </p:nvPr>
        </p:nvSpPr>
        <p:spPr>
          <a:xfrm>
            <a:off x="9791099" y="1066373"/>
            <a:ext cx="1672682" cy="2278993"/>
          </a:xfrm>
          <a:solidFill>
            <a:schemeClr val="accent1">
              <a:lumMod val="20000"/>
              <a:lumOff val="80000"/>
            </a:schemeClr>
          </a:solidFill>
        </p:spPr>
        <p:txBody>
          <a:bodyPr anchor="ctr">
            <a:noAutofit/>
          </a:bodyPr>
          <a:lstStyle>
            <a:lvl1pPr algn="ctr">
              <a:defRPr/>
            </a:lvl1pPr>
          </a:lstStyle>
          <a:p>
            <a:r>
              <a:rPr lang="en-US"/>
              <a:t>Click icon to add picture</a:t>
            </a:r>
            <a:endParaRPr lang="en-US" dirty="0"/>
          </a:p>
        </p:txBody>
      </p:sp>
      <p:sp>
        <p:nvSpPr>
          <p:cNvPr id="23" name="Picture Placeholder 17"/>
          <p:cNvSpPr>
            <a:spLocks noGrp="1"/>
          </p:cNvSpPr>
          <p:nvPr>
            <p:ph type="pic" sz="quarter" idx="14"/>
          </p:nvPr>
        </p:nvSpPr>
        <p:spPr>
          <a:xfrm>
            <a:off x="9791099" y="3716568"/>
            <a:ext cx="1672682" cy="2278993"/>
          </a:xfrm>
          <a:solidFill>
            <a:schemeClr val="accent1">
              <a:lumMod val="20000"/>
              <a:lumOff val="80000"/>
            </a:schemeClr>
          </a:solidFill>
        </p:spPr>
        <p:txBody>
          <a:bodyPr anchor="ctr">
            <a:noAutofit/>
          </a:bodyPr>
          <a:lstStyle>
            <a:lvl1pPr algn="ctr">
              <a:defRPr/>
            </a:lvl1pPr>
          </a:lstStyle>
          <a:p>
            <a:r>
              <a:rPr lang="en-US"/>
              <a:t>Click icon to add picture</a:t>
            </a:r>
            <a:endParaRPr lang="en-US" dirty="0"/>
          </a:p>
        </p:txBody>
      </p:sp>
      <p:sp>
        <p:nvSpPr>
          <p:cNvPr id="2" name="Footer Placeholder 1"/>
          <p:cNvSpPr>
            <a:spLocks noGrp="1"/>
          </p:cNvSpPr>
          <p:nvPr>
            <p:ph type="ftr" sz="quarter" idx="34"/>
          </p:nvPr>
        </p:nvSpPr>
        <p:spPr/>
        <p:txBody>
          <a:bodyPr/>
          <a:lstStyle/>
          <a:p>
            <a:r>
              <a:rPr lang="en-US" dirty="0"/>
              <a:t>Presentation Title</a:t>
            </a:r>
          </a:p>
        </p:txBody>
      </p:sp>
      <p:sp>
        <p:nvSpPr>
          <p:cNvPr id="3" name="Slide Number Placeholder 2"/>
          <p:cNvSpPr>
            <a:spLocks noGrp="1"/>
          </p:cNvSpPr>
          <p:nvPr>
            <p:ph type="sldNum" sz="quarter" idx="35"/>
          </p:nvPr>
        </p:nvSpPr>
        <p:spPr/>
        <p:txBody>
          <a:bodyPr/>
          <a:lstStyle/>
          <a:p>
            <a:fld id="{09A01C0A-2BB6-49E7-91A3-DCB9F9F59583}"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5" name="Title 1"/>
          <p:cNvSpPr>
            <a:spLocks noGrp="1"/>
          </p:cNvSpPr>
          <p:nvPr>
            <p:ph type="title" hasCustomPrompt="1"/>
          </p:nvPr>
        </p:nvSpPr>
        <p:spPr>
          <a:xfrm>
            <a:off x="850168" y="876301"/>
            <a:ext cx="10122632" cy="652054"/>
          </a:xfrm>
        </p:spPr>
        <p:txBody>
          <a:bodyPr anchor="ctr">
            <a:noAutofit/>
          </a:bodyPr>
          <a:lstStyle>
            <a:lvl1pPr algn="ctr">
              <a:defRPr sz="3600" baseline="0"/>
            </a:lvl1pPr>
          </a:lstStyle>
          <a:p>
            <a:r>
              <a:rPr lang="en-US" dirty="0"/>
              <a:t>CLICK TO EDIT MASTER TITLE</a:t>
            </a:r>
          </a:p>
        </p:txBody>
      </p:sp>
      <p:sp>
        <p:nvSpPr>
          <p:cNvPr id="2" name="Oval 1"/>
          <p:cNvSpPr/>
          <p:nvPr userDrawn="1"/>
        </p:nvSpPr>
        <p:spPr>
          <a:xfrm>
            <a:off x="2060160" y="2070777"/>
            <a:ext cx="956930" cy="956930"/>
          </a:xfrm>
          <a:prstGeom prst="ellipse">
            <a:avLst/>
          </a:prstGeom>
          <a:solidFill>
            <a:schemeClr val="accent1">
              <a:alpha val="7449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26" name="Picture Placeholder 13"/>
          <p:cNvSpPr>
            <a:spLocks noGrp="1"/>
          </p:cNvSpPr>
          <p:nvPr>
            <p:ph type="pic" sz="quarter" idx="32"/>
          </p:nvPr>
        </p:nvSpPr>
        <p:spPr>
          <a:xfrm>
            <a:off x="1540257" y="2001750"/>
            <a:ext cx="1159161" cy="1036101"/>
          </a:xfrm>
          <a:noFill/>
        </p:spPr>
        <p:txBody>
          <a:bodyPr anchor="ctr">
            <a:noAutofit/>
          </a:bodyPr>
          <a:lstStyle>
            <a:lvl1pPr algn="ctr">
              <a:defRPr sz="1600"/>
            </a:lvl1pPr>
          </a:lstStyle>
          <a:p>
            <a:r>
              <a:rPr lang="en-US"/>
              <a:t>Click icon to add picture</a:t>
            </a:r>
            <a:endParaRPr lang="en-US" dirty="0"/>
          </a:p>
        </p:txBody>
      </p:sp>
      <p:sp>
        <p:nvSpPr>
          <p:cNvPr id="21" name="Subtitle 2"/>
          <p:cNvSpPr>
            <a:spLocks noGrp="1"/>
          </p:cNvSpPr>
          <p:nvPr>
            <p:ph type="subTitle" idx="1" hasCustomPrompt="1"/>
          </p:nvPr>
        </p:nvSpPr>
        <p:spPr>
          <a:xfrm>
            <a:off x="844257" y="3029583"/>
            <a:ext cx="2940863" cy="1002007"/>
          </a:xfrm>
        </p:spPr>
        <p:txBody>
          <a:bodyPr anchor="b">
            <a:noAutofit/>
          </a:bodyPr>
          <a:lstStyle>
            <a:lvl1pPr marL="0" indent="0" algn="l">
              <a:lnSpc>
                <a:spcPct val="100000"/>
              </a:lnSpc>
              <a:buNone/>
              <a:defRPr sz="2000" b="1" i="0" cap="all" spc="300" baseline="0">
                <a:latin typeface="+mj-lt"/>
                <a:cs typeface="Arial Black" panose="020B0A04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2" name="Content Placeholder 2"/>
          <p:cNvSpPr>
            <a:spLocks noGrp="1"/>
          </p:cNvSpPr>
          <p:nvPr>
            <p:ph idx="10" hasCustomPrompt="1"/>
          </p:nvPr>
        </p:nvSpPr>
        <p:spPr>
          <a:xfrm>
            <a:off x="844257" y="4053021"/>
            <a:ext cx="2944737" cy="2284667"/>
          </a:xfrm>
        </p:spPr>
        <p:txBody>
          <a:bodyPr lIns="0" tIns="0" rIns="0" bIns="0">
            <a:noAutofit/>
          </a:bodyPr>
          <a:lstStyle>
            <a:lvl1pPr marL="285750" indent="-285750">
              <a:lnSpc>
                <a:spcPct val="100000"/>
              </a:lnSpc>
              <a:buFont typeface="Arial" panose="020B0604020202020204" pitchFamily="34" charset="0"/>
              <a:buChar char="•"/>
              <a:defRPr sz="1400" b="0" i="0">
                <a:latin typeface="+mn-lt"/>
              </a:defRPr>
            </a:lvl1pPr>
            <a:lvl2pPr marL="800100" indent="-342900">
              <a:lnSpc>
                <a:spcPct val="100000"/>
              </a:lnSpc>
              <a:buFont typeface="Arial" panose="020B0604020202020204" pitchFamily="34" charset="0"/>
              <a:buChar char="•"/>
              <a:defRPr sz="1400" b="0" i="0">
                <a:latin typeface="+mn-lt"/>
              </a:defRPr>
            </a:lvl2pPr>
            <a:lvl3pPr marL="1200150" indent="-285750">
              <a:lnSpc>
                <a:spcPct val="100000"/>
              </a:lnSpc>
              <a:buFont typeface="Arial" panose="020B0604020202020204" pitchFamily="34" charset="0"/>
              <a:buChar char="•"/>
              <a:defRPr sz="1400" b="0" i="0">
                <a:latin typeface="+mn-lt"/>
              </a:defRPr>
            </a:lvl3pPr>
            <a:lvl4pPr marL="1657350" indent="-285750">
              <a:lnSpc>
                <a:spcPct val="100000"/>
              </a:lnSpc>
              <a:buFont typeface="Arial" panose="020B0604020202020204" pitchFamily="34" charset="0"/>
              <a:buChar char="•"/>
              <a:defRPr sz="1400" b="0" i="0">
                <a:latin typeface="+mn-lt"/>
              </a:defRPr>
            </a:lvl4pPr>
            <a:lvl5pPr marL="2114550" indent="-285750">
              <a:lnSpc>
                <a:spcPct val="100000"/>
              </a:lnSpc>
              <a:buFont typeface="Arial" panose="020B0604020202020204" pitchFamily="34" charset="0"/>
              <a:buChar char="•"/>
              <a:defRPr sz="1400" b="0" i="0">
                <a:latin typeface="+mn-lt"/>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Oval 2"/>
          <p:cNvSpPr/>
          <p:nvPr userDrawn="1"/>
        </p:nvSpPr>
        <p:spPr>
          <a:xfrm>
            <a:off x="5617535" y="2070777"/>
            <a:ext cx="956930" cy="956930"/>
          </a:xfrm>
          <a:prstGeom prst="ellipse">
            <a:avLst/>
          </a:prstGeom>
          <a:solidFill>
            <a:schemeClr val="accent1">
              <a:alpha val="7449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14" name="Picture Placeholder 13"/>
          <p:cNvSpPr>
            <a:spLocks noGrp="1"/>
          </p:cNvSpPr>
          <p:nvPr>
            <p:ph type="pic" sz="quarter" idx="30"/>
          </p:nvPr>
        </p:nvSpPr>
        <p:spPr>
          <a:xfrm>
            <a:off x="5107541" y="2001750"/>
            <a:ext cx="1159161" cy="1036101"/>
          </a:xfrm>
          <a:noFill/>
        </p:spPr>
        <p:txBody>
          <a:bodyPr anchor="ctr">
            <a:noAutofit/>
          </a:bodyPr>
          <a:lstStyle>
            <a:lvl1pPr algn="ctr">
              <a:defRPr sz="1600"/>
            </a:lvl1pPr>
          </a:lstStyle>
          <a:p>
            <a:r>
              <a:rPr lang="en-US"/>
              <a:t>Click icon to add picture</a:t>
            </a:r>
            <a:endParaRPr lang="en-US" dirty="0"/>
          </a:p>
        </p:txBody>
      </p:sp>
      <p:sp>
        <p:nvSpPr>
          <p:cNvPr id="31" name="Text Placeholder 28"/>
          <p:cNvSpPr>
            <a:spLocks noGrp="1"/>
          </p:cNvSpPr>
          <p:nvPr>
            <p:ph type="body" sz="quarter" idx="28" hasCustomPrompt="1"/>
          </p:nvPr>
        </p:nvSpPr>
        <p:spPr>
          <a:xfrm>
            <a:off x="4617227" y="3064120"/>
            <a:ext cx="2940864" cy="988902"/>
          </a:xfrm>
        </p:spPr>
        <p:txBody>
          <a:bodyPr lIns="0" tIns="0" rIns="0" bIns="0" anchor="b">
            <a:noAutofit/>
          </a:bodyPr>
          <a:lstStyle>
            <a:lvl1pPr marL="0" indent="0" algn="l">
              <a:lnSpc>
                <a:spcPct val="100000"/>
              </a:lnSpc>
              <a:spcBef>
                <a:spcPts val="0"/>
              </a:spcBef>
              <a:buNone/>
              <a:defRPr lang="en-US" sz="2000" b="1" i="0" kern="1200" cap="all" spc="300" baseline="0" dirty="0">
                <a:solidFill>
                  <a:schemeClr val="tx1"/>
                </a:solidFill>
                <a:latin typeface="+mj-lt"/>
                <a:ea typeface="+mn-ea"/>
                <a:cs typeface="Arial Black" panose="020B0A04020102020204" pitchFamily="34" charset="0"/>
              </a:defRPr>
            </a:lvl1pPr>
          </a:lstStyle>
          <a:p>
            <a:r>
              <a:rPr lang="en-US" dirty="0"/>
              <a:t>CLICK TO EDIT MASTER SUBTITLE STYLE</a:t>
            </a:r>
          </a:p>
        </p:txBody>
      </p:sp>
      <p:sp>
        <p:nvSpPr>
          <p:cNvPr id="24" name="Content Placeholder 2"/>
          <p:cNvSpPr>
            <a:spLocks noGrp="1"/>
          </p:cNvSpPr>
          <p:nvPr>
            <p:ph idx="12" hasCustomPrompt="1"/>
          </p:nvPr>
        </p:nvSpPr>
        <p:spPr>
          <a:xfrm>
            <a:off x="4617226" y="4066126"/>
            <a:ext cx="2944737" cy="2284667"/>
          </a:xfrm>
        </p:spPr>
        <p:txBody>
          <a:bodyPr tIns="0" bIns="0">
            <a:noAutofit/>
          </a:bodyPr>
          <a:lstStyle>
            <a:lvl1pPr marL="285750" indent="-285750">
              <a:lnSpc>
                <a:spcPct val="100000"/>
              </a:lnSpc>
              <a:buFont typeface="Arial" panose="020B0604020202020204" pitchFamily="34" charset="0"/>
              <a:buChar char="•"/>
              <a:defRPr sz="1400" b="0" i="0">
                <a:latin typeface="+mn-lt"/>
              </a:defRPr>
            </a:lvl1pPr>
            <a:lvl2pPr marL="800100" indent="-342900">
              <a:lnSpc>
                <a:spcPct val="100000"/>
              </a:lnSpc>
              <a:buFont typeface="Arial" panose="020B0604020202020204" pitchFamily="34" charset="0"/>
              <a:buChar char="•"/>
              <a:defRPr sz="1400" b="0" i="0">
                <a:latin typeface="+mn-lt"/>
              </a:defRPr>
            </a:lvl2pPr>
            <a:lvl3pPr marL="1200150" indent="-285750">
              <a:lnSpc>
                <a:spcPct val="100000"/>
              </a:lnSpc>
              <a:buFont typeface="Arial" panose="020B0604020202020204" pitchFamily="34" charset="0"/>
              <a:buChar char="•"/>
              <a:defRPr sz="1400" b="0" i="0">
                <a:latin typeface="+mn-lt"/>
              </a:defRPr>
            </a:lvl3pPr>
            <a:lvl4pPr marL="1657350" indent="-285750">
              <a:lnSpc>
                <a:spcPct val="100000"/>
              </a:lnSpc>
              <a:buFont typeface="Arial" panose="020B0604020202020204" pitchFamily="34" charset="0"/>
              <a:buChar char="•"/>
              <a:defRPr sz="1400" b="0" i="0">
                <a:latin typeface="+mn-lt"/>
              </a:defRPr>
            </a:lvl4pPr>
            <a:lvl5pPr marL="2114550" indent="-285750">
              <a:lnSpc>
                <a:spcPct val="100000"/>
              </a:lnSpc>
              <a:buFont typeface="Arial" panose="020B0604020202020204" pitchFamily="34" charset="0"/>
              <a:buChar char="•"/>
              <a:defRPr sz="1400" b="0" i="0">
                <a:latin typeface="+mn-lt"/>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Oval 3"/>
          <p:cNvSpPr/>
          <p:nvPr userDrawn="1"/>
        </p:nvSpPr>
        <p:spPr>
          <a:xfrm>
            <a:off x="8836567" y="2070777"/>
            <a:ext cx="956930" cy="956930"/>
          </a:xfrm>
          <a:prstGeom prst="ellipse">
            <a:avLst/>
          </a:prstGeom>
          <a:solidFill>
            <a:schemeClr val="accent1">
              <a:alpha val="7449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25" name="Picture Placeholder 13"/>
          <p:cNvSpPr>
            <a:spLocks noGrp="1"/>
          </p:cNvSpPr>
          <p:nvPr>
            <p:ph type="pic" sz="quarter" idx="31"/>
          </p:nvPr>
        </p:nvSpPr>
        <p:spPr>
          <a:xfrm>
            <a:off x="8333421" y="2004710"/>
            <a:ext cx="1159161" cy="1036101"/>
          </a:xfrm>
          <a:noFill/>
        </p:spPr>
        <p:txBody>
          <a:bodyPr anchor="ctr">
            <a:noAutofit/>
          </a:bodyPr>
          <a:lstStyle>
            <a:lvl1pPr algn="ctr">
              <a:defRPr sz="1600"/>
            </a:lvl1pPr>
          </a:lstStyle>
          <a:p>
            <a:r>
              <a:rPr lang="en-US"/>
              <a:t>Click icon to add picture</a:t>
            </a:r>
            <a:endParaRPr lang="en-US" dirty="0"/>
          </a:p>
        </p:txBody>
      </p:sp>
      <p:sp>
        <p:nvSpPr>
          <p:cNvPr id="32" name="Text Placeholder 28"/>
          <p:cNvSpPr>
            <a:spLocks noGrp="1"/>
          </p:cNvSpPr>
          <p:nvPr>
            <p:ph type="body" sz="quarter" idx="29" hasCustomPrompt="1"/>
          </p:nvPr>
        </p:nvSpPr>
        <p:spPr>
          <a:xfrm>
            <a:off x="8403008" y="3029583"/>
            <a:ext cx="2940864" cy="988902"/>
          </a:xfrm>
        </p:spPr>
        <p:txBody>
          <a:bodyPr lIns="0" tIns="0" rIns="0" bIns="0" anchor="b">
            <a:noAutofit/>
          </a:bodyPr>
          <a:lstStyle>
            <a:lvl1pPr marL="0" indent="0" algn="l">
              <a:lnSpc>
                <a:spcPct val="100000"/>
              </a:lnSpc>
              <a:spcBef>
                <a:spcPts val="0"/>
              </a:spcBef>
              <a:buNone/>
              <a:defRPr lang="en-US" sz="2000" b="1" i="0" kern="1200" cap="all" spc="300" baseline="0" dirty="0">
                <a:solidFill>
                  <a:schemeClr val="tx1"/>
                </a:solidFill>
                <a:latin typeface="+mj-lt"/>
                <a:ea typeface="+mn-ea"/>
                <a:cs typeface="Arial Black" panose="020B0A04020102020204" pitchFamily="34" charset="0"/>
              </a:defRPr>
            </a:lvl1pPr>
          </a:lstStyle>
          <a:p>
            <a:r>
              <a:rPr lang="en-US" dirty="0"/>
              <a:t>CLICK TO EDIT MASTER SUBTITLE STYLE</a:t>
            </a:r>
          </a:p>
        </p:txBody>
      </p:sp>
      <p:sp>
        <p:nvSpPr>
          <p:cNvPr id="23" name="Content Placeholder 2"/>
          <p:cNvSpPr>
            <a:spLocks noGrp="1"/>
          </p:cNvSpPr>
          <p:nvPr>
            <p:ph idx="11" hasCustomPrompt="1"/>
          </p:nvPr>
        </p:nvSpPr>
        <p:spPr>
          <a:xfrm>
            <a:off x="8398539" y="4031589"/>
            <a:ext cx="2944737" cy="2284667"/>
          </a:xfrm>
        </p:spPr>
        <p:txBody>
          <a:bodyPr tIns="0" bIns="0">
            <a:noAutofit/>
          </a:bodyPr>
          <a:lstStyle>
            <a:lvl1pPr marL="285750" indent="-285750">
              <a:lnSpc>
                <a:spcPct val="100000"/>
              </a:lnSpc>
              <a:buFont typeface="Arial" panose="020B0604020202020204" pitchFamily="34" charset="0"/>
              <a:buChar char="•"/>
              <a:defRPr sz="1400" b="0" i="0">
                <a:latin typeface="+mn-lt"/>
              </a:defRPr>
            </a:lvl1pPr>
            <a:lvl2pPr marL="800100" indent="-342900">
              <a:lnSpc>
                <a:spcPct val="100000"/>
              </a:lnSpc>
              <a:buFont typeface="Arial" panose="020B0604020202020204" pitchFamily="34" charset="0"/>
              <a:buChar char="•"/>
              <a:defRPr sz="1400" b="0" i="0">
                <a:latin typeface="+mn-lt"/>
              </a:defRPr>
            </a:lvl2pPr>
            <a:lvl3pPr marL="1200150" indent="-285750">
              <a:lnSpc>
                <a:spcPct val="100000"/>
              </a:lnSpc>
              <a:buFont typeface="Arial" panose="020B0604020202020204" pitchFamily="34" charset="0"/>
              <a:buChar char="•"/>
              <a:defRPr sz="1400" b="0" i="0">
                <a:latin typeface="+mn-lt"/>
              </a:defRPr>
            </a:lvl3pPr>
            <a:lvl4pPr marL="1657350" indent="-285750">
              <a:lnSpc>
                <a:spcPct val="100000"/>
              </a:lnSpc>
              <a:buFont typeface="Arial" panose="020B0604020202020204" pitchFamily="34" charset="0"/>
              <a:buChar char="•"/>
              <a:defRPr sz="1400" b="0" i="0">
                <a:latin typeface="+mn-lt"/>
              </a:defRPr>
            </a:lvl4pPr>
            <a:lvl5pPr marL="2114550" indent="-285750">
              <a:lnSpc>
                <a:spcPct val="100000"/>
              </a:lnSpc>
              <a:buFont typeface="Arial" panose="020B0604020202020204" pitchFamily="34" charset="0"/>
              <a:buChar char="•"/>
              <a:defRPr sz="1400" b="0" i="0">
                <a:latin typeface="+mn-lt"/>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3"/>
          </p:nvPr>
        </p:nvSpPr>
        <p:spPr/>
        <p:txBody>
          <a:bodyPr/>
          <a:lstStyle/>
          <a:p>
            <a:r>
              <a:rPr lang="en-US" dirty="0"/>
              <a:t>Presentation Title</a:t>
            </a:r>
          </a:p>
        </p:txBody>
      </p:sp>
      <p:sp>
        <p:nvSpPr>
          <p:cNvPr id="6" name="Slide Number Placeholder 5"/>
          <p:cNvSpPr>
            <a:spLocks noGrp="1"/>
          </p:cNvSpPr>
          <p:nvPr>
            <p:ph type="sldNum" sz="quarter" idx="34"/>
          </p:nvPr>
        </p:nvSpPr>
        <p:spPr/>
        <p:txBody>
          <a:bodyPr/>
          <a:lstStyle/>
          <a:p>
            <a:fld id="{09A01C0A-2BB6-49E7-91A3-DCB9F9F59583}" type="slidenum">
              <a:rPr lang="en-US" smtClean="0"/>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5" name="Title 21"/>
          <p:cNvSpPr>
            <a:spLocks noGrp="1"/>
          </p:cNvSpPr>
          <p:nvPr>
            <p:ph type="title" hasCustomPrompt="1"/>
          </p:nvPr>
        </p:nvSpPr>
        <p:spPr>
          <a:xfrm>
            <a:off x="847384" y="884982"/>
            <a:ext cx="5744335" cy="979204"/>
          </a:xfrm>
        </p:spPr>
        <p:txBody>
          <a:bodyPr lIns="0" tIns="0" rIns="0" bIns="0" anchor="t">
            <a:noAutofit/>
          </a:bodyPr>
          <a:lstStyle>
            <a:lvl1pPr>
              <a:defRPr sz="3600" baseline="0">
                <a:latin typeface="+mj-lt"/>
              </a:defRPr>
            </a:lvl1pPr>
          </a:lstStyle>
          <a:p>
            <a:r>
              <a:rPr lang="en-US" dirty="0"/>
              <a:t>CLICK TO EDIT MASTER TITLE</a:t>
            </a:r>
          </a:p>
        </p:txBody>
      </p:sp>
      <p:sp>
        <p:nvSpPr>
          <p:cNvPr id="13" name="Text Placeholder 2"/>
          <p:cNvSpPr>
            <a:spLocks noGrp="1"/>
          </p:cNvSpPr>
          <p:nvPr>
            <p:ph type="body" idx="1"/>
          </p:nvPr>
        </p:nvSpPr>
        <p:spPr>
          <a:xfrm>
            <a:off x="855915" y="2046038"/>
            <a:ext cx="4831207" cy="3568139"/>
          </a:xfrm>
        </p:spPr>
        <p:txBody>
          <a:bodyPr lIns="0" tIns="0" rIns="0" bIns="0">
            <a:no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Picture Placeholder 8"/>
          <p:cNvSpPr>
            <a:spLocks noGrp="1"/>
          </p:cNvSpPr>
          <p:nvPr>
            <p:ph type="pic" sz="quarter" idx="12"/>
          </p:nvPr>
        </p:nvSpPr>
        <p:spPr>
          <a:xfrm>
            <a:off x="7868966" y="1112838"/>
            <a:ext cx="3475649" cy="4975225"/>
          </a:xfrm>
          <a:solidFill>
            <a:schemeClr val="accent1">
              <a:lumMod val="20000"/>
              <a:lumOff val="80000"/>
            </a:schemeClr>
          </a:solidFill>
        </p:spPr>
        <p:txBody>
          <a:bodyPr anchor="ctr"/>
          <a:lstStyle>
            <a:lvl1pPr algn="ctr">
              <a:defRPr/>
            </a:lvl1pPr>
          </a:lstStyle>
          <a:p>
            <a:r>
              <a:rPr lang="en-US"/>
              <a:t>Click icon to add picture</a:t>
            </a:r>
            <a:endParaRPr lang="en-US" dirty="0"/>
          </a:p>
        </p:txBody>
      </p:sp>
      <p:sp>
        <p:nvSpPr>
          <p:cNvPr id="14" name="Text Placeholder 10"/>
          <p:cNvSpPr>
            <a:spLocks noGrp="1"/>
          </p:cNvSpPr>
          <p:nvPr>
            <p:ph type="body" sz="quarter" idx="13"/>
          </p:nvPr>
        </p:nvSpPr>
        <p:spPr>
          <a:xfrm>
            <a:off x="7010733" y="2803273"/>
            <a:ext cx="2121408" cy="2121408"/>
          </a:xfrm>
          <a:prstGeom prst="ellipse">
            <a:avLst/>
          </a:prstGeom>
          <a:solidFill>
            <a:schemeClr val="accent1">
              <a:alpha val="89000"/>
            </a:schemeClr>
          </a:solidFill>
        </p:spPr>
        <p:txBody>
          <a:bodyPr/>
          <a:lstStyle>
            <a:lvl1pPr>
              <a:defRPr sz="300">
                <a:solidFill>
                  <a:schemeClr val="accent1">
                    <a:alpha val="0"/>
                  </a:schemeClr>
                </a:solidFill>
              </a:defRPr>
            </a:lvl1pPr>
          </a:lstStyle>
          <a:p>
            <a:pPr lvl="0"/>
            <a:r>
              <a:rPr lang="en-US"/>
              <a:t>Click to edit Master text styles</a:t>
            </a:r>
          </a:p>
        </p:txBody>
      </p:sp>
      <p:sp>
        <p:nvSpPr>
          <p:cNvPr id="15" name="Text Placeholder 10"/>
          <p:cNvSpPr>
            <a:spLocks noGrp="1"/>
          </p:cNvSpPr>
          <p:nvPr>
            <p:ph type="body" sz="quarter" idx="14"/>
          </p:nvPr>
        </p:nvSpPr>
        <p:spPr>
          <a:xfrm>
            <a:off x="11258537" y="4711495"/>
            <a:ext cx="192024" cy="1033272"/>
          </a:xfrm>
          <a:prstGeom prst="rect">
            <a:avLst/>
          </a:prstGeom>
          <a:solidFill>
            <a:schemeClr val="accent1">
              <a:alpha val="83000"/>
            </a:schemeClr>
          </a:solidFill>
        </p:spPr>
        <p:txBody>
          <a:bodyPr/>
          <a:lstStyle>
            <a:lvl1pPr>
              <a:defRPr sz="300">
                <a:solidFill>
                  <a:schemeClr val="accent1">
                    <a:alpha val="0"/>
                  </a:schemeClr>
                </a:solidFill>
              </a:defRPr>
            </a:lvl1pPr>
          </a:lstStyle>
          <a:p>
            <a:pPr lvl="0"/>
            <a:r>
              <a:rPr lang="en-US"/>
              <a:t>Click to edit Master text styles</a:t>
            </a:r>
          </a:p>
        </p:txBody>
      </p:sp>
      <p:sp>
        <p:nvSpPr>
          <p:cNvPr id="3" name="Footer Placeholder 2"/>
          <p:cNvSpPr>
            <a:spLocks noGrp="1"/>
          </p:cNvSpPr>
          <p:nvPr>
            <p:ph type="ftr" sz="quarter" idx="10"/>
          </p:nvPr>
        </p:nvSpPr>
        <p:spPr/>
        <p:txBody>
          <a:bodyPr/>
          <a:lstStyle/>
          <a:p>
            <a:r>
              <a:rPr lang="en-US" dirty="0"/>
              <a:t>Presentation Title</a:t>
            </a:r>
          </a:p>
        </p:txBody>
      </p:sp>
      <p:sp>
        <p:nvSpPr>
          <p:cNvPr id="4" name="Slide Number Placeholder 3"/>
          <p:cNvSpPr>
            <a:spLocks noGrp="1"/>
          </p:cNvSpPr>
          <p:nvPr>
            <p:ph type="sldNum" sz="quarter" idx="11"/>
          </p:nvPr>
        </p:nvSpPr>
        <p:spPr/>
        <p:txBody>
          <a:bodyPr/>
          <a:lstStyle/>
          <a:p>
            <a:fld id="{09A01C0A-2BB6-49E7-91A3-DCB9F9F59583}" type="slidenum">
              <a:rPr lang="en-US" smtClean="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3" name="Picture 2" descr="Large walking intersection with one lone person"/>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7000" contrast="5000"/>
                    </a14:imgEffect>
                    <a14:imgEffect>
                      <a14:saturation sat="0"/>
                    </a14:imgEffect>
                  </a14:imgLayer>
                </a14:imgProps>
              </a:ext>
            </a:extLst>
          </a:blip>
          <a:srcRect/>
          <a:stretch>
            <a:fillRect/>
          </a:stretch>
        </p:blipFill>
        <p:spPr>
          <a:xfrm>
            <a:off x="0" y="1"/>
            <a:ext cx="11811000" cy="6858000"/>
          </a:xfrm>
          <a:prstGeom prst="rect">
            <a:avLst/>
          </a:prstGeom>
        </p:spPr>
      </p:pic>
      <p:sp>
        <p:nvSpPr>
          <p:cNvPr id="13" name="Freeform 12"/>
          <p:cNvSpPr/>
          <p:nvPr userDrawn="1"/>
        </p:nvSpPr>
        <p:spPr>
          <a:xfrm>
            <a:off x="777819" y="0"/>
            <a:ext cx="8272488" cy="6858000"/>
          </a:xfrm>
          <a:custGeom>
            <a:avLst/>
            <a:gdLst>
              <a:gd name="connsiteX0" fmla="*/ 2449074 w 8272488"/>
              <a:gd name="connsiteY0" fmla="*/ 0 h 6858000"/>
              <a:gd name="connsiteX1" fmla="*/ 5823415 w 8272488"/>
              <a:gd name="connsiteY1" fmla="*/ 0 h 6858000"/>
              <a:gd name="connsiteX2" fmla="*/ 5929477 w 8272488"/>
              <a:gd name="connsiteY2" fmla="*/ 47950 h 6858000"/>
              <a:gd name="connsiteX3" fmla="*/ 8272488 w 8272488"/>
              <a:gd name="connsiteY3" fmla="*/ 3776315 h 6858000"/>
              <a:gd name="connsiteX4" fmla="*/ 7025715 w 8272488"/>
              <a:gd name="connsiteY4" fmla="*/ 6735959 h 6858000"/>
              <a:gd name="connsiteX5" fmla="*/ 6893036 w 8272488"/>
              <a:gd name="connsiteY5" fmla="*/ 6858000 h 6858000"/>
              <a:gd name="connsiteX6" fmla="*/ 1379452 w 8272488"/>
              <a:gd name="connsiteY6" fmla="*/ 6858000 h 6858000"/>
              <a:gd name="connsiteX7" fmla="*/ 1246773 w 8272488"/>
              <a:gd name="connsiteY7" fmla="*/ 6735959 h 6858000"/>
              <a:gd name="connsiteX8" fmla="*/ 0 w 8272488"/>
              <a:gd name="connsiteY8" fmla="*/ 3776315 h 6858000"/>
              <a:gd name="connsiteX9" fmla="*/ 2343012 w 8272488"/>
              <a:gd name="connsiteY9" fmla="*/ 479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72488" h="6858000">
                <a:moveTo>
                  <a:pt x="2449074" y="0"/>
                </a:moveTo>
                <a:lnTo>
                  <a:pt x="5823415" y="0"/>
                </a:lnTo>
                <a:lnTo>
                  <a:pt x="5929477" y="47950"/>
                </a:lnTo>
                <a:cubicBezTo>
                  <a:pt x="7315814" y="715956"/>
                  <a:pt x="8272488" y="2134414"/>
                  <a:pt x="8272488" y="3776315"/>
                </a:cubicBezTo>
                <a:cubicBezTo>
                  <a:pt x="8272488" y="4936354"/>
                  <a:pt x="7794942" y="5984857"/>
                  <a:pt x="7025715" y="6735959"/>
                </a:cubicBezTo>
                <a:lnTo>
                  <a:pt x="6893036" y="6858000"/>
                </a:lnTo>
                <a:lnTo>
                  <a:pt x="1379452" y="6858000"/>
                </a:lnTo>
                <a:lnTo>
                  <a:pt x="1246773" y="6735959"/>
                </a:lnTo>
                <a:cubicBezTo>
                  <a:pt x="477546" y="5984857"/>
                  <a:pt x="0" y="4936354"/>
                  <a:pt x="0" y="3776315"/>
                </a:cubicBezTo>
                <a:cubicBezTo>
                  <a:pt x="0" y="2134414"/>
                  <a:pt x="956674" y="715956"/>
                  <a:pt x="2343012" y="47950"/>
                </a:cubicBezTo>
                <a:close/>
              </a:path>
            </a:pathLst>
          </a:custGeom>
          <a:solidFill>
            <a:schemeClr val="accent1">
              <a:alpha val="6736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2" name="Title 1"/>
          <p:cNvSpPr>
            <a:spLocks noGrp="1"/>
          </p:cNvSpPr>
          <p:nvPr>
            <p:ph type="title" hasCustomPrompt="1"/>
          </p:nvPr>
        </p:nvSpPr>
        <p:spPr>
          <a:xfrm>
            <a:off x="1907196" y="2188196"/>
            <a:ext cx="5985159" cy="1594507"/>
          </a:xfrm>
        </p:spPr>
        <p:txBody>
          <a:bodyPr lIns="0" tIns="0" rIns="0" bIns="0" anchor="b">
            <a:noAutofit/>
          </a:bodyPr>
          <a:lstStyle>
            <a:lvl1pPr>
              <a:defRPr sz="3600" b="1" i="0" baseline="0">
                <a:solidFill>
                  <a:schemeClr val="bg1"/>
                </a:solidFill>
                <a:latin typeface="+mj-lt"/>
                <a:cs typeface="Arial Black" panose="020B0A04020102020204" pitchFamily="34" charset="0"/>
              </a:defRPr>
            </a:lvl1pPr>
          </a:lstStyle>
          <a:p>
            <a:r>
              <a:rPr lang="en-US" dirty="0"/>
              <a:t>CLICK TO EDIT MASTER TITLE STYLE</a:t>
            </a:r>
          </a:p>
        </p:txBody>
      </p:sp>
      <p:sp>
        <p:nvSpPr>
          <p:cNvPr id="11" name="Text Placeholder 2"/>
          <p:cNvSpPr>
            <a:spLocks noGrp="1"/>
          </p:cNvSpPr>
          <p:nvPr>
            <p:ph type="body" idx="1"/>
          </p:nvPr>
        </p:nvSpPr>
        <p:spPr>
          <a:xfrm>
            <a:off x="1907196" y="3790988"/>
            <a:ext cx="5444517" cy="1731890"/>
          </a:xfrm>
        </p:spPr>
        <p:txBody>
          <a:bodyPr lIns="0" tIns="0" rIns="0" bIns="0" anchor="t">
            <a:noAutofit/>
          </a:bodyPr>
          <a:lstStyle>
            <a:lvl1pPr marL="0" indent="0">
              <a:buNone/>
              <a:defRPr sz="1800" b="0" i="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Rectangle 9"/>
          <p:cNvSpPr/>
          <p:nvPr userDrawn="1"/>
        </p:nvSpPr>
        <p:spPr>
          <a:xfrm>
            <a:off x="10408059" y="1151133"/>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12" name="Rectangle 11"/>
          <p:cNvSpPr/>
          <p:nvPr userDrawn="1"/>
        </p:nvSpPr>
        <p:spPr>
          <a:xfrm>
            <a:off x="10987993" y="114070"/>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4" name="Footer Placeholder 3"/>
          <p:cNvSpPr>
            <a:spLocks noGrp="1"/>
          </p:cNvSpPr>
          <p:nvPr>
            <p:ph type="ftr" sz="quarter" idx="10"/>
          </p:nvPr>
        </p:nvSpPr>
        <p:spPr/>
        <p:txBody>
          <a:bodyPr/>
          <a:lstStyle/>
          <a:p>
            <a:r>
              <a:rPr lang="en-US" dirty="0"/>
              <a:t>Presentation Title</a:t>
            </a:r>
          </a:p>
        </p:txBody>
      </p:sp>
      <p:sp>
        <p:nvSpPr>
          <p:cNvPr id="5" name="Slide Number Placeholder 4"/>
          <p:cNvSpPr>
            <a:spLocks noGrp="1"/>
          </p:cNvSpPr>
          <p:nvPr>
            <p:ph type="sldNum" sz="quarter" idx="11"/>
          </p:nvPr>
        </p:nvSpPr>
        <p:spPr/>
        <p:txBody>
          <a:bodyPr/>
          <a:lstStyle/>
          <a:p>
            <a:fld id="{09A01C0A-2BB6-49E7-91A3-DCB9F9F59583}" type="slidenum">
              <a:rPr lang="en-US" smtClean="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p:cNvGrpSpPr/>
          <p:nvPr userDrawn="1"/>
        </p:nvGrpSpPr>
        <p:grpSpPr>
          <a:xfrm>
            <a:off x="-1604709" y="-3756"/>
            <a:ext cx="13796710" cy="6861756"/>
            <a:chOff x="-1604709" y="-3756"/>
            <a:chExt cx="13796710" cy="6861756"/>
          </a:xfrm>
        </p:grpSpPr>
        <p:grpSp>
          <p:nvGrpSpPr>
            <p:cNvPr id="8" name="Group 7"/>
            <p:cNvGrpSpPr/>
            <p:nvPr/>
          </p:nvGrpSpPr>
          <p:grpSpPr>
            <a:xfrm>
              <a:off x="-16298" y="0"/>
              <a:ext cx="12208299" cy="6858000"/>
              <a:chOff x="-16298" y="0"/>
              <a:chExt cx="12208299" cy="6858000"/>
            </a:xfrm>
          </p:grpSpPr>
          <p:sp>
            <p:nvSpPr>
              <p:cNvPr id="15" name="Freeform: Shape 14"/>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p:cNvGrpSpPr/>
            <p:nvPr/>
          </p:nvGrpSpPr>
          <p:grpSpPr>
            <a:xfrm>
              <a:off x="-760406" y="4672937"/>
              <a:ext cx="1520812" cy="1520812"/>
              <a:chOff x="-1604709" y="3012880"/>
              <a:chExt cx="3211378" cy="3211378"/>
            </a:xfrm>
          </p:grpSpPr>
          <p:sp>
            <p:nvSpPr>
              <p:cNvPr id="13" name="Freeform: Shape 12"/>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p:cNvGrpSpPr/>
          <p:nvPr userDrawn="1"/>
        </p:nvGrpSpPr>
        <p:grpSpPr>
          <a:xfrm rot="16200000">
            <a:off x="431651" y="-917359"/>
            <a:ext cx="1532001" cy="1826463"/>
            <a:chOff x="10800164" y="7142066"/>
            <a:chExt cx="2775293" cy="3308724"/>
          </a:xfrm>
        </p:grpSpPr>
        <p:sp>
          <p:nvSpPr>
            <p:cNvPr id="17" name="Freeform: Shape 16"/>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p:cNvGrpSpPr/>
          <p:nvPr userDrawn="1"/>
        </p:nvGrpSpPr>
        <p:grpSpPr>
          <a:xfrm rot="16200000">
            <a:off x="1992859" y="-497210"/>
            <a:ext cx="818398" cy="986162"/>
            <a:chOff x="10945855" y="7317026"/>
            <a:chExt cx="2483924" cy="2993104"/>
          </a:xfrm>
        </p:grpSpPr>
        <p:sp>
          <p:nvSpPr>
            <p:cNvPr id="20" name="Freeform: Shape 19"/>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23" name="Title 1"/>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p:cNvGrpSpPr/>
          <p:nvPr userDrawn="1"/>
        </p:nvGrpSpPr>
        <p:grpSpPr>
          <a:xfrm>
            <a:off x="9776075" y="2057401"/>
            <a:ext cx="4413559" cy="3934444"/>
            <a:chOff x="9222437" y="1088097"/>
            <a:chExt cx="5433318" cy="4843502"/>
          </a:xfrm>
        </p:grpSpPr>
        <p:sp>
          <p:nvSpPr>
            <p:cNvPr id="27" name="Freeform: Shape 26"/>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p:cNvGrpSpPr/>
          <p:nvPr userDrawn="1"/>
        </p:nvGrpSpPr>
        <p:grpSpPr>
          <a:xfrm rot="16200000" flipH="1">
            <a:off x="9913705" y="6257994"/>
            <a:ext cx="1052473" cy="1209445"/>
            <a:chOff x="10800165" y="7142066"/>
            <a:chExt cx="2775293" cy="3189215"/>
          </a:xfrm>
        </p:grpSpPr>
        <p:sp>
          <p:nvSpPr>
            <p:cNvPr id="32" name="Freeform: Shape 31"/>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p:cNvSpPr txBox="1"/>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7" name="Text Placeholder 6"/>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20" name="Content Placeholder 2"/>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25" name="Text Placeholder 2"/>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20" name="Content Placeholder 2"/>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 Category">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hoto + 3 Section">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13" name="Picture Placeholder 12"/>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hoto + Text">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13" name="Picture Placeholder 12"/>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20" name="Picture Placeholder 2"/>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21" name="Text Placeholder 3"/>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p:cNvGrpSpPr/>
          <p:nvPr userDrawn="1"/>
        </p:nvGrpSpPr>
        <p:grpSpPr>
          <a:xfrm rot="16200000">
            <a:off x="499388" y="-322655"/>
            <a:ext cx="535531" cy="645309"/>
            <a:chOff x="10945855" y="7317026"/>
            <a:chExt cx="2483924" cy="2993104"/>
          </a:xfrm>
        </p:grpSpPr>
        <p:sp>
          <p:nvSpPr>
            <p:cNvPr id="25"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p:cNvGrpSpPr/>
          <p:nvPr userDrawn="1"/>
        </p:nvGrpSpPr>
        <p:grpSpPr>
          <a:xfrm>
            <a:off x="0" y="0"/>
            <a:ext cx="6881966" cy="6858876"/>
            <a:chOff x="-5321" y="1096"/>
            <a:chExt cx="5924073" cy="5904197"/>
          </a:xfrm>
        </p:grpSpPr>
        <p:sp>
          <p:nvSpPr>
            <p:cNvPr id="17" name="Right Triangle 16"/>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theme" Target="../theme/theme1.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 /><Relationship Id="rId13" Type="http://schemas.openxmlformats.org/officeDocument/2006/relationships/slideLayout" Target="../slideLayouts/slideLayout27.xml" /><Relationship Id="rId18" Type="http://schemas.openxmlformats.org/officeDocument/2006/relationships/slideLayout" Target="../slideLayouts/slideLayout32.xml" /><Relationship Id="rId3" Type="http://schemas.openxmlformats.org/officeDocument/2006/relationships/slideLayout" Target="../slideLayouts/slideLayout17.xml" /><Relationship Id="rId7" Type="http://schemas.openxmlformats.org/officeDocument/2006/relationships/slideLayout" Target="../slideLayouts/slideLayout21.xml" /><Relationship Id="rId12" Type="http://schemas.openxmlformats.org/officeDocument/2006/relationships/slideLayout" Target="../slideLayouts/slideLayout26.xml" /><Relationship Id="rId17" Type="http://schemas.openxmlformats.org/officeDocument/2006/relationships/slideLayout" Target="../slideLayouts/slideLayout31.xml" /><Relationship Id="rId2" Type="http://schemas.openxmlformats.org/officeDocument/2006/relationships/slideLayout" Target="../slideLayouts/slideLayout16.xml" /><Relationship Id="rId16" Type="http://schemas.openxmlformats.org/officeDocument/2006/relationships/slideLayout" Target="../slideLayouts/slideLayout30.xml" /><Relationship Id="rId20" Type="http://schemas.openxmlformats.org/officeDocument/2006/relationships/image" Target="../media/image6.jpeg" /><Relationship Id="rId1" Type="http://schemas.openxmlformats.org/officeDocument/2006/relationships/slideLayout" Target="../slideLayouts/slideLayout15.xml" /><Relationship Id="rId6" Type="http://schemas.openxmlformats.org/officeDocument/2006/relationships/slideLayout" Target="../slideLayouts/slideLayout20.xml" /><Relationship Id="rId11" Type="http://schemas.openxmlformats.org/officeDocument/2006/relationships/slideLayout" Target="../slideLayouts/slideLayout25.xml" /><Relationship Id="rId5" Type="http://schemas.openxmlformats.org/officeDocument/2006/relationships/slideLayout" Target="../slideLayouts/slideLayout19.xml" /><Relationship Id="rId15" Type="http://schemas.openxmlformats.org/officeDocument/2006/relationships/slideLayout" Target="../slideLayouts/slideLayout29.xml" /><Relationship Id="rId10" Type="http://schemas.openxmlformats.org/officeDocument/2006/relationships/slideLayout" Target="../slideLayouts/slideLayout24.xml" /><Relationship Id="rId19" Type="http://schemas.openxmlformats.org/officeDocument/2006/relationships/theme" Target="../theme/theme2.xml" /><Relationship Id="rId4" Type="http://schemas.openxmlformats.org/officeDocument/2006/relationships/slideLayout" Target="../slideLayouts/slideLayout18.xml" /><Relationship Id="rId9" Type="http://schemas.openxmlformats.org/officeDocument/2006/relationships/slideLayout" Target="../slideLayouts/slideLayout23.xml" /><Relationship Id="rId14" Type="http://schemas.openxmlformats.org/officeDocument/2006/relationships/slideLayout" Target="../slideLayouts/slideLayout28.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rot="5400000" flipH="1" flipV="1">
            <a:off x="8570975" y="3236976"/>
            <a:ext cx="6858000" cy="384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ooter Placeholder 4"/>
          <p:cNvSpPr>
            <a:spLocks noGrp="1"/>
          </p:cNvSpPr>
          <p:nvPr>
            <p:ph type="ftr" sz="quarter" idx="3"/>
          </p:nvPr>
        </p:nvSpPr>
        <p:spPr>
          <a:xfrm rot="16200000">
            <a:off x="8854442" y="2953511"/>
            <a:ext cx="6291068" cy="384048"/>
          </a:xfrm>
          <a:prstGeom prst="rect">
            <a:avLst/>
          </a:prstGeom>
          <a:noFill/>
        </p:spPr>
        <p:txBody>
          <a:bodyPr vert="horz" lIns="210312" tIns="45720" rIns="91440" bIns="45720" rtlCol="0" anchor="ctr"/>
          <a:lstStyle>
            <a:lvl1pPr algn="l">
              <a:defRPr sz="1200" b="1" cap="all" spc="300" baseline="0">
                <a:solidFill>
                  <a:schemeClr val="bg1"/>
                </a:solidFill>
                <a:latin typeface="+mj-lt"/>
              </a:defRPr>
            </a:lvl1pPr>
          </a:lstStyle>
          <a:p>
            <a:r>
              <a:rPr lang="en-US" dirty="0"/>
              <a:t>Presentation Title</a:t>
            </a:r>
          </a:p>
        </p:txBody>
      </p:sp>
      <p:sp>
        <p:nvSpPr>
          <p:cNvPr id="2" name="Title Placeholder 1"/>
          <p:cNvSpPr>
            <a:spLocks noGrp="1"/>
          </p:cNvSpPr>
          <p:nvPr>
            <p:ph type="title"/>
          </p:nvPr>
        </p:nvSpPr>
        <p:spPr>
          <a:xfrm>
            <a:off x="846438" y="409576"/>
            <a:ext cx="10972800" cy="1325563"/>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745644" y="1825625"/>
            <a:ext cx="11098307"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p:cNvSpPr>
            <a:spLocks noGrp="1"/>
          </p:cNvSpPr>
          <p:nvPr>
            <p:ph type="sldNum" sz="quarter" idx="4"/>
          </p:nvPr>
        </p:nvSpPr>
        <p:spPr>
          <a:xfrm rot="16200000">
            <a:off x="11716511" y="6382510"/>
            <a:ext cx="566928" cy="384048"/>
          </a:xfrm>
          <a:prstGeom prst="rect">
            <a:avLst/>
          </a:prstGeom>
        </p:spPr>
        <p:txBody>
          <a:bodyPr vert="horz" lIns="91440" tIns="45720" rIns="91440" bIns="45720" rtlCol="0" anchor="ctr"/>
          <a:lstStyle>
            <a:lvl1pPr algn="ctr">
              <a:defRPr sz="1400">
                <a:solidFill>
                  <a:schemeClr val="bg1"/>
                </a:solidFill>
              </a:defRPr>
            </a:lvl1pPr>
          </a:lstStyle>
          <a:p>
            <a:fld id="{09A01C0A-2BB6-49E7-91A3-DCB9F9F59583}"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dt="0"/>
  <p:txStyles>
    <p:titleStyle>
      <a:lvl1pPr algn="l" defTabSz="914400" rtl="0" eaLnBrk="1" latinLnBrk="0" hangingPunct="1">
        <a:lnSpc>
          <a:spcPct val="90000"/>
        </a:lnSpc>
        <a:spcBef>
          <a:spcPct val="0"/>
        </a:spcBef>
        <a:buNone/>
        <a:defRPr sz="4000" b="1" i="0" kern="1200" cap="all" spc="600" baseline="0">
          <a:solidFill>
            <a:schemeClr val="tx1"/>
          </a:solidFill>
          <a:latin typeface="+mj-lt"/>
          <a:ea typeface="+mj-ea"/>
          <a:cs typeface="Arial Black" panose="020B0A04020102020204" pitchFamily="34" charset="0"/>
        </a:defRPr>
      </a:lvl1pPr>
    </p:titleStyle>
    <p:bodyStyle>
      <a:lvl1pPr marL="0" indent="0" algn="l" defTabSz="914400" rtl="0" eaLnBrk="1" latinLnBrk="0" hangingPunct="1">
        <a:lnSpc>
          <a:spcPct val="150000"/>
        </a:lnSpc>
        <a:spcBef>
          <a:spcPts val="1000"/>
        </a:spcBef>
        <a:buFontTx/>
        <a:buNone/>
        <a:defRPr sz="2400" b="0" i="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20">
            <a:alphaModFix amt="0"/>
          </a:blip>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p:cNvSpPr txBox="1"/>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p:cNvGrpSpPr/>
          <p:nvPr userDrawn="1"/>
        </p:nvGrpSpPr>
        <p:grpSpPr>
          <a:xfrm rot="16200000">
            <a:off x="499388" y="-322655"/>
            <a:ext cx="535531" cy="645309"/>
            <a:chOff x="10945855" y="7317026"/>
            <a:chExt cx="2483924" cy="2993104"/>
          </a:xfrm>
        </p:grpSpPr>
        <p:sp>
          <p:nvSpPr>
            <p:cNvPr id="13"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p:cNvGrpSpPr/>
          <p:nvPr userDrawn="1"/>
        </p:nvGrpSpPr>
        <p:grpSpPr>
          <a:xfrm>
            <a:off x="-1" y="1357409"/>
            <a:ext cx="12192001" cy="4846320"/>
            <a:chOff x="-1" y="1357409"/>
            <a:chExt cx="12192001" cy="4917518"/>
          </a:xfrm>
        </p:grpSpPr>
        <p:sp>
          <p:nvSpPr>
            <p:cNvPr id="16" name="Rectangle: Single Corner Snipped 18"/>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17"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p:cNvSpPr txBox="1"/>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t>‹#›</a:t>
            </a:fld>
            <a:endParaRPr lang="en-US" noProof="0" dirty="0"/>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 /><Relationship Id="rId2" Type="http://schemas.openxmlformats.org/officeDocument/2006/relationships/image" Target="../media/image7.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microsoft.com/office/2007/relationships/hdphoto" Target="../media/hdphoto6.wdp" /><Relationship Id="rId2" Type="http://schemas.openxmlformats.org/officeDocument/2006/relationships/image" Target="../media/image9.png" /><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10.jpeg" /><Relationship Id="rId1" Type="http://schemas.openxmlformats.org/officeDocument/2006/relationships/slideLayout" Target="../slideLayouts/slideLayout30.xml" /><Relationship Id="rId5" Type="http://schemas.openxmlformats.org/officeDocument/2006/relationships/image" Target="../media/image13.png" /><Relationship Id="rId4" Type="http://schemas.openxmlformats.org/officeDocument/2006/relationships/image" Target="../media/image12.png"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standalone="yes"?>
<Relationships xmlns="http://schemas.openxmlformats.org/package/2006/relationships"><Relationship Id="rId3" Type="http://schemas.openxmlformats.org/officeDocument/2006/relationships/image" Target="../media/image14.jpeg" /><Relationship Id="rId2" Type="http://schemas.openxmlformats.org/officeDocument/2006/relationships/slideLayout" Target="../slideLayouts/slideLayout10.xml" /><Relationship Id="rId1" Type="http://schemas.openxmlformats.org/officeDocument/2006/relationships/tags" Target="../tags/tag1.xml" /><Relationship Id="rId5" Type="http://schemas.openxmlformats.org/officeDocument/2006/relationships/hyperlink" Target="mailto:projectrdtechinfra@gmail.com" TargetMode="External" /><Relationship Id="rId4" Type="http://schemas.openxmlformats.org/officeDocument/2006/relationships/image" Target="../media/image15.jpeg" /></Relationships>
</file>

<file path=ppt/slides/_rels/slide6.xml.rels><?xml version="1.0" encoding="UTF-8" standalone="yes"?>
<Relationships xmlns="http://schemas.openxmlformats.org/package/2006/relationships"><Relationship Id="rId3" Type="http://schemas.openxmlformats.org/officeDocument/2006/relationships/image" Target="../media/image16.jpeg" /><Relationship Id="rId2" Type="http://schemas.openxmlformats.org/officeDocument/2006/relationships/image" Target="../media/image10.jpeg" /><Relationship Id="rId1" Type="http://schemas.openxmlformats.org/officeDocument/2006/relationships/slideLayout" Target="../slideLayouts/slideLayout30.xml" /></Relationships>
</file>

<file path=ppt/slides/_rels/slide7.xml.rels><?xml version="1.0" encoding="UTF-8" standalone="yes"?>
<Relationships xmlns="http://schemas.openxmlformats.org/package/2006/relationships"><Relationship Id="rId2" Type="http://schemas.openxmlformats.org/officeDocument/2006/relationships/image" Target="../media/image14.jpeg" /><Relationship Id="rId1" Type="http://schemas.openxmlformats.org/officeDocument/2006/relationships/slideLayout" Target="../slideLayouts/slideLayout30.xml" /></Relationships>
</file>

<file path=ppt/slides/_rels/slide8.xml.rels><?xml version="1.0" encoding="UTF-8" standalone="yes"?>
<Relationships xmlns="http://schemas.openxmlformats.org/package/2006/relationships"><Relationship Id="rId2" Type="http://schemas.openxmlformats.org/officeDocument/2006/relationships/image" Target="../media/image14.jpeg" /><Relationship Id="rId1" Type="http://schemas.openxmlformats.org/officeDocument/2006/relationships/slideLayout" Target="../slideLayouts/slideLayout30.xml" /></Relationships>
</file>

<file path=ppt/slides/_rels/slide9.xml.rels><?xml version="1.0" encoding="UTF-8" standalone="yes"?>
<Relationships xmlns="http://schemas.openxmlformats.org/package/2006/relationships"><Relationship Id="rId2" Type="http://schemas.openxmlformats.org/officeDocument/2006/relationships/image" Target="../media/image14.jpeg" /><Relationship Id="rId1" Type="http://schemas.openxmlformats.org/officeDocument/2006/relationships/slideLayout" Target="../slideLayouts/slideLayout30.xml" /></Relationships>
</file>

<file path=ppt/slides/_rels/slide10.xml.rels><?xml version="1.0" encoding="UTF-8" standalone="yes"?>
<Relationships xmlns="http://schemas.openxmlformats.org/package/2006/relationships"><Relationship Id="rId2" Type="http://schemas.openxmlformats.org/officeDocument/2006/relationships/image" Target="../media/image17.jpeg" /><Relationship Id="rId1" Type="http://schemas.openxmlformats.org/officeDocument/2006/relationships/slideLayout" Target="../slideLayouts/slideLayout30.xml" /></Relationships>
</file>

<file path=ppt/slides/_rels/slide11.xml.rels><?xml version="1.0" encoding="UTF-8" standalone="yes"?>
<Relationships xmlns="http://schemas.openxmlformats.org/package/2006/relationships"><Relationship Id="rId2" Type="http://schemas.openxmlformats.org/officeDocument/2006/relationships/image" Target="../media/image18.jpeg" /><Relationship Id="rId1" Type="http://schemas.openxmlformats.org/officeDocument/2006/relationships/slideLayout" Target="../slideLayouts/slideLayout30.xml" /></Relationships>
</file>

<file path=ppt/slides/_rels/slide12.xml.rels><?xml version="1.0" encoding="UTF-8" standalone="yes"?>
<Relationships xmlns="http://schemas.openxmlformats.org/package/2006/relationships"><Relationship Id="rId3" Type="http://schemas.openxmlformats.org/officeDocument/2006/relationships/image" Target="../media/image20.png" /><Relationship Id="rId2" Type="http://schemas.openxmlformats.org/officeDocument/2006/relationships/image" Target="../media/image19.jpeg" /><Relationship Id="rId1" Type="http://schemas.openxmlformats.org/officeDocument/2006/relationships/slideLayout" Target="../slideLayouts/slideLayout30.xml" /><Relationship Id="rId5" Type="http://schemas.openxmlformats.org/officeDocument/2006/relationships/image" Target="../media/image22.jpeg" /><Relationship Id="rId4" Type="http://schemas.openxmlformats.org/officeDocument/2006/relationships/image" Target="../media/image21.png" /></Relationships>
</file>

<file path=ppt/slides/_rels/slide13.xml.rels><?xml version="1.0" encoding="UTF-8" standalone="yes"?>
<Relationships xmlns="http://schemas.openxmlformats.org/package/2006/relationships"><Relationship Id="rId3" Type="http://schemas.openxmlformats.org/officeDocument/2006/relationships/image" Target="../media/image23.png" /><Relationship Id="rId2" Type="http://schemas.openxmlformats.org/officeDocument/2006/relationships/image" Target="../media/image6.jpeg" /><Relationship Id="rId1" Type="http://schemas.openxmlformats.org/officeDocument/2006/relationships/slideLayout" Target="../slideLayouts/slideLayout30.xml" /></Relationships>
</file>

<file path=ppt/slides/_rels/slide14.xml.rels><?xml version="1.0" encoding="UTF-8" standalone="yes"?>
<Relationships xmlns="http://schemas.openxmlformats.org/package/2006/relationships"><Relationship Id="rId3" Type="http://schemas.openxmlformats.org/officeDocument/2006/relationships/image" Target="../media/image25.jpeg" /><Relationship Id="rId2" Type="http://schemas.openxmlformats.org/officeDocument/2006/relationships/image" Target="../media/image24.jpeg" /><Relationship Id="rId1" Type="http://schemas.openxmlformats.org/officeDocument/2006/relationships/slideLayout" Target="../slideLayouts/slideLayout30.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0.xml" /></Relationships>
</file>

<file path=ppt/slides/_rels/slide18.xml.rels><?xml version="1.0" encoding="UTF-8" standalone="yes"?>
<Relationships xmlns="http://schemas.openxmlformats.org/package/2006/relationships"><Relationship Id="rId3" Type="http://schemas.openxmlformats.org/officeDocument/2006/relationships/image" Target="../media/image26.png" /><Relationship Id="rId2" Type="http://schemas.openxmlformats.org/officeDocument/2006/relationships/notesSlide" Target="../notesSlides/notesSlide2.xml" /><Relationship Id="rId1" Type="http://schemas.openxmlformats.org/officeDocument/2006/relationships/slideLayout" Target="../slideLayouts/slideLayout13.xml" /><Relationship Id="rId4" Type="http://schemas.microsoft.com/office/2007/relationships/hdphoto" Target="../media/hdphoto7.wdp" /></Relationships>
</file>

<file path=ppt/slides/_rels/slide19.xml.rels><?xml version="1.0" encoding="UTF-8" standalone="yes"?>
<Relationships xmlns="http://schemas.openxmlformats.org/package/2006/relationships"><Relationship Id="rId3" Type="http://schemas.openxmlformats.org/officeDocument/2006/relationships/image" Target="../media/image28.jpeg" /><Relationship Id="rId2" Type="http://schemas.openxmlformats.org/officeDocument/2006/relationships/image" Target="../media/image27.jpeg" /><Relationship Id="rId1" Type="http://schemas.openxmlformats.org/officeDocument/2006/relationships/slideLayout" Target="../slideLayouts/slideLayout13.xml" /></Relationships>
</file>

<file path=ppt/slides/_rels/slide20.xml.rels><?xml version="1.0" encoding="UTF-8" standalone="yes"?>
<Relationships xmlns="http://schemas.openxmlformats.org/package/2006/relationships"><Relationship Id="rId3" Type="http://schemas.openxmlformats.org/officeDocument/2006/relationships/image" Target="../media/image30.jpeg" /><Relationship Id="rId2" Type="http://schemas.openxmlformats.org/officeDocument/2006/relationships/image" Target="../media/image29.jpeg" /><Relationship Id="rId1" Type="http://schemas.openxmlformats.org/officeDocument/2006/relationships/slideLayout" Target="../slideLayouts/slideLayout13.xml" /></Relationships>
</file>

<file path=ppt/slides/_rels/slide21.xml.rels><?xml version="1.0" encoding="UTF-8" standalone="yes"?>
<Relationships xmlns="http://schemas.openxmlformats.org/package/2006/relationships"><Relationship Id="rId3" Type="http://schemas.openxmlformats.org/officeDocument/2006/relationships/image" Target="../media/image31.jpeg" /><Relationship Id="rId2" Type="http://schemas.openxmlformats.org/officeDocument/2006/relationships/image" Target="../media/image8.jpeg" /><Relationship Id="rId1" Type="http://schemas.openxmlformats.org/officeDocument/2006/relationships/slideLayout" Target="../slideLayouts/slideLayout13.xml" /></Relationships>
</file>

<file path=ppt/slides/_rels/slide22.xml.rels><?xml version="1.0" encoding="UTF-8" standalone="yes"?>
<Relationships xmlns="http://schemas.openxmlformats.org/package/2006/relationships"><Relationship Id="rId3" Type="http://schemas.openxmlformats.org/officeDocument/2006/relationships/image" Target="../media/image33.jpeg" /><Relationship Id="rId2" Type="http://schemas.openxmlformats.org/officeDocument/2006/relationships/image" Target="../media/image32.jpeg" /><Relationship Id="rId1" Type="http://schemas.openxmlformats.org/officeDocument/2006/relationships/slideLayout" Target="../slideLayouts/slideLayout13.xml" /></Relationships>
</file>

<file path=ppt/slides/_rels/slide23.xml.rels><?xml version="1.0" encoding="UTF-8" standalone="yes"?>
<Relationships xmlns="http://schemas.openxmlformats.org/package/2006/relationships"><Relationship Id="rId3" Type="http://schemas.openxmlformats.org/officeDocument/2006/relationships/image" Target="../media/image35.jpeg" /><Relationship Id="rId2" Type="http://schemas.openxmlformats.org/officeDocument/2006/relationships/image" Target="../media/image34.jpeg" /><Relationship Id="rId1" Type="http://schemas.openxmlformats.org/officeDocument/2006/relationships/slideLayout" Target="../slideLayouts/slideLayout13.xml" /></Relationships>
</file>

<file path=ppt/slides/_rels/slide24.xml.rels><?xml version="1.0" encoding="UTF-8" standalone="yes"?>
<Relationships xmlns="http://schemas.openxmlformats.org/package/2006/relationships"><Relationship Id="rId3" Type="http://schemas.openxmlformats.org/officeDocument/2006/relationships/image" Target="../media/image37.jpeg" /><Relationship Id="rId2" Type="http://schemas.openxmlformats.org/officeDocument/2006/relationships/image" Target="../media/image36.jpeg" /><Relationship Id="rId1" Type="http://schemas.openxmlformats.org/officeDocument/2006/relationships/slideLayout" Target="../slideLayouts/slideLayout13.xml" /></Relationships>
</file>

<file path=ppt/slides/_rels/slide25.xml.rels><?xml version="1.0" encoding="UTF-8" standalone="yes"?>
<Relationships xmlns="http://schemas.openxmlformats.org/package/2006/relationships"><Relationship Id="rId3" Type="http://schemas.openxmlformats.org/officeDocument/2006/relationships/image" Target="../media/image39.jpeg" /><Relationship Id="rId2" Type="http://schemas.openxmlformats.org/officeDocument/2006/relationships/image" Target="../media/image38.jpeg" /><Relationship Id="rId1" Type="http://schemas.openxmlformats.org/officeDocument/2006/relationships/slideLayout" Target="../slideLayouts/slideLayout13.xml" /></Relationships>
</file>

<file path=ppt/slides/_rels/slide26.xml.rels><?xml version="1.0" encoding="UTF-8" standalone="yes"?>
<Relationships xmlns="http://schemas.openxmlformats.org/package/2006/relationships"><Relationship Id="rId3" Type="http://schemas.openxmlformats.org/officeDocument/2006/relationships/image" Target="../media/image41.jpeg" /><Relationship Id="rId2" Type="http://schemas.openxmlformats.org/officeDocument/2006/relationships/image" Target="../media/image40.jpeg" /><Relationship Id="rId1" Type="http://schemas.openxmlformats.org/officeDocument/2006/relationships/slideLayout" Target="../slideLayouts/slideLayout13.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81915" y="1313180"/>
            <a:ext cx="6960870" cy="3317240"/>
          </a:xfrm>
        </p:spPr>
        <p:txBody>
          <a:bodyPr/>
          <a:lstStyle/>
          <a:p>
            <a:pPr>
              <a:lnSpc>
                <a:spcPct val="100000"/>
              </a:lnSpc>
            </a:pPr>
            <a:r>
              <a:rPr lang="en-US" b="0" dirty="0"/>
              <a:t>        </a:t>
            </a:r>
            <a:r>
              <a:rPr lang="en-US" sz="2000" b="0" spc="300" dirty="0">
                <a:latin typeface="Bahnschrift SemiBold" panose="020B0502040204020203" pitchFamily="34" charset="0"/>
              </a:rPr>
              <a:t>R.D.TECH INFRA</a:t>
            </a:r>
            <a:br>
              <a:rPr lang="en-US" sz="2000" b="0" dirty="0">
                <a:latin typeface="Bahnschrift SemiBold" panose="020B0502040204020203" pitchFamily="34" charset="0"/>
              </a:rPr>
            </a:br>
            <a:br>
              <a:rPr lang="en-US" sz="1800" b="0" dirty="0">
                <a:effectLst>
                  <a:outerShdw blurRad="38100" dist="38100" dir="2700000" algn="tl">
                    <a:srgbClr val="000000">
                      <a:alpha val="43137"/>
                    </a:srgbClr>
                  </a:outerShdw>
                </a:effectLst>
                <a:latin typeface="Bahnschrift SemiBold" panose="020B0502040204020203" pitchFamily="34" charset="0"/>
              </a:rPr>
            </a:br>
            <a:r>
              <a:rPr lang="en-US" sz="1800" b="0" dirty="0">
                <a:effectLst>
                  <a:outerShdw blurRad="38100" dist="38100" dir="2700000" algn="tl">
                    <a:srgbClr val="000000">
                      <a:alpha val="43137"/>
                    </a:srgbClr>
                  </a:outerShdw>
                </a:effectLst>
                <a:latin typeface="Bahnschrift SemiBold" panose="020B0502040204020203" pitchFamily="34" charset="0"/>
              </a:rPr>
              <a:t>   </a:t>
            </a:r>
            <a:r>
              <a:rPr lang="en-US" sz="1600" b="0" spc="300" dirty="0">
                <a:effectLst>
                  <a:outerShdw blurRad="38100" dist="38100" dir="2700000" algn="tl">
                    <a:srgbClr val="000000">
                      <a:alpha val="43137"/>
                    </a:srgbClr>
                  </a:outerShdw>
                </a:effectLst>
                <a:latin typeface="Bahnschrift SemiBold SemiCondensed" panose="020B0502040204020203" pitchFamily="34" charset="0"/>
              </a:rPr>
              <a:t>MURALI NIKETAN, S2-K2/326, INDRA NAGAR,</a:t>
            </a:r>
            <a:br>
              <a:rPr lang="en-US" sz="1600" b="0" spc="300" dirty="0">
                <a:effectLst>
                  <a:outerShdw blurRad="38100" dist="38100" dir="2700000" algn="tl">
                    <a:srgbClr val="000000">
                      <a:alpha val="43137"/>
                    </a:srgbClr>
                  </a:outerShdw>
                </a:effectLst>
                <a:latin typeface="Bahnschrift SemiBold SemiCondensed" panose="020B0502040204020203" pitchFamily="34" charset="0"/>
              </a:rPr>
            </a:br>
            <a:r>
              <a:rPr lang="en-US" sz="1600" b="0" spc="300" dirty="0">
                <a:effectLst>
                  <a:outerShdw blurRad="38100" dist="38100" dir="2700000" algn="tl">
                    <a:srgbClr val="000000">
                      <a:alpha val="43137"/>
                    </a:srgbClr>
                  </a:outerShdw>
                </a:effectLst>
                <a:latin typeface="Bahnschrift SemiBold SemiCondensed" panose="020B0502040204020203" pitchFamily="34" charset="0"/>
              </a:rPr>
              <a:t>         </a:t>
            </a:r>
            <a:br>
              <a:rPr lang="en-US" sz="1600" b="0" spc="300" dirty="0">
                <a:effectLst>
                  <a:outerShdw blurRad="38100" dist="38100" dir="2700000" algn="tl">
                    <a:srgbClr val="000000">
                      <a:alpha val="43137"/>
                    </a:srgbClr>
                  </a:outerShdw>
                </a:effectLst>
                <a:latin typeface="Bahnschrift SemiBold SemiCondensed" panose="020B0502040204020203" pitchFamily="34" charset="0"/>
              </a:rPr>
            </a:br>
            <a:r>
              <a:rPr lang="en-US" sz="1600" b="0" spc="300" dirty="0">
                <a:effectLst>
                  <a:outerShdw blurRad="38100" dist="38100" dir="2700000" algn="tl">
                    <a:srgbClr val="000000">
                      <a:alpha val="43137"/>
                    </a:srgbClr>
                  </a:outerShdw>
                </a:effectLst>
                <a:latin typeface="Bahnschrift SemiBold SemiCondensed" panose="020B0502040204020203" pitchFamily="34" charset="0"/>
              </a:rPr>
              <a:t>                  LUCKNOW 226016-UP</a:t>
            </a:r>
            <a:br>
              <a:rPr lang="en-US" sz="1800" b="0" spc="300" dirty="0">
                <a:latin typeface="Bahnschrift SemiBold SemiCondensed" panose="020B0502040204020203" pitchFamily="34" charset="0"/>
              </a:rPr>
            </a:br>
            <a:r>
              <a:rPr lang="en-US" sz="1800" b="0" cap="none" spc="300" dirty="0">
                <a:latin typeface="Bahnschrift SemiBold SemiCondensed" panose="020B0502040204020203" pitchFamily="34" charset="0"/>
              </a:rPr>
              <a:t>                             </a:t>
            </a:r>
            <a:br>
              <a:rPr lang="en-US" sz="1800" b="0" cap="none" spc="300" dirty="0">
                <a:latin typeface="Bahnschrift SemiBold SemiCondensed" panose="020B0502040204020203" pitchFamily="34" charset="0"/>
              </a:rPr>
            </a:br>
            <a:r>
              <a:rPr lang="en-US" sz="1800" b="0" cap="none" spc="300" dirty="0">
                <a:latin typeface="Bahnschrift SemiBold SemiCondensed" panose="020B0502040204020203" pitchFamily="34" charset="0"/>
              </a:rPr>
              <a:t>                       </a:t>
            </a:r>
            <a:r>
              <a:rPr lang="en-US" sz="1600" b="0" cap="none" spc="300" dirty="0">
                <a:latin typeface="Bahnschrift SemiBold SemiCondensed" panose="020B0502040204020203" pitchFamily="34" charset="0"/>
              </a:rPr>
              <a:t>Mob: 7571004610,7526004610</a:t>
            </a:r>
            <a:br>
              <a:rPr lang="en-US" sz="1600" b="0" spc="300" dirty="0">
                <a:latin typeface="Bahnschrift SemiBold SemiCondensed" panose="020B0502040204020203" pitchFamily="34" charset="0"/>
              </a:rPr>
            </a:br>
            <a:br>
              <a:rPr lang="en-US" sz="1600" b="0" spc="300" dirty="0">
                <a:latin typeface="Bahnschrift SemiBold SemiCondensed" panose="020B0502040204020203" pitchFamily="34" charset="0"/>
              </a:rPr>
            </a:br>
            <a:br>
              <a:rPr lang="en-US" sz="1800" b="0" spc="300" dirty="0">
                <a:latin typeface="Bahnschrift SemiBold SemiCondensed" panose="020B0502040204020203" pitchFamily="34" charset="0"/>
              </a:rPr>
            </a:br>
            <a:r>
              <a:rPr lang="en-IN" altLang="en-US" sz="1800" b="0" spc="300" dirty="0">
                <a:latin typeface="Bahnschrift SemiBold SemiCondensed" panose="020B0502040204020203" pitchFamily="34" charset="0"/>
              </a:rPr>
              <a:t>          </a:t>
            </a:r>
            <a:r>
              <a:rPr lang="en-US" sz="1600" b="0" cap="none" spc="300" dirty="0">
                <a:latin typeface="Bahnschrift SemiBold SemiCondensed" panose="020B0502040204020203" pitchFamily="34" charset="0"/>
              </a:rPr>
              <a:t>email: projectrdtechinfra@gmail.com</a:t>
            </a:r>
            <a:r>
              <a:rPr lang="en-US" sz="1800" b="0" cap="none" spc="300" dirty="0">
                <a:latin typeface="Bahnschrift SemiBold SemiCondensed" panose="020B0502040204020203" pitchFamily="34" charset="0"/>
              </a:rPr>
              <a:t>   </a:t>
            </a:r>
            <a:br>
              <a:rPr lang="en-US" b="0" spc="300" dirty="0"/>
            </a:br>
            <a:endParaRPr lang="en-US" b="0" spc="300" dirty="0"/>
          </a:p>
        </p:txBody>
      </p:sp>
      <p:sp>
        <p:nvSpPr>
          <p:cNvPr id="7" name="Subtitle 6"/>
          <p:cNvSpPr>
            <a:spLocks noGrp="1"/>
          </p:cNvSpPr>
          <p:nvPr>
            <p:ph type="subTitle" idx="1"/>
          </p:nvPr>
        </p:nvSpPr>
        <p:spPr>
          <a:xfrm>
            <a:off x="816768" y="367479"/>
            <a:ext cx="5822027" cy="578325"/>
          </a:xfrm>
        </p:spPr>
        <p:txBody>
          <a:bodyPr/>
          <a:lstStyle/>
          <a:p>
            <a:r>
              <a:rPr lang="en-US" dirty="0"/>
              <a:t>             </a:t>
            </a:r>
            <a:r>
              <a:rPr lang="en-US" dirty="0">
                <a:latin typeface="+mj-lt"/>
              </a:rPr>
              <a:t>PROFILE</a:t>
            </a:r>
          </a:p>
        </p:txBody>
      </p:sp>
      <p:pic>
        <p:nvPicPr>
          <p:cNvPr id="3" name="Picture 2"/>
          <p:cNvPicPr>
            <a:picLocks noChangeAspect="1"/>
          </p:cNvPicPr>
          <p:nvPr/>
        </p:nvPicPr>
        <p:blipFill>
          <a:blip r:embed="rId2"/>
          <a:stretch>
            <a:fillRect/>
          </a:stretch>
        </p:blipFill>
        <p:spPr>
          <a:xfrm>
            <a:off x="6638795" y="-1"/>
            <a:ext cx="5553205" cy="6858001"/>
          </a:xfrm>
          <a:prstGeom prst="rect">
            <a:avLst/>
          </a:prstGeom>
        </p:spPr>
      </p:pic>
      <p:pic>
        <p:nvPicPr>
          <p:cNvPr id="6" name="Picture 5"/>
          <p:cNvPicPr>
            <a:picLocks noChangeAspect="1"/>
          </p:cNvPicPr>
          <p:nvPr/>
        </p:nvPicPr>
        <p:blipFill>
          <a:blip r:embed="rId3"/>
          <a:stretch>
            <a:fillRect/>
          </a:stretch>
        </p:blipFill>
        <p:spPr>
          <a:xfrm>
            <a:off x="2057400" y="4630420"/>
            <a:ext cx="4581525" cy="22371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bg1"/>
                </a:solidFill>
              </a:rPr>
              <a:t>INTRO</a:t>
            </a:r>
          </a:p>
        </p:txBody>
      </p:sp>
      <p:pic>
        <p:nvPicPr>
          <p:cNvPr id="15" name="Picture Placeholder 14" descr="White modern architecture"/>
          <p:cNvPicPr>
            <a:picLocks noGrp="1" noChangeAspect="1"/>
          </p:cNvPicPr>
          <p:nvPr>
            <p:ph type="pic" sz="quarter" idx="11"/>
          </p:nvPr>
        </p:nvPicPr>
        <p:blipFill rotWithShape="1">
          <a:blip r:embed="rId2" cstate="print">
            <a:grayscl/>
            <a:extLst>
              <a:ext uri="{BEBA8EAE-BF5A-486C-A8C5-ECC9F3942E4B}">
                <a14:imgProps xmlns:a14="http://schemas.microsoft.com/office/drawing/2010/main">
                  <a14:imgLayer r:embed="rId3">
                    <a14:imgEffect>
                      <a14:brightnessContrast contrast="40000"/>
                    </a14:imgEffect>
                    <a14:imgEffect>
                      <a14:sharpenSoften amount="25000"/>
                    </a14:imgEffect>
                  </a14:imgLayer>
                </a14:imgProps>
              </a:ext>
            </a:extLst>
          </a:blip>
          <a:srcRect/>
          <a:stretch>
            <a:fillRect/>
          </a:stretch>
        </p:blipFill>
        <p:spPr>
          <a:xfrm>
            <a:off x="846455" y="2090420"/>
            <a:ext cx="4634230" cy="3272155"/>
          </a:xfrm>
        </p:spPr>
      </p:pic>
      <p:sp>
        <p:nvSpPr>
          <p:cNvPr id="2" name="Text Placeholder 1"/>
          <p:cNvSpPr>
            <a:spLocks noGrp="1"/>
          </p:cNvSpPr>
          <p:nvPr>
            <p:ph type="body" idx="1"/>
          </p:nvPr>
        </p:nvSpPr>
        <p:spPr>
          <a:xfrm>
            <a:off x="6021705" y="601980"/>
            <a:ext cx="5332095" cy="5376545"/>
          </a:xfrm>
        </p:spPr>
        <p:txBody>
          <a:bodyPr/>
          <a:lstStyle/>
          <a:p>
            <a:r>
              <a:rPr lang="en-US" altLang="en-US" sz="1200" dirty="0"/>
              <a:t>Construction Industry inevitably plays a very important role in the development of a Country. A good highway system is considered to be the most important attribute for the Industrial  Development of a Country. Keeping in view the </a:t>
            </a:r>
          </a:p>
          <a:p>
            <a:r>
              <a:rPr lang="en-US" altLang="en-US" sz="1200" dirty="0"/>
              <a:t>Importance  of the Construction sector in shaping the socio-economic   face of a country as also various development programs of the Central Government and the State Governments, R.D. Tech Infra a Proprietor ship Business was set up by Santosh Kumar Pandey in 2023.</a:t>
            </a:r>
          </a:p>
          <a:p>
            <a:r>
              <a:rPr lang="en-US" altLang="en-US" sz="1200" dirty="0"/>
              <a:t>                                                                                          </a:t>
            </a:r>
          </a:p>
          <a:p>
            <a:r>
              <a:rPr lang="en-US" altLang="en-US" sz="1200" dirty="0"/>
              <a:t>R.D. Tech Infra brings together best of breed technologies in the telecom and enterprise domains to address clients’ critical business needs. R.D. Tech Infra has a group of expert professionals who</a:t>
            </a:r>
            <a:r>
              <a:rPr lang="en-US" altLang="en-US" sz="800" dirty="0"/>
              <a:t> </a:t>
            </a:r>
            <a:r>
              <a:rPr lang="en-US" altLang="en-US" sz="1200" dirty="0"/>
              <a:t>specialize in the execution of contracts and have the ability to respond to the most demanding challenges.</a:t>
            </a:r>
          </a:p>
          <a:p>
            <a:r>
              <a:rPr lang="en-US" altLang="en-US" sz="1200" dirty="0"/>
              <a:t>R.D. Tech Infra comprehensive portfolio of services is aligned across its business, e.g. Security services. A brief on the “Security” services within the “Government &amp; Corporate” stream is detailed below.</a:t>
            </a:r>
          </a:p>
        </p:txBody>
      </p:sp>
      <p:sp>
        <p:nvSpPr>
          <p:cNvPr id="11" name="Footer Placeholder 10"/>
          <p:cNvSpPr>
            <a:spLocks noGrp="1"/>
          </p:cNvSpPr>
          <p:nvPr>
            <p:ph type="ftr" sz="quarter" idx="12"/>
          </p:nvPr>
        </p:nvSpPr>
        <p:spPr/>
        <p:txBody>
          <a:bodyPr/>
          <a:lstStyle/>
          <a:p>
            <a:r>
              <a:rPr lang="en-US" dirty="0"/>
              <a:t>Presentation Title</a:t>
            </a:r>
          </a:p>
        </p:txBody>
      </p:sp>
      <p:sp>
        <p:nvSpPr>
          <p:cNvPr id="12" name="Slide Number Placeholder 11"/>
          <p:cNvSpPr>
            <a:spLocks noGrp="1"/>
          </p:cNvSpPr>
          <p:nvPr>
            <p:ph type="sldNum" sz="quarter" idx="13"/>
          </p:nvPr>
        </p:nvSpPr>
        <p:spPr/>
        <p:txBody>
          <a:bodyPr/>
          <a:lstStyle/>
          <a:p>
            <a:fld id="{09A01C0A-2BB6-49E7-91A3-DCB9F9F59583}" type="slidenum">
              <a:rPr lang="en-US" smtClean="0"/>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145" y="-34290"/>
            <a:ext cx="12192000" cy="5750560"/>
            <a:chOff x="0" y="1695450"/>
            <a:chExt cx="7772400" cy="6667500"/>
          </a:xfrm>
        </p:grpSpPr>
        <p:pic>
          <p:nvPicPr>
            <p:cNvPr id="3" name="object 3"/>
            <p:cNvPicPr/>
            <p:nvPr/>
          </p:nvPicPr>
          <p:blipFill>
            <a:blip r:embed="rId2" cstate="print"/>
            <a:stretch>
              <a:fillRect/>
            </a:stretch>
          </p:blipFill>
          <p:spPr>
            <a:xfrm>
              <a:off x="0" y="1695450"/>
              <a:ext cx="7772400" cy="6667500"/>
            </a:xfrm>
            <a:prstGeom prst="rect">
              <a:avLst/>
            </a:prstGeom>
          </p:spPr>
        </p:pic>
        <p:pic>
          <p:nvPicPr>
            <p:cNvPr id="4" name="object 4"/>
            <p:cNvPicPr/>
            <p:nvPr/>
          </p:nvPicPr>
          <p:blipFill>
            <a:blip r:embed="rId3" cstate="print"/>
            <a:stretch>
              <a:fillRect/>
            </a:stretch>
          </p:blipFill>
          <p:spPr>
            <a:xfrm>
              <a:off x="3084829" y="3152013"/>
              <a:ext cx="2077085" cy="483234"/>
            </a:xfrm>
            <a:prstGeom prst="rect">
              <a:avLst/>
            </a:prstGeom>
          </p:spPr>
        </p:pic>
        <p:pic>
          <p:nvPicPr>
            <p:cNvPr id="5" name="object 5"/>
            <p:cNvPicPr/>
            <p:nvPr/>
          </p:nvPicPr>
          <p:blipFill>
            <a:blip r:embed="rId4" cstate="print"/>
            <a:stretch>
              <a:fillRect/>
            </a:stretch>
          </p:blipFill>
          <p:spPr>
            <a:xfrm>
              <a:off x="3159543" y="4116133"/>
              <a:ext cx="1873250" cy="591185"/>
            </a:xfrm>
            <a:prstGeom prst="rect">
              <a:avLst/>
            </a:prstGeom>
          </p:spPr>
        </p:pic>
        <p:pic>
          <p:nvPicPr>
            <p:cNvPr id="6" name="object 6"/>
            <p:cNvPicPr/>
            <p:nvPr/>
          </p:nvPicPr>
          <p:blipFill>
            <a:blip r:embed="rId5" cstate="print"/>
            <a:stretch>
              <a:fillRect/>
            </a:stretch>
          </p:blipFill>
          <p:spPr>
            <a:xfrm>
              <a:off x="3188335" y="5112258"/>
              <a:ext cx="1873250" cy="365760"/>
            </a:xfrm>
            <a:prstGeom prst="rect">
              <a:avLst/>
            </a:prstGeom>
          </p:spPr>
        </p:pic>
        <p:pic>
          <p:nvPicPr>
            <p:cNvPr id="7" name="object 7"/>
            <p:cNvPicPr/>
            <p:nvPr/>
          </p:nvPicPr>
          <p:blipFill>
            <a:blip r:embed="rId5" cstate="print"/>
            <a:stretch>
              <a:fillRect/>
            </a:stretch>
          </p:blipFill>
          <p:spPr>
            <a:xfrm>
              <a:off x="3188335" y="5707888"/>
              <a:ext cx="1873250" cy="365760"/>
            </a:xfrm>
            <a:prstGeom prst="rect">
              <a:avLst/>
            </a:prstGeom>
          </p:spPr>
        </p:pic>
        <p:pic>
          <p:nvPicPr>
            <p:cNvPr id="8" name="object 8"/>
            <p:cNvPicPr/>
            <p:nvPr/>
          </p:nvPicPr>
          <p:blipFill>
            <a:blip r:embed="rId5" cstate="print"/>
            <a:stretch>
              <a:fillRect/>
            </a:stretch>
          </p:blipFill>
          <p:spPr>
            <a:xfrm>
              <a:off x="3188335" y="6295897"/>
              <a:ext cx="1873250" cy="365760"/>
            </a:xfrm>
            <a:prstGeom prst="rect">
              <a:avLst/>
            </a:prstGeom>
          </p:spPr>
        </p:pic>
        <p:pic>
          <p:nvPicPr>
            <p:cNvPr id="9" name="object 9"/>
            <p:cNvPicPr/>
            <p:nvPr/>
          </p:nvPicPr>
          <p:blipFill>
            <a:blip r:embed="rId5" cstate="print"/>
            <a:stretch>
              <a:fillRect/>
            </a:stretch>
          </p:blipFill>
          <p:spPr>
            <a:xfrm>
              <a:off x="3188335" y="6884542"/>
              <a:ext cx="1873250" cy="365760"/>
            </a:xfrm>
            <a:prstGeom prst="rect">
              <a:avLst/>
            </a:prstGeom>
          </p:spPr>
        </p:pic>
        <p:pic>
          <p:nvPicPr>
            <p:cNvPr id="10" name="object 10"/>
            <p:cNvPicPr/>
            <p:nvPr/>
          </p:nvPicPr>
          <p:blipFill>
            <a:blip r:embed="rId5" cstate="print"/>
            <a:stretch>
              <a:fillRect/>
            </a:stretch>
          </p:blipFill>
          <p:spPr>
            <a:xfrm>
              <a:off x="3188335" y="7469378"/>
              <a:ext cx="1873250" cy="365760"/>
            </a:xfrm>
            <a:prstGeom prst="rect">
              <a:avLst/>
            </a:prstGeom>
          </p:spPr>
        </p:pic>
      </p:grpSp>
      <p:sp>
        <p:nvSpPr>
          <p:cNvPr id="11" name="object 11"/>
          <p:cNvSpPr txBox="1"/>
          <p:nvPr/>
        </p:nvSpPr>
        <p:spPr>
          <a:xfrm>
            <a:off x="160655" y="88900"/>
            <a:ext cx="11593830" cy="926465"/>
          </a:xfrm>
          <a:prstGeom prst="rect">
            <a:avLst/>
          </a:prstGeom>
        </p:spPr>
        <p:txBody>
          <a:bodyPr vert="horz" wrap="square" lIns="0" tIns="23813" rIns="0" bIns="0" rtlCol="0">
            <a:noAutofit/>
          </a:bodyPr>
          <a:lstStyle/>
          <a:p>
            <a:pPr marL="8890" marR="3175" algn="just">
              <a:lnSpc>
                <a:spcPct val="88000"/>
              </a:lnSpc>
              <a:spcBef>
                <a:spcPts val="185"/>
              </a:spcBef>
            </a:pPr>
            <a:r>
              <a:rPr sz="1200" dirty="0">
                <a:solidFill>
                  <a:schemeClr val="bg1"/>
                </a:solidFill>
                <a:latin typeface="Arial MT"/>
                <a:cs typeface="Arial MT"/>
              </a:rPr>
              <a:t>R.D.</a:t>
            </a:r>
            <a:r>
              <a:rPr sz="1200" spc="109" dirty="0">
                <a:solidFill>
                  <a:schemeClr val="bg1"/>
                </a:solidFill>
                <a:latin typeface="Arial MT"/>
                <a:cs typeface="Arial MT"/>
              </a:rPr>
              <a:t> </a:t>
            </a:r>
            <a:r>
              <a:rPr sz="1200" dirty="0">
                <a:solidFill>
                  <a:schemeClr val="bg1"/>
                </a:solidFill>
                <a:latin typeface="Arial MT"/>
                <a:cs typeface="Arial MT"/>
              </a:rPr>
              <a:t>Tech</a:t>
            </a:r>
            <a:r>
              <a:rPr sz="1200" spc="116" dirty="0">
                <a:solidFill>
                  <a:schemeClr val="bg1"/>
                </a:solidFill>
                <a:latin typeface="Arial MT"/>
                <a:cs typeface="Arial MT"/>
              </a:rPr>
              <a:t> </a:t>
            </a:r>
            <a:r>
              <a:rPr sz="1200" dirty="0">
                <a:solidFill>
                  <a:schemeClr val="bg1"/>
                </a:solidFill>
                <a:latin typeface="Arial MT"/>
                <a:cs typeface="Arial MT"/>
              </a:rPr>
              <a:t>Infra</a:t>
            </a:r>
            <a:r>
              <a:rPr sz="1200" spc="119" dirty="0">
                <a:solidFill>
                  <a:schemeClr val="bg1"/>
                </a:solidFill>
                <a:latin typeface="Arial MT"/>
                <a:cs typeface="Arial MT"/>
              </a:rPr>
              <a:t> </a:t>
            </a:r>
            <a:r>
              <a:rPr sz="1200" dirty="0">
                <a:solidFill>
                  <a:schemeClr val="bg1"/>
                </a:solidFill>
                <a:latin typeface="Arial MT"/>
                <a:cs typeface="Arial MT"/>
              </a:rPr>
              <a:t>brings</a:t>
            </a:r>
            <a:r>
              <a:rPr sz="1200" spc="112" dirty="0">
                <a:solidFill>
                  <a:schemeClr val="bg1"/>
                </a:solidFill>
                <a:latin typeface="Arial MT"/>
                <a:cs typeface="Arial MT"/>
              </a:rPr>
              <a:t> </a:t>
            </a:r>
            <a:r>
              <a:rPr sz="1200" dirty="0">
                <a:solidFill>
                  <a:schemeClr val="bg1"/>
                </a:solidFill>
                <a:latin typeface="Arial MT"/>
                <a:cs typeface="Arial MT"/>
              </a:rPr>
              <a:t>together</a:t>
            </a:r>
            <a:r>
              <a:rPr sz="1200" spc="109" dirty="0">
                <a:solidFill>
                  <a:schemeClr val="bg1"/>
                </a:solidFill>
                <a:latin typeface="Arial MT"/>
                <a:cs typeface="Arial MT"/>
              </a:rPr>
              <a:t> </a:t>
            </a:r>
            <a:r>
              <a:rPr sz="1200" dirty="0">
                <a:solidFill>
                  <a:schemeClr val="bg1"/>
                </a:solidFill>
                <a:latin typeface="Arial MT"/>
                <a:cs typeface="Arial MT"/>
              </a:rPr>
              <a:t>best</a:t>
            </a:r>
            <a:r>
              <a:rPr sz="1200" spc="112" dirty="0">
                <a:solidFill>
                  <a:schemeClr val="bg1"/>
                </a:solidFill>
                <a:latin typeface="Arial MT"/>
                <a:cs typeface="Arial MT"/>
              </a:rPr>
              <a:t> </a:t>
            </a:r>
            <a:r>
              <a:rPr sz="1200" dirty="0">
                <a:solidFill>
                  <a:schemeClr val="bg1"/>
                </a:solidFill>
                <a:latin typeface="Arial MT"/>
                <a:cs typeface="Arial MT"/>
              </a:rPr>
              <a:t>of</a:t>
            </a:r>
            <a:r>
              <a:rPr sz="1200" spc="116" dirty="0">
                <a:solidFill>
                  <a:schemeClr val="bg1"/>
                </a:solidFill>
                <a:latin typeface="Arial MT"/>
                <a:cs typeface="Arial MT"/>
              </a:rPr>
              <a:t> </a:t>
            </a:r>
            <a:r>
              <a:rPr sz="1200" dirty="0">
                <a:solidFill>
                  <a:schemeClr val="bg1"/>
                </a:solidFill>
                <a:latin typeface="Arial MT"/>
                <a:cs typeface="Arial MT"/>
              </a:rPr>
              <a:t>breed</a:t>
            </a:r>
            <a:r>
              <a:rPr sz="1200" spc="116" dirty="0">
                <a:solidFill>
                  <a:schemeClr val="bg1"/>
                </a:solidFill>
                <a:latin typeface="Arial MT"/>
                <a:cs typeface="Arial MT"/>
              </a:rPr>
              <a:t> </a:t>
            </a:r>
            <a:r>
              <a:rPr sz="1200" dirty="0">
                <a:solidFill>
                  <a:schemeClr val="bg1"/>
                </a:solidFill>
                <a:latin typeface="Arial MT"/>
                <a:cs typeface="Arial MT"/>
              </a:rPr>
              <a:t>technologies</a:t>
            </a:r>
            <a:r>
              <a:rPr sz="1200" spc="116" dirty="0">
                <a:solidFill>
                  <a:schemeClr val="bg1"/>
                </a:solidFill>
                <a:latin typeface="Arial MT"/>
                <a:cs typeface="Arial MT"/>
              </a:rPr>
              <a:t> </a:t>
            </a:r>
            <a:r>
              <a:rPr sz="1200" dirty="0">
                <a:solidFill>
                  <a:schemeClr val="bg1"/>
                </a:solidFill>
                <a:latin typeface="Arial MT"/>
                <a:cs typeface="Arial MT"/>
              </a:rPr>
              <a:t>in</a:t>
            </a:r>
            <a:r>
              <a:rPr sz="1200" spc="116" dirty="0">
                <a:solidFill>
                  <a:schemeClr val="bg1"/>
                </a:solidFill>
                <a:latin typeface="Arial MT"/>
                <a:cs typeface="Arial MT"/>
              </a:rPr>
              <a:t> </a:t>
            </a:r>
            <a:r>
              <a:rPr sz="1200" dirty="0">
                <a:solidFill>
                  <a:schemeClr val="bg1"/>
                </a:solidFill>
                <a:latin typeface="Arial MT"/>
                <a:cs typeface="Arial MT"/>
              </a:rPr>
              <a:t>the</a:t>
            </a:r>
            <a:r>
              <a:rPr sz="1200" spc="106" dirty="0">
                <a:solidFill>
                  <a:schemeClr val="bg1"/>
                </a:solidFill>
                <a:latin typeface="Arial MT"/>
                <a:cs typeface="Arial MT"/>
              </a:rPr>
              <a:t> </a:t>
            </a:r>
            <a:r>
              <a:rPr sz="1200" dirty="0">
                <a:solidFill>
                  <a:schemeClr val="bg1"/>
                </a:solidFill>
                <a:latin typeface="Arial MT"/>
                <a:cs typeface="Arial MT"/>
              </a:rPr>
              <a:t>telecom</a:t>
            </a:r>
            <a:r>
              <a:rPr sz="1200" spc="119" dirty="0">
                <a:solidFill>
                  <a:schemeClr val="bg1"/>
                </a:solidFill>
                <a:latin typeface="Arial MT"/>
                <a:cs typeface="Arial MT"/>
              </a:rPr>
              <a:t> </a:t>
            </a:r>
            <a:r>
              <a:rPr sz="1200" dirty="0">
                <a:solidFill>
                  <a:schemeClr val="bg1"/>
                </a:solidFill>
                <a:latin typeface="Arial MT"/>
                <a:cs typeface="Arial MT"/>
              </a:rPr>
              <a:t>and</a:t>
            </a:r>
            <a:r>
              <a:rPr sz="1200" spc="147" dirty="0">
                <a:solidFill>
                  <a:schemeClr val="bg1"/>
                </a:solidFill>
                <a:latin typeface="Arial MT"/>
                <a:cs typeface="Arial MT"/>
              </a:rPr>
              <a:t> </a:t>
            </a:r>
            <a:r>
              <a:rPr sz="1200" spc="-7" dirty="0">
                <a:solidFill>
                  <a:schemeClr val="bg1"/>
                </a:solidFill>
                <a:latin typeface="Arial MT"/>
                <a:cs typeface="Arial MT"/>
              </a:rPr>
              <a:t>enterprise </a:t>
            </a:r>
            <a:r>
              <a:rPr sz="1200" dirty="0">
                <a:solidFill>
                  <a:schemeClr val="bg1"/>
                </a:solidFill>
                <a:latin typeface="Arial MT"/>
                <a:cs typeface="Arial MT"/>
              </a:rPr>
              <a:t>domains</a:t>
            </a:r>
            <a:r>
              <a:rPr sz="1200" spc="72" dirty="0">
                <a:solidFill>
                  <a:schemeClr val="bg1"/>
                </a:solidFill>
                <a:latin typeface="Arial MT"/>
                <a:cs typeface="Arial MT"/>
              </a:rPr>
              <a:t> </a:t>
            </a:r>
            <a:r>
              <a:rPr sz="1200" dirty="0">
                <a:solidFill>
                  <a:schemeClr val="bg1"/>
                </a:solidFill>
                <a:latin typeface="Arial MT"/>
                <a:cs typeface="Arial MT"/>
              </a:rPr>
              <a:t>to</a:t>
            </a:r>
            <a:r>
              <a:rPr sz="1200" spc="68" dirty="0">
                <a:solidFill>
                  <a:schemeClr val="bg1"/>
                </a:solidFill>
                <a:latin typeface="Arial MT"/>
                <a:cs typeface="Arial MT"/>
              </a:rPr>
              <a:t> </a:t>
            </a:r>
            <a:r>
              <a:rPr sz="1200" dirty="0">
                <a:solidFill>
                  <a:schemeClr val="bg1"/>
                </a:solidFill>
                <a:latin typeface="Arial MT"/>
                <a:cs typeface="Arial MT"/>
              </a:rPr>
              <a:t>address</a:t>
            </a:r>
            <a:r>
              <a:rPr sz="1200" spc="75" dirty="0">
                <a:solidFill>
                  <a:schemeClr val="bg1"/>
                </a:solidFill>
                <a:latin typeface="Arial MT"/>
                <a:cs typeface="Arial MT"/>
              </a:rPr>
              <a:t> </a:t>
            </a:r>
            <a:r>
              <a:rPr sz="1200" dirty="0">
                <a:solidFill>
                  <a:schemeClr val="bg1"/>
                </a:solidFill>
                <a:latin typeface="Arial MT"/>
                <a:cs typeface="Arial MT"/>
              </a:rPr>
              <a:t>clients’</a:t>
            </a:r>
            <a:r>
              <a:rPr sz="1200" spc="72" dirty="0">
                <a:solidFill>
                  <a:schemeClr val="bg1"/>
                </a:solidFill>
                <a:latin typeface="Arial MT"/>
                <a:cs typeface="Arial MT"/>
              </a:rPr>
              <a:t> </a:t>
            </a:r>
            <a:r>
              <a:rPr sz="1200" dirty="0">
                <a:solidFill>
                  <a:schemeClr val="bg1"/>
                </a:solidFill>
                <a:latin typeface="Arial MT"/>
                <a:cs typeface="Arial MT"/>
              </a:rPr>
              <a:t>critical</a:t>
            </a:r>
            <a:r>
              <a:rPr sz="1200" spc="68" dirty="0">
                <a:solidFill>
                  <a:schemeClr val="bg1"/>
                </a:solidFill>
                <a:latin typeface="Arial MT"/>
                <a:cs typeface="Arial MT"/>
              </a:rPr>
              <a:t> </a:t>
            </a:r>
            <a:r>
              <a:rPr sz="1200" dirty="0">
                <a:solidFill>
                  <a:schemeClr val="bg1"/>
                </a:solidFill>
                <a:latin typeface="Arial MT"/>
                <a:cs typeface="Arial MT"/>
              </a:rPr>
              <a:t>business</a:t>
            </a:r>
            <a:r>
              <a:rPr sz="1200" spc="65" dirty="0">
                <a:solidFill>
                  <a:schemeClr val="bg1"/>
                </a:solidFill>
                <a:latin typeface="Arial MT"/>
                <a:cs typeface="Arial MT"/>
              </a:rPr>
              <a:t> </a:t>
            </a:r>
            <a:r>
              <a:rPr sz="1200" dirty="0">
                <a:solidFill>
                  <a:schemeClr val="bg1"/>
                </a:solidFill>
                <a:latin typeface="Arial MT"/>
                <a:cs typeface="Arial MT"/>
              </a:rPr>
              <a:t>needs.</a:t>
            </a:r>
            <a:r>
              <a:rPr sz="1200" spc="95" dirty="0">
                <a:solidFill>
                  <a:schemeClr val="bg1"/>
                </a:solidFill>
                <a:latin typeface="Arial MT"/>
                <a:cs typeface="Arial MT"/>
              </a:rPr>
              <a:t> </a:t>
            </a:r>
            <a:r>
              <a:rPr sz="1200" dirty="0">
                <a:solidFill>
                  <a:schemeClr val="bg1"/>
                </a:solidFill>
                <a:latin typeface="Arial MT"/>
                <a:cs typeface="Arial MT"/>
              </a:rPr>
              <a:t>R.D.</a:t>
            </a:r>
            <a:r>
              <a:rPr sz="1200" spc="72" dirty="0">
                <a:solidFill>
                  <a:schemeClr val="bg1"/>
                </a:solidFill>
                <a:latin typeface="Arial MT"/>
                <a:cs typeface="Arial MT"/>
              </a:rPr>
              <a:t> </a:t>
            </a:r>
            <a:r>
              <a:rPr sz="1200" dirty="0">
                <a:solidFill>
                  <a:schemeClr val="bg1"/>
                </a:solidFill>
                <a:latin typeface="Arial MT"/>
                <a:cs typeface="Arial MT"/>
              </a:rPr>
              <a:t>Tech</a:t>
            </a:r>
            <a:r>
              <a:rPr sz="1200" spc="75" dirty="0">
                <a:solidFill>
                  <a:schemeClr val="bg1"/>
                </a:solidFill>
                <a:latin typeface="Arial MT"/>
                <a:cs typeface="Arial MT"/>
              </a:rPr>
              <a:t> </a:t>
            </a:r>
            <a:r>
              <a:rPr sz="1200" dirty="0">
                <a:solidFill>
                  <a:schemeClr val="bg1"/>
                </a:solidFill>
                <a:latin typeface="Arial MT"/>
                <a:cs typeface="Arial MT"/>
              </a:rPr>
              <a:t>Infra</a:t>
            </a:r>
            <a:r>
              <a:rPr sz="1200" spc="78" dirty="0">
                <a:solidFill>
                  <a:schemeClr val="bg1"/>
                </a:solidFill>
                <a:latin typeface="Arial MT"/>
                <a:cs typeface="Arial MT"/>
              </a:rPr>
              <a:t> </a:t>
            </a:r>
            <a:r>
              <a:rPr sz="1200" dirty="0">
                <a:solidFill>
                  <a:schemeClr val="bg1"/>
                </a:solidFill>
                <a:latin typeface="Arial MT"/>
                <a:cs typeface="Arial MT"/>
              </a:rPr>
              <a:t>has</a:t>
            </a:r>
            <a:r>
              <a:rPr sz="1200" spc="72" dirty="0">
                <a:solidFill>
                  <a:schemeClr val="bg1"/>
                </a:solidFill>
                <a:latin typeface="Arial MT"/>
                <a:cs typeface="Arial MT"/>
              </a:rPr>
              <a:t> </a:t>
            </a:r>
            <a:r>
              <a:rPr sz="1200" dirty="0">
                <a:solidFill>
                  <a:schemeClr val="bg1"/>
                </a:solidFill>
                <a:latin typeface="Arial MT"/>
                <a:cs typeface="Arial MT"/>
              </a:rPr>
              <a:t>a</a:t>
            </a:r>
            <a:r>
              <a:rPr sz="1200" spc="75" dirty="0">
                <a:solidFill>
                  <a:schemeClr val="bg1"/>
                </a:solidFill>
                <a:latin typeface="Arial MT"/>
                <a:cs typeface="Arial MT"/>
              </a:rPr>
              <a:t> </a:t>
            </a:r>
            <a:r>
              <a:rPr sz="1200" dirty="0">
                <a:solidFill>
                  <a:schemeClr val="bg1"/>
                </a:solidFill>
                <a:latin typeface="Arial MT"/>
                <a:cs typeface="Arial MT"/>
              </a:rPr>
              <a:t>group</a:t>
            </a:r>
            <a:r>
              <a:rPr sz="1200" spc="72" dirty="0">
                <a:solidFill>
                  <a:schemeClr val="bg1"/>
                </a:solidFill>
                <a:latin typeface="Arial MT"/>
                <a:cs typeface="Arial MT"/>
              </a:rPr>
              <a:t> </a:t>
            </a:r>
            <a:r>
              <a:rPr sz="1200" dirty="0">
                <a:solidFill>
                  <a:schemeClr val="bg1"/>
                </a:solidFill>
                <a:latin typeface="Arial MT"/>
                <a:cs typeface="Arial MT"/>
              </a:rPr>
              <a:t>of</a:t>
            </a:r>
            <a:r>
              <a:rPr sz="1200" spc="72" dirty="0">
                <a:solidFill>
                  <a:schemeClr val="bg1"/>
                </a:solidFill>
                <a:latin typeface="Arial MT"/>
                <a:cs typeface="Arial MT"/>
              </a:rPr>
              <a:t> </a:t>
            </a:r>
            <a:r>
              <a:rPr sz="1200" spc="-7" dirty="0">
                <a:solidFill>
                  <a:schemeClr val="bg1"/>
                </a:solidFill>
                <a:latin typeface="Arial MT"/>
                <a:cs typeface="Arial MT"/>
              </a:rPr>
              <a:t>expert </a:t>
            </a:r>
            <a:r>
              <a:rPr sz="1200" dirty="0">
                <a:solidFill>
                  <a:schemeClr val="bg1"/>
                </a:solidFill>
                <a:latin typeface="Arial MT"/>
                <a:cs typeface="Arial MT"/>
              </a:rPr>
              <a:t>professionals</a:t>
            </a:r>
            <a:r>
              <a:rPr sz="1200" spc="17" dirty="0">
                <a:solidFill>
                  <a:schemeClr val="bg1"/>
                </a:solidFill>
                <a:latin typeface="Arial MT"/>
                <a:cs typeface="Arial MT"/>
              </a:rPr>
              <a:t> </a:t>
            </a:r>
            <a:r>
              <a:rPr sz="1200" dirty="0">
                <a:solidFill>
                  <a:schemeClr val="bg1"/>
                </a:solidFill>
                <a:latin typeface="Arial MT"/>
                <a:cs typeface="Arial MT"/>
              </a:rPr>
              <a:t>who</a:t>
            </a:r>
            <a:r>
              <a:rPr sz="1200" spc="14" dirty="0">
                <a:solidFill>
                  <a:schemeClr val="bg1"/>
                </a:solidFill>
                <a:latin typeface="Arial MT"/>
                <a:cs typeface="Arial MT"/>
              </a:rPr>
              <a:t> </a:t>
            </a:r>
            <a:r>
              <a:rPr sz="1200" dirty="0">
                <a:solidFill>
                  <a:schemeClr val="bg1"/>
                </a:solidFill>
                <a:latin typeface="Arial MT"/>
                <a:cs typeface="Arial MT"/>
              </a:rPr>
              <a:t>specialize</a:t>
            </a:r>
            <a:r>
              <a:rPr sz="1200" spc="20" dirty="0">
                <a:solidFill>
                  <a:schemeClr val="bg1"/>
                </a:solidFill>
                <a:latin typeface="Arial MT"/>
                <a:cs typeface="Arial MT"/>
              </a:rPr>
              <a:t> </a:t>
            </a:r>
            <a:r>
              <a:rPr sz="1200" dirty="0">
                <a:solidFill>
                  <a:schemeClr val="bg1"/>
                </a:solidFill>
                <a:latin typeface="Arial MT"/>
                <a:cs typeface="Arial MT"/>
              </a:rPr>
              <a:t>in</a:t>
            </a:r>
            <a:r>
              <a:rPr sz="1200" spc="10" dirty="0">
                <a:solidFill>
                  <a:schemeClr val="bg1"/>
                </a:solidFill>
                <a:latin typeface="Arial MT"/>
                <a:cs typeface="Arial MT"/>
              </a:rPr>
              <a:t> </a:t>
            </a:r>
            <a:r>
              <a:rPr sz="1200" dirty="0">
                <a:solidFill>
                  <a:schemeClr val="bg1"/>
                </a:solidFill>
                <a:latin typeface="Arial MT"/>
                <a:cs typeface="Arial MT"/>
              </a:rPr>
              <a:t>the</a:t>
            </a:r>
            <a:r>
              <a:rPr sz="1200" spc="14" dirty="0">
                <a:solidFill>
                  <a:schemeClr val="bg1"/>
                </a:solidFill>
                <a:latin typeface="Arial MT"/>
                <a:cs typeface="Arial MT"/>
              </a:rPr>
              <a:t> </a:t>
            </a:r>
            <a:r>
              <a:rPr sz="1200" dirty="0">
                <a:solidFill>
                  <a:schemeClr val="bg1"/>
                </a:solidFill>
                <a:latin typeface="Arial MT"/>
                <a:cs typeface="Arial MT"/>
              </a:rPr>
              <a:t>execution</a:t>
            </a:r>
            <a:r>
              <a:rPr sz="1200" spc="14" dirty="0">
                <a:solidFill>
                  <a:schemeClr val="bg1"/>
                </a:solidFill>
                <a:latin typeface="Arial MT"/>
                <a:cs typeface="Arial MT"/>
              </a:rPr>
              <a:t> </a:t>
            </a:r>
            <a:r>
              <a:rPr sz="1200" dirty="0">
                <a:solidFill>
                  <a:schemeClr val="bg1"/>
                </a:solidFill>
                <a:latin typeface="Arial MT"/>
                <a:cs typeface="Arial MT"/>
              </a:rPr>
              <a:t>of</a:t>
            </a:r>
            <a:r>
              <a:rPr sz="1200" spc="17" dirty="0">
                <a:solidFill>
                  <a:schemeClr val="bg1"/>
                </a:solidFill>
                <a:latin typeface="Arial MT"/>
                <a:cs typeface="Arial MT"/>
              </a:rPr>
              <a:t> </a:t>
            </a:r>
            <a:r>
              <a:rPr sz="1200" dirty="0">
                <a:solidFill>
                  <a:schemeClr val="bg1"/>
                </a:solidFill>
                <a:latin typeface="Arial MT"/>
                <a:cs typeface="Arial MT"/>
              </a:rPr>
              <a:t>contracts</a:t>
            </a:r>
            <a:r>
              <a:rPr sz="1200" spc="10" dirty="0">
                <a:solidFill>
                  <a:schemeClr val="bg1"/>
                </a:solidFill>
                <a:latin typeface="Arial MT"/>
                <a:cs typeface="Arial MT"/>
              </a:rPr>
              <a:t> </a:t>
            </a:r>
            <a:r>
              <a:rPr sz="1200" dirty="0">
                <a:solidFill>
                  <a:schemeClr val="bg1"/>
                </a:solidFill>
                <a:latin typeface="Arial MT"/>
                <a:cs typeface="Arial MT"/>
              </a:rPr>
              <a:t>and</a:t>
            </a:r>
            <a:r>
              <a:rPr sz="1200" spc="14" dirty="0">
                <a:solidFill>
                  <a:schemeClr val="bg1"/>
                </a:solidFill>
                <a:latin typeface="Arial MT"/>
                <a:cs typeface="Arial MT"/>
              </a:rPr>
              <a:t> </a:t>
            </a:r>
            <a:r>
              <a:rPr sz="1200" dirty="0">
                <a:solidFill>
                  <a:schemeClr val="bg1"/>
                </a:solidFill>
                <a:latin typeface="Arial MT"/>
                <a:cs typeface="Arial MT"/>
              </a:rPr>
              <a:t>have</a:t>
            </a:r>
            <a:r>
              <a:rPr sz="1200" spc="14" dirty="0">
                <a:solidFill>
                  <a:schemeClr val="bg1"/>
                </a:solidFill>
                <a:latin typeface="Arial MT"/>
                <a:cs typeface="Arial MT"/>
              </a:rPr>
              <a:t> </a:t>
            </a:r>
            <a:r>
              <a:rPr sz="1200" dirty="0">
                <a:solidFill>
                  <a:schemeClr val="bg1"/>
                </a:solidFill>
                <a:latin typeface="Arial MT"/>
                <a:cs typeface="Arial MT"/>
              </a:rPr>
              <a:t>the</a:t>
            </a:r>
            <a:r>
              <a:rPr sz="1200" spc="14" dirty="0">
                <a:solidFill>
                  <a:schemeClr val="bg1"/>
                </a:solidFill>
                <a:latin typeface="Arial MT"/>
                <a:cs typeface="Arial MT"/>
              </a:rPr>
              <a:t> </a:t>
            </a:r>
            <a:r>
              <a:rPr sz="1200" dirty="0">
                <a:solidFill>
                  <a:schemeClr val="bg1"/>
                </a:solidFill>
                <a:latin typeface="Arial MT"/>
                <a:cs typeface="Arial MT"/>
              </a:rPr>
              <a:t>ability</a:t>
            </a:r>
            <a:r>
              <a:rPr sz="1200" spc="17" dirty="0">
                <a:solidFill>
                  <a:schemeClr val="bg1"/>
                </a:solidFill>
                <a:latin typeface="Arial MT"/>
                <a:cs typeface="Arial MT"/>
              </a:rPr>
              <a:t> </a:t>
            </a:r>
            <a:r>
              <a:rPr sz="1200" dirty="0">
                <a:solidFill>
                  <a:schemeClr val="bg1"/>
                </a:solidFill>
                <a:latin typeface="Arial MT"/>
                <a:cs typeface="Arial MT"/>
              </a:rPr>
              <a:t>to</a:t>
            </a:r>
            <a:r>
              <a:rPr sz="1200" spc="24" dirty="0">
                <a:solidFill>
                  <a:schemeClr val="bg1"/>
                </a:solidFill>
                <a:latin typeface="Arial MT"/>
                <a:cs typeface="Arial MT"/>
              </a:rPr>
              <a:t> </a:t>
            </a:r>
            <a:r>
              <a:rPr sz="1200" dirty="0">
                <a:solidFill>
                  <a:schemeClr val="bg1"/>
                </a:solidFill>
                <a:latin typeface="Arial MT"/>
                <a:cs typeface="Arial MT"/>
              </a:rPr>
              <a:t>respond</a:t>
            </a:r>
            <a:r>
              <a:rPr sz="1200" spc="7" dirty="0">
                <a:solidFill>
                  <a:schemeClr val="bg1"/>
                </a:solidFill>
                <a:latin typeface="Arial MT"/>
                <a:cs typeface="Arial MT"/>
              </a:rPr>
              <a:t> </a:t>
            </a:r>
            <a:r>
              <a:rPr sz="1200" spc="-17" dirty="0">
                <a:solidFill>
                  <a:schemeClr val="bg1"/>
                </a:solidFill>
                <a:latin typeface="Arial MT"/>
                <a:cs typeface="Arial MT"/>
              </a:rPr>
              <a:t>to </a:t>
            </a:r>
            <a:r>
              <a:rPr sz="1200" dirty="0">
                <a:solidFill>
                  <a:schemeClr val="bg1"/>
                </a:solidFill>
                <a:latin typeface="Arial MT"/>
                <a:cs typeface="Arial MT"/>
              </a:rPr>
              <a:t>the</a:t>
            </a:r>
            <a:r>
              <a:rPr sz="1200" spc="-20" dirty="0">
                <a:solidFill>
                  <a:schemeClr val="bg1"/>
                </a:solidFill>
                <a:latin typeface="Arial MT"/>
                <a:cs typeface="Arial MT"/>
              </a:rPr>
              <a:t> </a:t>
            </a:r>
            <a:r>
              <a:rPr sz="1200" dirty="0">
                <a:solidFill>
                  <a:schemeClr val="bg1"/>
                </a:solidFill>
                <a:latin typeface="Arial MT"/>
                <a:cs typeface="Arial MT"/>
              </a:rPr>
              <a:t>most</a:t>
            </a:r>
            <a:r>
              <a:rPr sz="1200" spc="-17" dirty="0">
                <a:solidFill>
                  <a:schemeClr val="bg1"/>
                </a:solidFill>
                <a:latin typeface="Arial MT"/>
                <a:cs typeface="Arial MT"/>
              </a:rPr>
              <a:t> </a:t>
            </a:r>
            <a:r>
              <a:rPr sz="1200" dirty="0">
                <a:solidFill>
                  <a:schemeClr val="bg1"/>
                </a:solidFill>
                <a:latin typeface="Arial MT"/>
                <a:cs typeface="Arial MT"/>
              </a:rPr>
              <a:t>demanding</a:t>
            </a:r>
            <a:r>
              <a:rPr sz="1200" spc="-10" dirty="0">
                <a:solidFill>
                  <a:schemeClr val="bg1"/>
                </a:solidFill>
                <a:latin typeface="Arial MT"/>
                <a:cs typeface="Arial MT"/>
              </a:rPr>
              <a:t> </a:t>
            </a:r>
            <a:r>
              <a:rPr sz="1200" spc="-7" dirty="0">
                <a:solidFill>
                  <a:schemeClr val="bg1"/>
                </a:solidFill>
                <a:latin typeface="Arial MT"/>
                <a:cs typeface="Arial MT"/>
              </a:rPr>
              <a:t>challenges.</a:t>
            </a:r>
            <a:endParaRPr sz="1200" dirty="0">
              <a:solidFill>
                <a:schemeClr val="bg1"/>
              </a:solidFill>
              <a:latin typeface="Arial MT"/>
              <a:cs typeface="Arial MT"/>
            </a:endParaRPr>
          </a:p>
          <a:p>
            <a:pPr>
              <a:spcBef>
                <a:spcPts val="125"/>
              </a:spcBef>
            </a:pPr>
            <a:endParaRPr sz="1200" dirty="0">
              <a:solidFill>
                <a:schemeClr val="bg1"/>
              </a:solidFill>
              <a:latin typeface="Arial MT"/>
              <a:cs typeface="Arial MT"/>
            </a:endParaRPr>
          </a:p>
          <a:p>
            <a:pPr marL="8890" marR="184785">
              <a:lnSpc>
                <a:spcPts val="820"/>
              </a:lnSpc>
            </a:pPr>
            <a:r>
              <a:rPr sz="1200" dirty="0">
                <a:solidFill>
                  <a:schemeClr val="bg1"/>
                </a:solidFill>
                <a:latin typeface="Arial MT"/>
                <a:cs typeface="Arial MT"/>
              </a:rPr>
              <a:t>R.D.</a:t>
            </a:r>
            <a:r>
              <a:rPr sz="1200" spc="-17" dirty="0">
                <a:solidFill>
                  <a:schemeClr val="bg1"/>
                </a:solidFill>
                <a:latin typeface="Arial MT"/>
                <a:cs typeface="Arial MT"/>
              </a:rPr>
              <a:t> </a:t>
            </a:r>
            <a:r>
              <a:rPr sz="1200" dirty="0">
                <a:solidFill>
                  <a:schemeClr val="bg1"/>
                </a:solidFill>
                <a:latin typeface="Arial MT"/>
                <a:cs typeface="Arial MT"/>
              </a:rPr>
              <a:t>Tech</a:t>
            </a:r>
            <a:r>
              <a:rPr sz="1200" spc="-17" dirty="0">
                <a:solidFill>
                  <a:schemeClr val="bg1"/>
                </a:solidFill>
                <a:latin typeface="Arial MT"/>
                <a:cs typeface="Arial MT"/>
              </a:rPr>
              <a:t> </a:t>
            </a:r>
            <a:r>
              <a:rPr sz="1200" dirty="0">
                <a:solidFill>
                  <a:schemeClr val="bg1"/>
                </a:solidFill>
                <a:latin typeface="Arial MT"/>
                <a:cs typeface="Arial MT"/>
              </a:rPr>
              <a:t>Infra</a:t>
            </a:r>
            <a:r>
              <a:rPr sz="1200" spc="-7" dirty="0">
                <a:solidFill>
                  <a:schemeClr val="bg1"/>
                </a:solidFill>
                <a:latin typeface="Arial MT"/>
                <a:cs typeface="Arial MT"/>
              </a:rPr>
              <a:t> </a:t>
            </a:r>
            <a:r>
              <a:rPr sz="1200" dirty="0">
                <a:solidFill>
                  <a:schemeClr val="bg1"/>
                </a:solidFill>
                <a:latin typeface="Arial MT"/>
                <a:cs typeface="Arial MT"/>
              </a:rPr>
              <a:t>comprehensive</a:t>
            </a:r>
            <a:r>
              <a:rPr sz="1200" spc="-17" dirty="0">
                <a:solidFill>
                  <a:schemeClr val="bg1"/>
                </a:solidFill>
                <a:latin typeface="Arial MT"/>
                <a:cs typeface="Arial MT"/>
              </a:rPr>
              <a:t> </a:t>
            </a:r>
            <a:r>
              <a:rPr sz="1200" dirty="0">
                <a:solidFill>
                  <a:schemeClr val="bg1"/>
                </a:solidFill>
                <a:latin typeface="Arial MT"/>
                <a:cs typeface="Arial MT"/>
              </a:rPr>
              <a:t>portfolio</a:t>
            </a:r>
            <a:r>
              <a:rPr sz="1200" spc="-24" dirty="0">
                <a:solidFill>
                  <a:schemeClr val="bg1"/>
                </a:solidFill>
                <a:latin typeface="Arial MT"/>
                <a:cs typeface="Arial MT"/>
              </a:rPr>
              <a:t> </a:t>
            </a:r>
            <a:r>
              <a:rPr sz="1200" dirty="0">
                <a:solidFill>
                  <a:schemeClr val="bg1"/>
                </a:solidFill>
                <a:latin typeface="Arial MT"/>
                <a:cs typeface="Arial MT"/>
              </a:rPr>
              <a:t>of</a:t>
            </a:r>
            <a:r>
              <a:rPr sz="1200" spc="-14" dirty="0">
                <a:solidFill>
                  <a:schemeClr val="bg1"/>
                </a:solidFill>
                <a:latin typeface="Arial MT"/>
                <a:cs typeface="Arial MT"/>
              </a:rPr>
              <a:t> </a:t>
            </a:r>
            <a:r>
              <a:rPr sz="1200" dirty="0">
                <a:solidFill>
                  <a:schemeClr val="bg1"/>
                </a:solidFill>
                <a:latin typeface="Arial MT"/>
                <a:cs typeface="Arial MT"/>
              </a:rPr>
              <a:t>services</a:t>
            </a:r>
            <a:r>
              <a:rPr sz="1200" spc="-17" dirty="0">
                <a:solidFill>
                  <a:schemeClr val="bg1"/>
                </a:solidFill>
                <a:latin typeface="Arial MT"/>
                <a:cs typeface="Arial MT"/>
              </a:rPr>
              <a:t> </a:t>
            </a:r>
            <a:r>
              <a:rPr sz="1200" dirty="0">
                <a:solidFill>
                  <a:schemeClr val="bg1"/>
                </a:solidFill>
                <a:latin typeface="Arial MT"/>
                <a:cs typeface="Arial MT"/>
              </a:rPr>
              <a:t>is</a:t>
            </a:r>
            <a:r>
              <a:rPr sz="1200" spc="-14" dirty="0">
                <a:solidFill>
                  <a:schemeClr val="bg1"/>
                </a:solidFill>
                <a:latin typeface="Arial MT"/>
                <a:cs typeface="Arial MT"/>
              </a:rPr>
              <a:t> </a:t>
            </a:r>
            <a:r>
              <a:rPr sz="1200" dirty="0">
                <a:solidFill>
                  <a:schemeClr val="bg1"/>
                </a:solidFill>
                <a:latin typeface="Arial MT"/>
                <a:cs typeface="Arial MT"/>
              </a:rPr>
              <a:t>aligned</a:t>
            </a:r>
            <a:r>
              <a:rPr sz="1200" spc="-17" dirty="0">
                <a:solidFill>
                  <a:schemeClr val="bg1"/>
                </a:solidFill>
                <a:latin typeface="Arial MT"/>
                <a:cs typeface="Arial MT"/>
              </a:rPr>
              <a:t> </a:t>
            </a:r>
            <a:r>
              <a:rPr sz="1200" dirty="0">
                <a:solidFill>
                  <a:schemeClr val="bg1"/>
                </a:solidFill>
                <a:latin typeface="Arial MT"/>
                <a:cs typeface="Arial MT"/>
              </a:rPr>
              <a:t>across</a:t>
            </a:r>
            <a:r>
              <a:rPr sz="1200" spc="-17" dirty="0">
                <a:solidFill>
                  <a:schemeClr val="bg1"/>
                </a:solidFill>
                <a:latin typeface="Arial MT"/>
                <a:cs typeface="Arial MT"/>
              </a:rPr>
              <a:t> </a:t>
            </a:r>
            <a:r>
              <a:rPr sz="1200" dirty="0">
                <a:solidFill>
                  <a:schemeClr val="bg1"/>
                </a:solidFill>
                <a:latin typeface="Arial MT"/>
                <a:cs typeface="Arial MT"/>
              </a:rPr>
              <a:t>its</a:t>
            </a:r>
            <a:r>
              <a:rPr sz="1200" spc="-14" dirty="0">
                <a:solidFill>
                  <a:schemeClr val="bg1"/>
                </a:solidFill>
                <a:latin typeface="Arial MT"/>
                <a:cs typeface="Arial MT"/>
              </a:rPr>
              <a:t> </a:t>
            </a:r>
            <a:r>
              <a:rPr sz="1200" dirty="0">
                <a:solidFill>
                  <a:schemeClr val="bg1"/>
                </a:solidFill>
                <a:latin typeface="Arial MT"/>
                <a:cs typeface="Arial MT"/>
              </a:rPr>
              <a:t>business,</a:t>
            </a:r>
            <a:r>
              <a:rPr sz="1200" spc="-24" dirty="0">
                <a:solidFill>
                  <a:schemeClr val="bg1"/>
                </a:solidFill>
                <a:latin typeface="Arial MT"/>
                <a:cs typeface="Arial MT"/>
              </a:rPr>
              <a:t> </a:t>
            </a:r>
            <a:r>
              <a:rPr sz="1200" spc="-14" dirty="0">
                <a:solidFill>
                  <a:schemeClr val="bg1"/>
                </a:solidFill>
                <a:latin typeface="Arial MT"/>
                <a:cs typeface="Arial MT"/>
              </a:rPr>
              <a:t>e.g. </a:t>
            </a:r>
            <a:r>
              <a:rPr sz="1200" dirty="0">
                <a:solidFill>
                  <a:schemeClr val="bg1"/>
                </a:solidFill>
                <a:latin typeface="Arial MT"/>
                <a:cs typeface="Arial MT"/>
              </a:rPr>
              <a:t>Security</a:t>
            </a:r>
            <a:r>
              <a:rPr sz="1200" spc="-17" dirty="0">
                <a:solidFill>
                  <a:schemeClr val="bg1"/>
                </a:solidFill>
                <a:latin typeface="Arial MT"/>
                <a:cs typeface="Arial MT"/>
              </a:rPr>
              <a:t> </a:t>
            </a:r>
            <a:r>
              <a:rPr sz="1200" dirty="0">
                <a:solidFill>
                  <a:schemeClr val="bg1"/>
                </a:solidFill>
                <a:latin typeface="Arial MT"/>
                <a:cs typeface="Arial MT"/>
              </a:rPr>
              <a:t>services.</a:t>
            </a:r>
            <a:r>
              <a:rPr sz="1200" spc="-20" dirty="0">
                <a:solidFill>
                  <a:schemeClr val="bg1"/>
                </a:solidFill>
                <a:latin typeface="Arial MT"/>
                <a:cs typeface="Arial MT"/>
              </a:rPr>
              <a:t> </a:t>
            </a:r>
            <a:r>
              <a:rPr sz="1200" dirty="0">
                <a:solidFill>
                  <a:schemeClr val="bg1"/>
                </a:solidFill>
                <a:latin typeface="Arial MT"/>
                <a:cs typeface="Arial MT"/>
              </a:rPr>
              <a:t>A</a:t>
            </a:r>
            <a:r>
              <a:rPr sz="1200" spc="-14" dirty="0">
                <a:solidFill>
                  <a:schemeClr val="bg1"/>
                </a:solidFill>
                <a:latin typeface="Arial MT"/>
                <a:cs typeface="Arial MT"/>
              </a:rPr>
              <a:t> </a:t>
            </a:r>
            <a:r>
              <a:rPr sz="1200" dirty="0">
                <a:solidFill>
                  <a:schemeClr val="bg1"/>
                </a:solidFill>
                <a:latin typeface="Arial MT"/>
                <a:cs typeface="Arial MT"/>
              </a:rPr>
              <a:t>brief</a:t>
            </a:r>
            <a:r>
              <a:rPr sz="1200" spc="-14" dirty="0">
                <a:solidFill>
                  <a:schemeClr val="bg1"/>
                </a:solidFill>
                <a:latin typeface="Arial MT"/>
                <a:cs typeface="Arial MT"/>
              </a:rPr>
              <a:t> </a:t>
            </a:r>
            <a:r>
              <a:rPr sz="1200" dirty="0">
                <a:solidFill>
                  <a:schemeClr val="bg1"/>
                </a:solidFill>
                <a:latin typeface="Arial MT"/>
                <a:cs typeface="Arial MT"/>
              </a:rPr>
              <a:t>on</a:t>
            </a:r>
            <a:r>
              <a:rPr sz="1200" spc="-17" dirty="0">
                <a:solidFill>
                  <a:schemeClr val="bg1"/>
                </a:solidFill>
                <a:latin typeface="Arial MT"/>
                <a:cs typeface="Arial MT"/>
              </a:rPr>
              <a:t> </a:t>
            </a:r>
            <a:r>
              <a:rPr sz="1200" dirty="0">
                <a:solidFill>
                  <a:schemeClr val="bg1"/>
                </a:solidFill>
                <a:latin typeface="Arial MT"/>
                <a:cs typeface="Arial MT"/>
              </a:rPr>
              <a:t>the</a:t>
            </a:r>
            <a:r>
              <a:rPr sz="1200" spc="-14" dirty="0">
                <a:solidFill>
                  <a:schemeClr val="bg1"/>
                </a:solidFill>
                <a:latin typeface="Arial MT"/>
                <a:cs typeface="Arial MT"/>
              </a:rPr>
              <a:t> </a:t>
            </a:r>
            <a:r>
              <a:rPr sz="1200" dirty="0">
                <a:solidFill>
                  <a:schemeClr val="bg1"/>
                </a:solidFill>
                <a:latin typeface="Arial MT"/>
                <a:cs typeface="Arial MT"/>
              </a:rPr>
              <a:t>“Security”</a:t>
            </a:r>
            <a:r>
              <a:rPr sz="1200" spc="-17" dirty="0">
                <a:solidFill>
                  <a:schemeClr val="bg1"/>
                </a:solidFill>
                <a:latin typeface="Arial MT"/>
                <a:cs typeface="Arial MT"/>
              </a:rPr>
              <a:t> </a:t>
            </a:r>
            <a:r>
              <a:rPr sz="1200" dirty="0">
                <a:solidFill>
                  <a:schemeClr val="bg1"/>
                </a:solidFill>
                <a:latin typeface="Arial MT"/>
                <a:cs typeface="Arial MT"/>
              </a:rPr>
              <a:t>services</a:t>
            </a:r>
            <a:r>
              <a:rPr sz="1200" spc="-14" dirty="0">
                <a:solidFill>
                  <a:schemeClr val="bg1"/>
                </a:solidFill>
                <a:latin typeface="Arial MT"/>
                <a:cs typeface="Arial MT"/>
              </a:rPr>
              <a:t> </a:t>
            </a:r>
            <a:r>
              <a:rPr sz="1200" dirty="0">
                <a:solidFill>
                  <a:schemeClr val="bg1"/>
                </a:solidFill>
                <a:latin typeface="Arial MT"/>
                <a:cs typeface="Arial MT"/>
              </a:rPr>
              <a:t>within</a:t>
            </a:r>
            <a:r>
              <a:rPr sz="1200" spc="-17" dirty="0">
                <a:solidFill>
                  <a:schemeClr val="bg1"/>
                </a:solidFill>
                <a:latin typeface="Arial MT"/>
                <a:cs typeface="Arial MT"/>
              </a:rPr>
              <a:t> </a:t>
            </a:r>
            <a:r>
              <a:rPr sz="1200" dirty="0">
                <a:solidFill>
                  <a:schemeClr val="bg1"/>
                </a:solidFill>
                <a:latin typeface="Arial MT"/>
                <a:cs typeface="Arial MT"/>
              </a:rPr>
              <a:t>the</a:t>
            </a:r>
            <a:r>
              <a:rPr sz="1200" spc="-14" dirty="0">
                <a:solidFill>
                  <a:schemeClr val="bg1"/>
                </a:solidFill>
                <a:latin typeface="Arial MT"/>
                <a:cs typeface="Arial MT"/>
              </a:rPr>
              <a:t> </a:t>
            </a:r>
            <a:r>
              <a:rPr sz="1200" dirty="0">
                <a:solidFill>
                  <a:schemeClr val="bg1"/>
                </a:solidFill>
                <a:latin typeface="Arial MT"/>
                <a:cs typeface="Arial MT"/>
              </a:rPr>
              <a:t>“Government</a:t>
            </a:r>
            <a:r>
              <a:rPr sz="1200" spc="-20" dirty="0">
                <a:solidFill>
                  <a:schemeClr val="bg1"/>
                </a:solidFill>
                <a:latin typeface="Arial MT"/>
                <a:cs typeface="Arial MT"/>
              </a:rPr>
              <a:t> </a:t>
            </a:r>
            <a:r>
              <a:rPr sz="1200" dirty="0">
                <a:solidFill>
                  <a:schemeClr val="bg1"/>
                </a:solidFill>
                <a:latin typeface="Arial MT"/>
                <a:cs typeface="Arial MT"/>
              </a:rPr>
              <a:t>&amp;</a:t>
            </a:r>
            <a:r>
              <a:rPr sz="1200" spc="-17" dirty="0">
                <a:solidFill>
                  <a:schemeClr val="bg1"/>
                </a:solidFill>
                <a:latin typeface="Arial MT"/>
                <a:cs typeface="Arial MT"/>
              </a:rPr>
              <a:t> </a:t>
            </a:r>
            <a:r>
              <a:rPr sz="1200" spc="-7" dirty="0">
                <a:solidFill>
                  <a:schemeClr val="bg1"/>
                </a:solidFill>
                <a:latin typeface="Arial MT"/>
                <a:cs typeface="Arial MT"/>
              </a:rPr>
              <a:t>Corporate” </a:t>
            </a:r>
            <a:r>
              <a:rPr sz="1200" dirty="0">
                <a:solidFill>
                  <a:schemeClr val="bg1"/>
                </a:solidFill>
                <a:latin typeface="Arial MT"/>
                <a:cs typeface="Arial MT"/>
              </a:rPr>
              <a:t>stream</a:t>
            </a:r>
            <a:r>
              <a:rPr sz="1200" spc="-14" dirty="0">
                <a:solidFill>
                  <a:schemeClr val="bg1"/>
                </a:solidFill>
                <a:latin typeface="Arial MT"/>
                <a:cs typeface="Arial MT"/>
              </a:rPr>
              <a:t> </a:t>
            </a:r>
            <a:r>
              <a:rPr sz="1200" dirty="0">
                <a:solidFill>
                  <a:schemeClr val="bg1"/>
                </a:solidFill>
                <a:latin typeface="Arial MT"/>
                <a:cs typeface="Arial MT"/>
              </a:rPr>
              <a:t>is</a:t>
            </a:r>
            <a:r>
              <a:rPr sz="1200" spc="-7" dirty="0">
                <a:solidFill>
                  <a:schemeClr val="bg1"/>
                </a:solidFill>
                <a:latin typeface="Arial MT"/>
                <a:cs typeface="Arial MT"/>
              </a:rPr>
              <a:t> </a:t>
            </a:r>
            <a:r>
              <a:rPr sz="1200" dirty="0">
                <a:solidFill>
                  <a:schemeClr val="bg1"/>
                </a:solidFill>
                <a:latin typeface="Arial MT"/>
                <a:cs typeface="Arial MT"/>
              </a:rPr>
              <a:t>detailed</a:t>
            </a:r>
            <a:r>
              <a:rPr sz="1200" spc="-14" dirty="0">
                <a:solidFill>
                  <a:schemeClr val="bg1"/>
                </a:solidFill>
                <a:latin typeface="Arial MT"/>
                <a:cs typeface="Arial MT"/>
              </a:rPr>
              <a:t> </a:t>
            </a:r>
            <a:r>
              <a:rPr sz="1200" spc="-7" dirty="0">
                <a:solidFill>
                  <a:schemeClr val="bg1"/>
                </a:solidFill>
                <a:latin typeface="Arial MT"/>
                <a:cs typeface="Arial MT"/>
              </a:rPr>
              <a:t>below.</a:t>
            </a:r>
          </a:p>
        </p:txBody>
      </p:sp>
      <p:sp>
        <p:nvSpPr>
          <p:cNvPr id="12" name="object 12"/>
          <p:cNvSpPr txBox="1"/>
          <p:nvPr/>
        </p:nvSpPr>
        <p:spPr>
          <a:xfrm>
            <a:off x="5568950" y="1290320"/>
            <a:ext cx="2226310" cy="269240"/>
          </a:xfrm>
          <a:prstGeom prst="rect">
            <a:avLst/>
          </a:prstGeom>
        </p:spPr>
        <p:txBody>
          <a:bodyPr vert="horz" wrap="square" lIns="0" tIns="8659" rIns="0" bIns="0" rtlCol="0">
            <a:noAutofit/>
          </a:bodyPr>
          <a:lstStyle/>
          <a:p>
            <a:pPr marL="8890">
              <a:spcBef>
                <a:spcPts val="70"/>
              </a:spcBef>
            </a:pPr>
            <a:r>
              <a:rPr sz="1020" dirty="0">
                <a:solidFill>
                  <a:srgbClr val="000080"/>
                </a:solidFill>
                <a:latin typeface="Arial MT"/>
                <a:cs typeface="Arial MT"/>
              </a:rPr>
              <a:t>(Operation</a:t>
            </a:r>
            <a:r>
              <a:rPr sz="1020" spc="-14" dirty="0">
                <a:solidFill>
                  <a:srgbClr val="000080"/>
                </a:solidFill>
                <a:latin typeface="Arial MT"/>
                <a:cs typeface="Arial MT"/>
              </a:rPr>
              <a:t> </a:t>
            </a:r>
            <a:r>
              <a:rPr sz="1020" dirty="0">
                <a:solidFill>
                  <a:srgbClr val="000080"/>
                </a:solidFill>
                <a:latin typeface="Arial MT"/>
                <a:cs typeface="Arial MT"/>
              </a:rPr>
              <a:t>&amp;</a:t>
            </a:r>
            <a:r>
              <a:rPr sz="1020" spc="-10" dirty="0">
                <a:solidFill>
                  <a:srgbClr val="000080"/>
                </a:solidFill>
                <a:latin typeface="Arial MT"/>
                <a:cs typeface="Arial MT"/>
              </a:rPr>
              <a:t> </a:t>
            </a:r>
            <a:r>
              <a:rPr sz="1020" spc="-7" dirty="0">
                <a:solidFill>
                  <a:srgbClr val="000080"/>
                </a:solidFill>
                <a:latin typeface="Arial MT"/>
                <a:cs typeface="Arial MT"/>
              </a:rPr>
              <a:t>Maintenance)</a:t>
            </a:r>
          </a:p>
        </p:txBody>
      </p:sp>
      <p:sp>
        <p:nvSpPr>
          <p:cNvPr id="13" name="object 13"/>
          <p:cNvSpPr txBox="1"/>
          <p:nvPr/>
        </p:nvSpPr>
        <p:spPr>
          <a:xfrm>
            <a:off x="3808095" y="1390650"/>
            <a:ext cx="787400" cy="286385"/>
          </a:xfrm>
          <a:prstGeom prst="rect">
            <a:avLst/>
          </a:prstGeom>
        </p:spPr>
        <p:txBody>
          <a:bodyPr vert="horz" wrap="square" lIns="0" tIns="12556" rIns="0" bIns="0" rtlCol="0">
            <a:spAutoFit/>
          </a:bodyPr>
          <a:lstStyle/>
          <a:p>
            <a:pPr marL="8890" marR="3175">
              <a:lnSpc>
                <a:spcPct val="97000"/>
              </a:lnSpc>
              <a:spcBef>
                <a:spcPts val="100"/>
              </a:spcBef>
            </a:pPr>
            <a:r>
              <a:rPr sz="920" b="1" spc="-17" dirty="0">
                <a:solidFill>
                  <a:srgbClr val="FF0000"/>
                </a:solidFill>
                <a:highlight>
                  <a:srgbClr val="FFFF00"/>
                </a:highlight>
                <a:latin typeface="Arial" panose="020B0604020202020204"/>
                <a:cs typeface="Arial" panose="020B0604020202020204"/>
              </a:rPr>
              <a:t>Our </a:t>
            </a:r>
            <a:r>
              <a:rPr sz="920" b="1" spc="-7" dirty="0">
                <a:solidFill>
                  <a:srgbClr val="FF0000"/>
                </a:solidFill>
                <a:highlight>
                  <a:srgbClr val="FFFF00"/>
                </a:highlight>
                <a:latin typeface="Arial" panose="020B0604020202020204"/>
                <a:cs typeface="Arial" panose="020B0604020202020204"/>
              </a:rPr>
              <a:t>Business </a:t>
            </a:r>
            <a:r>
              <a:rPr sz="920" b="1" spc="-7" dirty="0">
                <a:solidFill>
                  <a:srgbClr val="FF0000"/>
                </a:solidFill>
                <a:highlight>
                  <a:srgbClr val="FFFF00"/>
                </a:highlight>
                <a:uFill>
                  <a:solidFill>
                    <a:srgbClr val="FF0000"/>
                  </a:solidFill>
                </a:uFill>
                <a:latin typeface="Arial" panose="020B0604020202020204"/>
                <a:cs typeface="Arial" panose="020B0604020202020204"/>
              </a:rPr>
              <a:t>Division</a:t>
            </a:r>
          </a:p>
        </p:txBody>
      </p:sp>
      <p:sp>
        <p:nvSpPr>
          <p:cNvPr id="14" name="object 14"/>
          <p:cNvSpPr txBox="1"/>
          <p:nvPr/>
        </p:nvSpPr>
        <p:spPr>
          <a:xfrm>
            <a:off x="5568950" y="2186305"/>
            <a:ext cx="2020570" cy="252095"/>
          </a:xfrm>
          <a:prstGeom prst="rect">
            <a:avLst/>
          </a:prstGeom>
        </p:spPr>
        <p:txBody>
          <a:bodyPr vert="horz" wrap="square" lIns="0" tIns="7360" rIns="0" bIns="0" rtlCol="0">
            <a:noAutofit/>
          </a:bodyPr>
          <a:lstStyle/>
          <a:p>
            <a:pPr marL="148590" marR="3175" indent="-140335">
              <a:lnSpc>
                <a:spcPct val="101000"/>
              </a:lnSpc>
              <a:spcBef>
                <a:spcPts val="60"/>
              </a:spcBef>
            </a:pPr>
            <a:r>
              <a:rPr sz="1020" spc="-7" dirty="0">
                <a:solidFill>
                  <a:srgbClr val="000080"/>
                </a:solidFill>
                <a:latin typeface="Arial MT"/>
                <a:cs typeface="Arial MT"/>
              </a:rPr>
              <a:t>Telecom</a:t>
            </a:r>
            <a:r>
              <a:rPr sz="1020" spc="-37" dirty="0">
                <a:solidFill>
                  <a:srgbClr val="000080"/>
                </a:solidFill>
                <a:latin typeface="Arial MT"/>
                <a:cs typeface="Arial MT"/>
              </a:rPr>
              <a:t> </a:t>
            </a:r>
            <a:r>
              <a:rPr sz="1020" spc="-7" dirty="0">
                <a:solidFill>
                  <a:srgbClr val="000080"/>
                </a:solidFill>
                <a:latin typeface="Arial MT"/>
                <a:cs typeface="Arial MT"/>
              </a:rPr>
              <a:t>Security</a:t>
            </a:r>
            <a:r>
              <a:rPr sz="1020" spc="-37" dirty="0">
                <a:solidFill>
                  <a:srgbClr val="000080"/>
                </a:solidFill>
                <a:latin typeface="Arial MT"/>
                <a:cs typeface="Arial MT"/>
              </a:rPr>
              <a:t> </a:t>
            </a:r>
            <a:r>
              <a:rPr sz="1020" spc="-34" dirty="0">
                <a:solidFill>
                  <a:srgbClr val="000080"/>
                </a:solidFill>
                <a:latin typeface="Arial MT"/>
                <a:cs typeface="Arial MT"/>
              </a:rPr>
              <a:t>&amp; </a:t>
            </a:r>
            <a:r>
              <a:rPr sz="1020" spc="-7" dirty="0">
                <a:solidFill>
                  <a:srgbClr val="000080"/>
                </a:solidFill>
                <a:latin typeface="Arial MT"/>
                <a:cs typeface="Arial MT"/>
              </a:rPr>
              <a:t>Maintenance</a:t>
            </a:r>
          </a:p>
        </p:txBody>
      </p:sp>
      <p:sp>
        <p:nvSpPr>
          <p:cNvPr id="15" name="object 15"/>
          <p:cNvSpPr txBox="1"/>
          <p:nvPr/>
        </p:nvSpPr>
        <p:spPr>
          <a:xfrm>
            <a:off x="3625215" y="2122170"/>
            <a:ext cx="1073150" cy="441325"/>
          </a:xfrm>
          <a:prstGeom prst="rect">
            <a:avLst/>
          </a:prstGeom>
        </p:spPr>
        <p:txBody>
          <a:bodyPr vert="horz" wrap="square" lIns="0" tIns="24245" rIns="0" bIns="0" rtlCol="0">
            <a:noAutofit/>
          </a:bodyPr>
          <a:lstStyle/>
          <a:p>
            <a:pPr marL="94615" marR="8890">
              <a:lnSpc>
                <a:spcPts val="865"/>
              </a:lnSpc>
              <a:spcBef>
                <a:spcPts val="190"/>
              </a:spcBef>
            </a:pPr>
            <a:r>
              <a:rPr sz="1000" b="1" spc="-17" dirty="0">
                <a:solidFill>
                  <a:schemeClr val="accent3"/>
                </a:solidFill>
                <a:highlight>
                  <a:srgbClr val="FFFF00"/>
                </a:highlight>
                <a:latin typeface="Arial" panose="020B0604020202020204"/>
                <a:cs typeface="Arial" panose="020B0604020202020204"/>
              </a:rPr>
              <a:t>Our </a:t>
            </a:r>
            <a:r>
              <a:rPr sz="1000" b="1" spc="-7" dirty="0">
                <a:solidFill>
                  <a:schemeClr val="accent3"/>
                </a:solidFill>
                <a:highlight>
                  <a:srgbClr val="FFFF00"/>
                </a:highlight>
                <a:latin typeface="Arial" panose="020B0604020202020204"/>
                <a:cs typeface="Arial" panose="020B0604020202020204"/>
              </a:rPr>
              <a:t>Service</a:t>
            </a:r>
            <a:endParaRPr sz="1000" b="1" dirty="0">
              <a:solidFill>
                <a:schemeClr val="accent3"/>
              </a:solidFill>
              <a:highlight>
                <a:srgbClr val="FFFF00"/>
              </a:highlight>
              <a:latin typeface="Arial" panose="020B0604020202020204"/>
              <a:cs typeface="Arial" panose="020B0604020202020204"/>
            </a:endParaRPr>
          </a:p>
          <a:p>
            <a:pPr marL="8890">
              <a:lnSpc>
                <a:spcPts val="950"/>
              </a:lnSpc>
            </a:pPr>
            <a:r>
              <a:rPr sz="1000" b="1" u="sng" spc="-7" dirty="0">
                <a:solidFill>
                  <a:schemeClr val="accent3"/>
                </a:solidFill>
                <a:highlight>
                  <a:srgbClr val="FFFF00"/>
                </a:highlight>
                <a:uFill>
                  <a:solidFill>
                    <a:srgbClr val="800080"/>
                  </a:solidFill>
                </a:uFill>
                <a:latin typeface="Arial" panose="020B0604020202020204"/>
                <a:cs typeface="Arial" panose="020B0604020202020204"/>
              </a:rPr>
              <a:t>Offerings</a:t>
            </a:r>
          </a:p>
        </p:txBody>
      </p:sp>
      <p:sp>
        <p:nvSpPr>
          <p:cNvPr id="16" name="object 16"/>
          <p:cNvSpPr txBox="1"/>
          <p:nvPr/>
        </p:nvSpPr>
        <p:spPr>
          <a:xfrm>
            <a:off x="5019040" y="2870835"/>
            <a:ext cx="2938780" cy="2606675"/>
          </a:xfrm>
          <a:prstGeom prst="rect">
            <a:avLst/>
          </a:prstGeom>
        </p:spPr>
        <p:txBody>
          <a:bodyPr vert="horz" wrap="square" lIns="0" tIns="8659" rIns="0" bIns="0" rtlCol="0">
            <a:noAutofit/>
          </a:bodyPr>
          <a:lstStyle/>
          <a:p>
            <a:pPr algn="ctr">
              <a:spcBef>
                <a:spcPts val="70"/>
              </a:spcBef>
            </a:pPr>
            <a:endParaRPr sz="1020" spc="-61" dirty="0">
              <a:solidFill>
                <a:srgbClr val="000080"/>
              </a:solidFill>
              <a:latin typeface="Arial MT"/>
              <a:cs typeface="Arial MT"/>
            </a:endParaRPr>
          </a:p>
          <a:p>
            <a:pPr algn="ctr">
              <a:spcBef>
                <a:spcPts val="70"/>
              </a:spcBef>
            </a:pPr>
            <a:r>
              <a:rPr sz="1020" spc="-61" dirty="0">
                <a:solidFill>
                  <a:srgbClr val="000080"/>
                </a:solidFill>
                <a:latin typeface="Arial MT"/>
                <a:cs typeface="Arial MT"/>
              </a:rPr>
              <a:t>NETWORK</a:t>
            </a:r>
            <a:r>
              <a:rPr sz="1020" spc="-20" dirty="0">
                <a:solidFill>
                  <a:srgbClr val="000080"/>
                </a:solidFill>
                <a:latin typeface="Arial MT"/>
                <a:cs typeface="Arial MT"/>
              </a:rPr>
              <a:t> </a:t>
            </a:r>
            <a:r>
              <a:rPr sz="1020" spc="-41" dirty="0">
                <a:solidFill>
                  <a:srgbClr val="000080"/>
                </a:solidFill>
                <a:latin typeface="Arial MT"/>
                <a:cs typeface="Arial MT"/>
              </a:rPr>
              <a:t>ENGINEERING</a:t>
            </a:r>
            <a:endParaRPr sz="1020">
              <a:latin typeface="Arial MT"/>
              <a:cs typeface="Arial MT"/>
            </a:endParaRPr>
          </a:p>
          <a:p>
            <a:pPr>
              <a:lnSpc>
                <a:spcPct val="100000"/>
              </a:lnSpc>
            </a:pPr>
            <a:endParaRPr sz="1020" spc="-61" dirty="0">
              <a:solidFill>
                <a:srgbClr val="000080"/>
              </a:solidFill>
              <a:latin typeface="Arial MT"/>
              <a:cs typeface="Arial MT"/>
            </a:endParaRPr>
          </a:p>
          <a:p>
            <a:pPr>
              <a:spcBef>
                <a:spcPts val="260"/>
              </a:spcBef>
            </a:pPr>
            <a:endParaRPr sz="1020" spc="-61" dirty="0">
              <a:solidFill>
                <a:srgbClr val="000080"/>
              </a:solidFill>
              <a:latin typeface="Arial MT"/>
              <a:cs typeface="Arial MT"/>
            </a:endParaRPr>
          </a:p>
          <a:p>
            <a:pPr marL="7620" algn="ctr">
              <a:spcBef>
                <a:spcPts val="5"/>
              </a:spcBef>
            </a:pPr>
            <a:r>
              <a:rPr sz="1020" spc="-61" dirty="0">
                <a:solidFill>
                  <a:srgbClr val="000080"/>
                </a:solidFill>
                <a:latin typeface="Arial MT"/>
                <a:cs typeface="Arial MT"/>
              </a:rPr>
              <a:t>SERVICE</a:t>
            </a:r>
            <a:r>
              <a:rPr sz="1020" spc="20" dirty="0">
                <a:solidFill>
                  <a:srgbClr val="000080"/>
                </a:solidFill>
                <a:latin typeface="Arial MT"/>
                <a:cs typeface="Arial MT"/>
              </a:rPr>
              <a:t> </a:t>
            </a:r>
            <a:r>
              <a:rPr sz="1020" spc="-7" dirty="0">
                <a:solidFill>
                  <a:srgbClr val="000080"/>
                </a:solidFill>
                <a:latin typeface="Arial MT"/>
                <a:cs typeface="Arial MT"/>
              </a:rPr>
              <a:t>ENGINEERING</a:t>
            </a:r>
            <a:endParaRPr sz="1020">
              <a:latin typeface="Arial MT"/>
              <a:cs typeface="Arial MT"/>
            </a:endParaRPr>
          </a:p>
          <a:p>
            <a:pPr>
              <a:lnSpc>
                <a:spcPct val="100000"/>
              </a:lnSpc>
            </a:pPr>
            <a:endParaRPr sz="1020">
              <a:latin typeface="Arial MT"/>
              <a:cs typeface="Arial MT"/>
            </a:endParaRPr>
          </a:p>
          <a:p>
            <a:pPr>
              <a:spcBef>
                <a:spcPts val="310"/>
              </a:spcBef>
            </a:pPr>
            <a:endParaRPr sz="1020">
              <a:latin typeface="Arial MT"/>
              <a:cs typeface="Arial MT"/>
            </a:endParaRPr>
          </a:p>
          <a:p>
            <a:pPr marR="11430" algn="ctr"/>
            <a:r>
              <a:rPr sz="1020" spc="-58" dirty="0">
                <a:solidFill>
                  <a:srgbClr val="000080"/>
                </a:solidFill>
                <a:latin typeface="Arial MT"/>
                <a:cs typeface="Arial MT"/>
              </a:rPr>
              <a:t>TECHNICAL</a:t>
            </a:r>
            <a:r>
              <a:rPr sz="1020" spc="34" dirty="0">
                <a:solidFill>
                  <a:srgbClr val="000080"/>
                </a:solidFill>
                <a:latin typeface="Arial MT"/>
                <a:cs typeface="Arial MT"/>
              </a:rPr>
              <a:t> </a:t>
            </a:r>
            <a:r>
              <a:rPr sz="1020" spc="-14" dirty="0">
                <a:solidFill>
                  <a:srgbClr val="000080"/>
                </a:solidFill>
                <a:latin typeface="Arial MT"/>
                <a:cs typeface="Arial MT"/>
              </a:rPr>
              <a:t>SQUAD</a:t>
            </a:r>
          </a:p>
          <a:p>
            <a:pPr marR="11430" algn="ctr"/>
            <a:endParaRPr lang="en-IN" sz="1020" spc="-48" dirty="0">
              <a:solidFill>
                <a:srgbClr val="000080"/>
              </a:solidFill>
              <a:latin typeface="Arial MT"/>
              <a:cs typeface="Arial MT"/>
            </a:endParaRPr>
          </a:p>
          <a:p>
            <a:pPr marR="11430" algn="ctr"/>
            <a:endParaRPr lang="en-IN" sz="1020" spc="-48" dirty="0">
              <a:solidFill>
                <a:srgbClr val="000080"/>
              </a:solidFill>
              <a:latin typeface="Arial MT"/>
              <a:cs typeface="Arial MT"/>
            </a:endParaRPr>
          </a:p>
          <a:p>
            <a:pPr marR="11430" algn="ctr"/>
            <a:r>
              <a:rPr lang="en-IN" sz="1020" spc="-48" dirty="0">
                <a:solidFill>
                  <a:srgbClr val="000080"/>
                </a:solidFill>
                <a:latin typeface="Arial MT"/>
                <a:cs typeface="Arial MT"/>
              </a:rPr>
              <a:t>    </a:t>
            </a:r>
            <a:r>
              <a:rPr sz="1020" spc="-48" dirty="0">
                <a:solidFill>
                  <a:srgbClr val="000080"/>
                </a:solidFill>
                <a:latin typeface="Arial MT"/>
                <a:cs typeface="Arial MT"/>
              </a:rPr>
              <a:t>E.V.</a:t>
            </a:r>
            <a:r>
              <a:rPr sz="1020" spc="17" dirty="0">
                <a:solidFill>
                  <a:srgbClr val="000080"/>
                </a:solidFill>
                <a:latin typeface="Arial MT"/>
                <a:cs typeface="Arial MT"/>
              </a:rPr>
              <a:t> </a:t>
            </a:r>
            <a:r>
              <a:rPr sz="1020" spc="-65" dirty="0">
                <a:solidFill>
                  <a:srgbClr val="000080"/>
                </a:solidFill>
                <a:latin typeface="Arial MT"/>
                <a:cs typeface="Arial MT"/>
              </a:rPr>
              <a:t>CHARGING</a:t>
            </a:r>
            <a:r>
              <a:rPr sz="1020" spc="17" dirty="0">
                <a:solidFill>
                  <a:srgbClr val="000080"/>
                </a:solidFill>
                <a:latin typeface="Arial MT"/>
                <a:cs typeface="Arial MT"/>
              </a:rPr>
              <a:t> </a:t>
            </a:r>
            <a:r>
              <a:rPr sz="1020" spc="-61" dirty="0">
                <a:solidFill>
                  <a:srgbClr val="000080"/>
                </a:solidFill>
                <a:latin typeface="Arial MT"/>
                <a:cs typeface="Arial MT"/>
              </a:rPr>
              <a:t>POINT </a:t>
            </a:r>
          </a:p>
          <a:p>
            <a:pPr marR="11430" algn="ctr"/>
            <a:endParaRPr sz="1020" spc="-61" dirty="0">
              <a:solidFill>
                <a:srgbClr val="000080"/>
              </a:solidFill>
              <a:latin typeface="Arial MT"/>
              <a:cs typeface="Arial MT"/>
            </a:endParaRPr>
          </a:p>
          <a:p>
            <a:pPr marL="128270" marR="89535" indent="-52070">
              <a:lnSpc>
                <a:spcPts val="3150"/>
              </a:lnSpc>
              <a:spcBef>
                <a:spcPts val="330"/>
              </a:spcBef>
            </a:pPr>
            <a:r>
              <a:rPr lang="en-IN" sz="1020" spc="-72" dirty="0">
                <a:solidFill>
                  <a:srgbClr val="000080"/>
                </a:solidFill>
                <a:latin typeface="Arial MT"/>
                <a:cs typeface="Arial MT"/>
              </a:rPr>
              <a:t>                       </a:t>
            </a:r>
            <a:r>
              <a:rPr lang="en-IN" sz="1020" spc="-72" dirty="0">
                <a:solidFill>
                  <a:srgbClr val="000080"/>
                </a:solidFill>
                <a:latin typeface="Arial MT"/>
                <a:cs typeface="Arial MT"/>
                <a:sym typeface="+mn-ea"/>
              </a:rPr>
              <a:t>  </a:t>
            </a:r>
            <a:r>
              <a:rPr sz="1020" spc="-72" dirty="0">
                <a:solidFill>
                  <a:srgbClr val="000080"/>
                </a:solidFill>
                <a:latin typeface="Arial MT"/>
                <a:cs typeface="Arial MT"/>
                <a:sym typeface="+mn-ea"/>
              </a:rPr>
              <a:t>TOWER</a:t>
            </a:r>
            <a:r>
              <a:rPr sz="1020" dirty="0">
                <a:solidFill>
                  <a:srgbClr val="000080"/>
                </a:solidFill>
                <a:latin typeface="Arial MT"/>
                <a:cs typeface="Arial MT"/>
                <a:sym typeface="+mn-ea"/>
              </a:rPr>
              <a:t> </a:t>
            </a:r>
            <a:r>
              <a:rPr sz="1020" spc="-24" dirty="0">
                <a:solidFill>
                  <a:srgbClr val="000080"/>
                </a:solidFill>
                <a:latin typeface="Arial MT"/>
                <a:cs typeface="Arial MT"/>
                <a:sym typeface="+mn-ea"/>
              </a:rPr>
              <a:t>ERECSSION</a:t>
            </a:r>
            <a:endParaRPr sz="1020" spc="-24" dirty="0">
              <a:solidFill>
                <a:srgbClr val="000080"/>
              </a:solidFill>
              <a:latin typeface="Arial MT"/>
              <a:cs typeface="Arial MT"/>
            </a:endParaRPr>
          </a:p>
          <a:p>
            <a:pPr marL="128270" marR="89535" indent="-52070">
              <a:lnSpc>
                <a:spcPts val="3150"/>
              </a:lnSpc>
              <a:spcBef>
                <a:spcPts val="330"/>
              </a:spcBef>
            </a:pPr>
            <a:r>
              <a:rPr lang="en-IN" sz="1020" spc="-72" dirty="0">
                <a:solidFill>
                  <a:srgbClr val="000080"/>
                </a:solidFill>
                <a:latin typeface="Arial MT"/>
                <a:cs typeface="Arial MT"/>
              </a:rPr>
              <a:t>                   </a:t>
            </a:r>
            <a:endParaRPr sz="1020" spc="-24" dirty="0">
              <a:solidFill>
                <a:srgbClr val="000080"/>
              </a:solidFill>
              <a:latin typeface="Arial MT"/>
              <a:cs typeface="Arial MT"/>
            </a:endParaRPr>
          </a:p>
        </p:txBody>
      </p:sp>
      <p:sp>
        <p:nvSpPr>
          <p:cNvPr id="17" name="object 17"/>
          <p:cNvSpPr txBox="1"/>
          <p:nvPr/>
        </p:nvSpPr>
        <p:spPr>
          <a:xfrm>
            <a:off x="160655" y="5916930"/>
            <a:ext cx="11356975" cy="734695"/>
          </a:xfrm>
          <a:prstGeom prst="rect">
            <a:avLst/>
          </a:prstGeom>
        </p:spPr>
        <p:txBody>
          <a:bodyPr vert="horz" wrap="square" lIns="0" tIns="22513" rIns="0" bIns="0" rtlCol="0">
            <a:noAutofit/>
          </a:bodyPr>
          <a:lstStyle/>
          <a:p>
            <a:pPr marL="8890" marR="3175" algn="just">
              <a:lnSpc>
                <a:spcPts val="885"/>
              </a:lnSpc>
              <a:spcBef>
                <a:spcPts val="175"/>
              </a:spcBef>
            </a:pPr>
            <a:r>
              <a:rPr lang="en-IN" sz="1200" dirty="0">
                <a:solidFill>
                  <a:schemeClr val="bg1"/>
                </a:solidFill>
                <a:latin typeface="Arial MT"/>
                <a:cs typeface="Arial MT"/>
              </a:rPr>
              <a:t>   </a:t>
            </a:r>
          </a:p>
          <a:p>
            <a:pPr marL="8890" marR="3175" algn="just">
              <a:lnSpc>
                <a:spcPts val="885"/>
              </a:lnSpc>
              <a:spcBef>
                <a:spcPts val="175"/>
              </a:spcBef>
            </a:pPr>
            <a:r>
              <a:rPr sz="1200" dirty="0">
                <a:solidFill>
                  <a:schemeClr val="bg1"/>
                </a:solidFill>
                <a:latin typeface="Arial MT"/>
                <a:cs typeface="Arial MT"/>
              </a:rPr>
              <a:t>Our</a:t>
            </a:r>
            <a:r>
              <a:rPr sz="1200" spc="-10" dirty="0">
                <a:solidFill>
                  <a:schemeClr val="bg1"/>
                </a:solidFill>
                <a:latin typeface="Arial MT"/>
                <a:cs typeface="Arial MT"/>
              </a:rPr>
              <a:t> </a:t>
            </a:r>
            <a:r>
              <a:rPr sz="1200" dirty="0">
                <a:solidFill>
                  <a:schemeClr val="bg1"/>
                </a:solidFill>
                <a:latin typeface="Arial MT"/>
                <a:cs typeface="Arial MT"/>
              </a:rPr>
              <a:t>commitment</a:t>
            </a:r>
            <a:r>
              <a:rPr sz="1200" spc="-7" dirty="0">
                <a:solidFill>
                  <a:schemeClr val="bg1"/>
                </a:solidFill>
                <a:latin typeface="Arial MT"/>
                <a:cs typeface="Arial MT"/>
              </a:rPr>
              <a:t> </a:t>
            </a:r>
            <a:r>
              <a:rPr sz="1200" dirty="0">
                <a:solidFill>
                  <a:schemeClr val="bg1"/>
                </a:solidFill>
                <a:latin typeface="Arial MT"/>
                <a:cs typeface="Arial MT"/>
              </a:rPr>
              <a:t>to</a:t>
            </a:r>
            <a:r>
              <a:rPr sz="1200" spc="-3" dirty="0">
                <a:solidFill>
                  <a:schemeClr val="bg1"/>
                </a:solidFill>
                <a:latin typeface="Arial MT"/>
                <a:cs typeface="Arial MT"/>
              </a:rPr>
              <a:t> </a:t>
            </a:r>
            <a:r>
              <a:rPr sz="1200" dirty="0">
                <a:solidFill>
                  <a:schemeClr val="bg1"/>
                </a:solidFill>
                <a:latin typeface="Arial MT"/>
                <a:cs typeface="Arial MT"/>
              </a:rPr>
              <a:t>the</a:t>
            </a:r>
            <a:r>
              <a:rPr sz="1200" spc="-10" dirty="0">
                <a:solidFill>
                  <a:schemeClr val="bg1"/>
                </a:solidFill>
                <a:latin typeface="Arial MT"/>
                <a:cs typeface="Arial MT"/>
              </a:rPr>
              <a:t> </a:t>
            </a:r>
            <a:r>
              <a:rPr sz="1200" dirty="0">
                <a:solidFill>
                  <a:schemeClr val="bg1"/>
                </a:solidFill>
                <a:latin typeface="Arial MT"/>
                <a:cs typeface="Arial MT"/>
              </a:rPr>
              <a:t>Service</a:t>
            </a:r>
            <a:r>
              <a:rPr sz="1200" spc="-3" dirty="0">
                <a:solidFill>
                  <a:schemeClr val="bg1"/>
                </a:solidFill>
                <a:latin typeface="Arial MT"/>
                <a:cs typeface="Arial MT"/>
              </a:rPr>
              <a:t> </a:t>
            </a:r>
            <a:r>
              <a:rPr sz="1200" dirty="0">
                <a:solidFill>
                  <a:schemeClr val="bg1"/>
                </a:solidFill>
                <a:latin typeface="Arial MT"/>
                <a:cs typeface="Arial MT"/>
              </a:rPr>
              <a:t>sector</a:t>
            </a:r>
            <a:r>
              <a:rPr sz="1200" spc="-10" dirty="0">
                <a:solidFill>
                  <a:schemeClr val="bg1"/>
                </a:solidFill>
                <a:latin typeface="Arial MT"/>
                <a:cs typeface="Arial MT"/>
              </a:rPr>
              <a:t> </a:t>
            </a:r>
            <a:r>
              <a:rPr sz="1200" dirty="0">
                <a:solidFill>
                  <a:schemeClr val="bg1"/>
                </a:solidFill>
                <a:latin typeface="Arial MT"/>
                <a:cs typeface="Arial MT"/>
              </a:rPr>
              <a:t>is</a:t>
            </a:r>
            <a:r>
              <a:rPr sz="1200" spc="-7" dirty="0">
                <a:solidFill>
                  <a:schemeClr val="bg1"/>
                </a:solidFill>
                <a:latin typeface="Arial MT"/>
                <a:cs typeface="Arial MT"/>
              </a:rPr>
              <a:t> </a:t>
            </a:r>
            <a:r>
              <a:rPr sz="1200" dirty="0">
                <a:solidFill>
                  <a:schemeClr val="bg1"/>
                </a:solidFill>
                <a:latin typeface="Arial MT"/>
                <a:cs typeface="Arial MT"/>
              </a:rPr>
              <a:t>also</a:t>
            </a:r>
            <a:r>
              <a:rPr sz="1200" spc="-14" dirty="0">
                <a:solidFill>
                  <a:schemeClr val="bg1"/>
                </a:solidFill>
                <a:latin typeface="Arial MT"/>
                <a:cs typeface="Arial MT"/>
              </a:rPr>
              <a:t> </a:t>
            </a:r>
            <a:r>
              <a:rPr sz="1200" dirty="0">
                <a:solidFill>
                  <a:schemeClr val="bg1"/>
                </a:solidFill>
                <a:latin typeface="Arial MT"/>
                <a:cs typeface="Arial MT"/>
              </a:rPr>
              <a:t>demonstrated</a:t>
            </a:r>
            <a:r>
              <a:rPr sz="1200" spc="-14" dirty="0">
                <a:solidFill>
                  <a:schemeClr val="bg1"/>
                </a:solidFill>
                <a:latin typeface="Arial MT"/>
                <a:cs typeface="Arial MT"/>
              </a:rPr>
              <a:t> </a:t>
            </a:r>
            <a:r>
              <a:rPr sz="1200" dirty="0">
                <a:solidFill>
                  <a:schemeClr val="bg1"/>
                </a:solidFill>
                <a:latin typeface="Arial MT"/>
                <a:cs typeface="Arial MT"/>
              </a:rPr>
              <a:t>by</a:t>
            </a:r>
            <a:r>
              <a:rPr sz="1200" spc="-7" dirty="0">
                <a:solidFill>
                  <a:schemeClr val="bg1"/>
                </a:solidFill>
                <a:latin typeface="Arial MT"/>
                <a:cs typeface="Arial MT"/>
              </a:rPr>
              <a:t> </a:t>
            </a:r>
            <a:r>
              <a:rPr sz="1200" dirty="0">
                <a:solidFill>
                  <a:schemeClr val="bg1"/>
                </a:solidFill>
                <a:latin typeface="Arial MT"/>
                <a:cs typeface="Arial MT"/>
              </a:rPr>
              <a:t>our</a:t>
            </a:r>
            <a:r>
              <a:rPr sz="1200" spc="-10" dirty="0">
                <a:solidFill>
                  <a:schemeClr val="bg1"/>
                </a:solidFill>
                <a:latin typeface="Arial MT"/>
                <a:cs typeface="Arial MT"/>
              </a:rPr>
              <a:t> </a:t>
            </a:r>
            <a:r>
              <a:rPr sz="1200" dirty="0">
                <a:solidFill>
                  <a:schemeClr val="bg1"/>
                </a:solidFill>
                <a:latin typeface="Arial MT"/>
                <a:cs typeface="Arial MT"/>
              </a:rPr>
              <a:t>substantial</a:t>
            </a:r>
            <a:r>
              <a:rPr sz="1200" spc="-7" dirty="0">
                <a:solidFill>
                  <a:schemeClr val="bg1"/>
                </a:solidFill>
                <a:latin typeface="Arial MT"/>
                <a:cs typeface="Arial MT"/>
              </a:rPr>
              <a:t> </a:t>
            </a:r>
            <a:r>
              <a:rPr sz="1200" dirty="0">
                <a:solidFill>
                  <a:schemeClr val="bg1"/>
                </a:solidFill>
                <a:latin typeface="Arial MT"/>
                <a:cs typeface="Arial MT"/>
              </a:rPr>
              <a:t>investment</a:t>
            </a:r>
            <a:r>
              <a:rPr sz="1200" spc="-3" dirty="0">
                <a:solidFill>
                  <a:schemeClr val="bg1"/>
                </a:solidFill>
                <a:latin typeface="Arial MT"/>
                <a:cs typeface="Arial MT"/>
              </a:rPr>
              <a:t> </a:t>
            </a:r>
            <a:r>
              <a:rPr sz="1200" spc="-17" dirty="0">
                <a:solidFill>
                  <a:schemeClr val="bg1"/>
                </a:solidFill>
                <a:latin typeface="Arial MT"/>
                <a:cs typeface="Arial MT"/>
              </a:rPr>
              <a:t>in </a:t>
            </a:r>
            <a:r>
              <a:rPr sz="1200" dirty="0">
                <a:solidFill>
                  <a:schemeClr val="bg1"/>
                </a:solidFill>
                <a:latin typeface="Arial MT"/>
                <a:cs typeface="Arial MT"/>
              </a:rPr>
              <a:t>the</a:t>
            </a:r>
            <a:r>
              <a:rPr sz="1200" spc="10" dirty="0">
                <a:solidFill>
                  <a:schemeClr val="bg1"/>
                </a:solidFill>
                <a:latin typeface="Arial MT"/>
                <a:cs typeface="Arial MT"/>
              </a:rPr>
              <a:t> </a:t>
            </a:r>
            <a:r>
              <a:rPr sz="1400" dirty="0">
                <a:solidFill>
                  <a:schemeClr val="bg1"/>
                </a:solidFill>
                <a:latin typeface="Arial MT"/>
                <a:cs typeface="Arial MT"/>
              </a:rPr>
              <a:t>latest</a:t>
            </a:r>
            <a:r>
              <a:rPr sz="1400" spc="3" dirty="0">
                <a:solidFill>
                  <a:schemeClr val="bg1"/>
                </a:solidFill>
                <a:latin typeface="Arial MT"/>
                <a:cs typeface="Arial MT"/>
              </a:rPr>
              <a:t> </a:t>
            </a:r>
            <a:r>
              <a:rPr sz="1200" dirty="0">
                <a:solidFill>
                  <a:schemeClr val="bg1"/>
                </a:solidFill>
                <a:latin typeface="Arial MT"/>
                <a:cs typeface="Arial MT"/>
              </a:rPr>
              <a:t>technology</a:t>
            </a:r>
            <a:r>
              <a:rPr sz="1200" spc="3" dirty="0">
                <a:solidFill>
                  <a:schemeClr val="bg1"/>
                </a:solidFill>
                <a:latin typeface="Arial MT"/>
                <a:cs typeface="Arial MT"/>
              </a:rPr>
              <a:t> </a:t>
            </a:r>
            <a:r>
              <a:rPr sz="1200" dirty="0">
                <a:solidFill>
                  <a:schemeClr val="bg1"/>
                </a:solidFill>
                <a:latin typeface="Arial MT"/>
                <a:cs typeface="Arial MT"/>
              </a:rPr>
              <a:t>for</a:t>
            </a:r>
            <a:r>
              <a:rPr sz="1200" spc="7" dirty="0">
                <a:solidFill>
                  <a:schemeClr val="bg1"/>
                </a:solidFill>
                <a:latin typeface="Arial MT"/>
                <a:cs typeface="Arial MT"/>
              </a:rPr>
              <a:t> </a:t>
            </a:r>
            <a:r>
              <a:rPr sz="1200" dirty="0">
                <a:solidFill>
                  <a:schemeClr val="bg1"/>
                </a:solidFill>
                <a:latin typeface="Arial MT"/>
                <a:cs typeface="Arial MT"/>
              </a:rPr>
              <a:t>better</a:t>
            </a:r>
            <a:r>
              <a:rPr sz="1200" spc="7" dirty="0">
                <a:solidFill>
                  <a:schemeClr val="bg1"/>
                </a:solidFill>
                <a:latin typeface="Arial MT"/>
                <a:cs typeface="Arial MT"/>
              </a:rPr>
              <a:t> </a:t>
            </a:r>
            <a:r>
              <a:rPr sz="1200" dirty="0">
                <a:solidFill>
                  <a:schemeClr val="bg1"/>
                </a:solidFill>
                <a:latin typeface="Arial MT"/>
                <a:cs typeface="Arial MT"/>
              </a:rPr>
              <a:t>services,</a:t>
            </a:r>
          </a:p>
          <a:p>
            <a:pPr marL="8890" marR="3175" algn="just">
              <a:lnSpc>
                <a:spcPts val="885"/>
              </a:lnSpc>
              <a:spcBef>
                <a:spcPts val="175"/>
              </a:spcBef>
            </a:pPr>
            <a:r>
              <a:rPr sz="1200" dirty="0">
                <a:solidFill>
                  <a:schemeClr val="bg1"/>
                </a:solidFill>
                <a:latin typeface="Arial MT"/>
                <a:cs typeface="Arial MT"/>
              </a:rPr>
              <a:t> </a:t>
            </a:r>
            <a:r>
              <a:rPr lang="en-IN" sz="1200" dirty="0">
                <a:solidFill>
                  <a:schemeClr val="bg1"/>
                </a:solidFill>
                <a:latin typeface="Arial MT"/>
                <a:cs typeface="Arial MT"/>
              </a:rPr>
              <a:t> </a:t>
            </a:r>
            <a:r>
              <a:rPr sz="1200" spc="10" dirty="0">
                <a:solidFill>
                  <a:schemeClr val="bg1"/>
                </a:solidFill>
                <a:latin typeface="Arial MT"/>
                <a:cs typeface="Arial MT"/>
              </a:rPr>
              <a:t> </a:t>
            </a:r>
            <a:r>
              <a:rPr sz="1200" dirty="0">
                <a:solidFill>
                  <a:schemeClr val="bg1"/>
                </a:solidFill>
                <a:latin typeface="Arial MT"/>
                <a:cs typeface="Arial MT"/>
              </a:rPr>
              <a:t>In</a:t>
            </a:r>
            <a:r>
              <a:rPr sz="1200" spc="7" dirty="0">
                <a:solidFill>
                  <a:schemeClr val="bg1"/>
                </a:solidFill>
                <a:latin typeface="Arial MT"/>
                <a:cs typeface="Arial MT"/>
              </a:rPr>
              <a:t> </a:t>
            </a:r>
            <a:r>
              <a:rPr sz="1200" dirty="0">
                <a:solidFill>
                  <a:schemeClr val="bg1"/>
                </a:solidFill>
                <a:latin typeface="Arial MT"/>
                <a:cs typeface="Arial MT"/>
              </a:rPr>
              <a:t>addition</a:t>
            </a:r>
            <a:r>
              <a:rPr sz="1200" spc="3" dirty="0">
                <a:solidFill>
                  <a:schemeClr val="bg1"/>
                </a:solidFill>
                <a:latin typeface="Arial MT"/>
                <a:cs typeface="Arial MT"/>
              </a:rPr>
              <a:t> </a:t>
            </a:r>
            <a:r>
              <a:rPr sz="1200" dirty="0">
                <a:solidFill>
                  <a:schemeClr val="bg1"/>
                </a:solidFill>
                <a:latin typeface="Arial MT"/>
                <a:cs typeface="Arial MT"/>
              </a:rPr>
              <a:t>of</a:t>
            </a:r>
            <a:r>
              <a:rPr sz="1200" spc="31" dirty="0">
                <a:solidFill>
                  <a:schemeClr val="bg1"/>
                </a:solidFill>
                <a:latin typeface="Arial MT"/>
                <a:cs typeface="Arial MT"/>
              </a:rPr>
              <a:t> </a:t>
            </a:r>
            <a:r>
              <a:rPr sz="1200" dirty="0">
                <a:solidFill>
                  <a:schemeClr val="bg1"/>
                </a:solidFill>
                <a:latin typeface="Arial MT"/>
                <a:cs typeface="Arial MT"/>
              </a:rPr>
              <a:t>Telecom</a:t>
            </a:r>
            <a:r>
              <a:rPr sz="1200" spc="7" dirty="0">
                <a:solidFill>
                  <a:schemeClr val="bg1"/>
                </a:solidFill>
                <a:latin typeface="Arial MT"/>
                <a:cs typeface="Arial MT"/>
              </a:rPr>
              <a:t> </a:t>
            </a:r>
            <a:r>
              <a:rPr sz="1200" dirty="0">
                <a:solidFill>
                  <a:schemeClr val="bg1"/>
                </a:solidFill>
                <a:latin typeface="Arial MT"/>
                <a:cs typeface="Arial MT"/>
              </a:rPr>
              <a:t>Testing</a:t>
            </a:r>
            <a:r>
              <a:rPr sz="1200" spc="3" dirty="0">
                <a:solidFill>
                  <a:schemeClr val="bg1"/>
                </a:solidFill>
                <a:latin typeface="Arial MT"/>
                <a:cs typeface="Arial MT"/>
              </a:rPr>
              <a:t> </a:t>
            </a:r>
            <a:r>
              <a:rPr sz="1200" dirty="0">
                <a:solidFill>
                  <a:schemeClr val="bg1"/>
                </a:solidFill>
                <a:latin typeface="Arial MT"/>
                <a:cs typeface="Arial MT"/>
              </a:rPr>
              <a:t>and</a:t>
            </a:r>
            <a:r>
              <a:rPr sz="1200" spc="7" dirty="0">
                <a:solidFill>
                  <a:schemeClr val="bg1"/>
                </a:solidFill>
                <a:latin typeface="Arial MT"/>
                <a:cs typeface="Arial MT"/>
              </a:rPr>
              <a:t> </a:t>
            </a:r>
            <a:r>
              <a:rPr sz="1200" spc="-7" dirty="0">
                <a:solidFill>
                  <a:schemeClr val="bg1"/>
                </a:solidFill>
                <a:latin typeface="Arial MT"/>
                <a:cs typeface="Arial MT"/>
              </a:rPr>
              <a:t>Commissioning </a:t>
            </a:r>
            <a:r>
              <a:rPr sz="1200" dirty="0">
                <a:solidFill>
                  <a:schemeClr val="bg1"/>
                </a:solidFill>
                <a:latin typeface="Arial MT"/>
                <a:cs typeface="Arial MT"/>
              </a:rPr>
              <a:t>of</a:t>
            </a:r>
            <a:r>
              <a:rPr sz="1200" spc="-3" dirty="0">
                <a:solidFill>
                  <a:schemeClr val="bg1"/>
                </a:solidFill>
                <a:latin typeface="Arial MT"/>
                <a:cs typeface="Arial MT"/>
              </a:rPr>
              <a:t> </a:t>
            </a:r>
            <a:r>
              <a:rPr sz="1200" dirty="0">
                <a:solidFill>
                  <a:schemeClr val="bg1"/>
                </a:solidFill>
                <a:latin typeface="Arial MT"/>
                <a:cs typeface="Arial MT"/>
              </a:rPr>
              <a:t>both</a:t>
            </a:r>
            <a:r>
              <a:rPr sz="1200" spc="-3" dirty="0">
                <a:solidFill>
                  <a:schemeClr val="bg1"/>
                </a:solidFill>
                <a:latin typeface="Arial MT"/>
                <a:cs typeface="Arial MT"/>
              </a:rPr>
              <a:t> </a:t>
            </a:r>
            <a:r>
              <a:rPr sz="1200" dirty="0">
                <a:solidFill>
                  <a:schemeClr val="bg1"/>
                </a:solidFill>
                <a:latin typeface="Arial MT"/>
                <a:cs typeface="Arial MT"/>
              </a:rPr>
              <a:t>GSM</a:t>
            </a:r>
            <a:r>
              <a:rPr sz="1200" spc="-7" dirty="0">
                <a:solidFill>
                  <a:schemeClr val="bg1"/>
                </a:solidFill>
                <a:latin typeface="Arial MT"/>
                <a:cs typeface="Arial MT"/>
              </a:rPr>
              <a:t> </a:t>
            </a:r>
            <a:r>
              <a:rPr sz="1200" dirty="0">
                <a:solidFill>
                  <a:schemeClr val="bg1"/>
                </a:solidFill>
                <a:latin typeface="Arial MT"/>
                <a:cs typeface="Arial MT"/>
              </a:rPr>
              <a:t>and</a:t>
            </a:r>
            <a:r>
              <a:rPr sz="1200" spc="-3" dirty="0">
                <a:solidFill>
                  <a:schemeClr val="bg1"/>
                </a:solidFill>
                <a:latin typeface="Arial MT"/>
                <a:cs typeface="Arial MT"/>
              </a:rPr>
              <a:t> </a:t>
            </a:r>
            <a:r>
              <a:rPr sz="1200" dirty="0">
                <a:solidFill>
                  <a:schemeClr val="bg1"/>
                </a:solidFill>
                <a:latin typeface="Arial MT"/>
                <a:cs typeface="Arial MT"/>
              </a:rPr>
              <a:t>CDMA</a:t>
            </a:r>
            <a:r>
              <a:rPr sz="1200" spc="7" dirty="0">
                <a:solidFill>
                  <a:schemeClr val="bg1"/>
                </a:solidFill>
                <a:latin typeface="Arial MT"/>
                <a:cs typeface="Arial MT"/>
              </a:rPr>
              <a:t> </a:t>
            </a:r>
            <a:r>
              <a:rPr sz="1200" dirty="0">
                <a:solidFill>
                  <a:schemeClr val="bg1"/>
                </a:solidFill>
                <a:latin typeface="Arial MT"/>
                <a:cs typeface="Arial MT"/>
              </a:rPr>
              <a:t>Networks enabling</a:t>
            </a:r>
            <a:r>
              <a:rPr sz="1200" spc="-3" dirty="0">
                <a:solidFill>
                  <a:schemeClr val="bg1"/>
                </a:solidFill>
                <a:latin typeface="Arial MT"/>
                <a:cs typeface="Arial MT"/>
              </a:rPr>
              <a:t> </a:t>
            </a:r>
            <a:r>
              <a:rPr sz="1200" dirty="0">
                <a:solidFill>
                  <a:schemeClr val="bg1"/>
                </a:solidFill>
                <a:latin typeface="Arial MT"/>
                <a:cs typeface="Arial MT"/>
              </a:rPr>
              <a:t>us</a:t>
            </a:r>
            <a:r>
              <a:rPr sz="1200" spc="7" dirty="0">
                <a:solidFill>
                  <a:schemeClr val="bg1"/>
                </a:solidFill>
                <a:latin typeface="Arial MT"/>
                <a:cs typeface="Arial MT"/>
              </a:rPr>
              <a:t> </a:t>
            </a:r>
            <a:r>
              <a:rPr sz="1200" dirty="0">
                <a:solidFill>
                  <a:schemeClr val="bg1"/>
                </a:solidFill>
                <a:latin typeface="Arial MT"/>
                <a:cs typeface="Arial MT"/>
              </a:rPr>
              <a:t>to execute</a:t>
            </a:r>
            <a:r>
              <a:rPr sz="1200" spc="-3" dirty="0">
                <a:solidFill>
                  <a:schemeClr val="bg1"/>
                </a:solidFill>
                <a:latin typeface="Arial MT"/>
                <a:cs typeface="Arial MT"/>
              </a:rPr>
              <a:t> </a:t>
            </a:r>
            <a:r>
              <a:rPr sz="1200" dirty="0">
                <a:solidFill>
                  <a:schemeClr val="bg1"/>
                </a:solidFill>
                <a:latin typeface="Arial MT"/>
                <a:cs typeface="Arial MT"/>
              </a:rPr>
              <a:t>the projects</a:t>
            </a:r>
            <a:r>
              <a:rPr sz="1200" spc="3" dirty="0">
                <a:solidFill>
                  <a:schemeClr val="bg1"/>
                </a:solidFill>
                <a:latin typeface="Arial MT"/>
                <a:cs typeface="Arial MT"/>
              </a:rPr>
              <a:t> </a:t>
            </a:r>
            <a:r>
              <a:rPr sz="1200" dirty="0">
                <a:solidFill>
                  <a:schemeClr val="bg1"/>
                </a:solidFill>
                <a:latin typeface="Arial MT"/>
                <a:cs typeface="Arial MT"/>
              </a:rPr>
              <a:t>with the highest</a:t>
            </a:r>
            <a:r>
              <a:rPr sz="1200" spc="-3" dirty="0">
                <a:solidFill>
                  <a:schemeClr val="bg1"/>
                </a:solidFill>
                <a:latin typeface="Arial MT"/>
                <a:cs typeface="Arial MT"/>
              </a:rPr>
              <a:t> </a:t>
            </a:r>
            <a:r>
              <a:rPr sz="1200" spc="-7" dirty="0">
                <a:solidFill>
                  <a:schemeClr val="bg1"/>
                </a:solidFill>
                <a:latin typeface="Arial MT"/>
                <a:cs typeface="Arial MT"/>
              </a:rPr>
              <a:t>level </a:t>
            </a:r>
            <a:r>
              <a:rPr sz="1200" dirty="0">
                <a:solidFill>
                  <a:schemeClr val="bg1"/>
                </a:solidFill>
                <a:latin typeface="Arial MT"/>
                <a:cs typeface="Arial MT"/>
              </a:rPr>
              <a:t>of</a:t>
            </a:r>
            <a:r>
              <a:rPr sz="1200" spc="-7" dirty="0">
                <a:solidFill>
                  <a:schemeClr val="bg1"/>
                </a:solidFill>
                <a:latin typeface="Arial MT"/>
                <a:cs typeface="Arial MT"/>
              </a:rPr>
              <a:t> efficiency.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sz="1400" dirty="0"/>
          </a:p>
        </p:txBody>
      </p:sp>
      <p:sp>
        <p:nvSpPr>
          <p:cNvPr id="6" name="Footer Placeholder 5"/>
          <p:cNvSpPr>
            <a:spLocks noGrp="1"/>
          </p:cNvSpPr>
          <p:nvPr>
            <p:ph type="ftr" sz="quarter" idx="10"/>
          </p:nvPr>
        </p:nvSpPr>
        <p:spPr/>
        <p:txBody>
          <a:bodyPr/>
          <a:lstStyle/>
          <a:p>
            <a:r>
              <a:rPr lang="en-US" dirty="0"/>
              <a:t>Presentation Title</a:t>
            </a:r>
          </a:p>
        </p:txBody>
      </p:sp>
      <p:sp>
        <p:nvSpPr>
          <p:cNvPr id="7" name="Slide Number Placeholder 6"/>
          <p:cNvSpPr>
            <a:spLocks noGrp="1"/>
          </p:cNvSpPr>
          <p:nvPr>
            <p:ph type="sldNum" sz="quarter" idx="11"/>
          </p:nvPr>
        </p:nvSpPr>
        <p:spPr/>
        <p:txBody>
          <a:bodyPr/>
          <a:lstStyle/>
          <a:p>
            <a:fld id="{09A01C0A-2BB6-49E7-91A3-DCB9F9F59583}" type="slidenum">
              <a:rPr lang="en-US" smtClean="0"/>
              <a:t>4</a:t>
            </a:fld>
            <a:endParaRPr lang="en-US" dirty="0"/>
          </a:p>
        </p:txBody>
      </p:sp>
      <p:graphicFrame>
        <p:nvGraphicFramePr>
          <p:cNvPr id="9" name="Content Placeholder 8"/>
          <p:cNvGraphicFramePr>
            <a:graphicFrameLocks noGrp="1"/>
          </p:cNvGraphicFramePr>
          <p:nvPr>
            <p:ph sz="half" idx="2"/>
          </p:nvPr>
        </p:nvGraphicFramePr>
        <p:xfrm>
          <a:off x="850168" y="1828800"/>
          <a:ext cx="10126980" cy="3293745"/>
        </p:xfrm>
        <a:graphic>
          <a:graphicData uri="http://schemas.openxmlformats.org/drawingml/2006/table">
            <a:tbl>
              <a:tblPr firstRow="1" bandRow="1">
                <a:tableStyleId>{5C22544A-7EE6-4342-B048-85BDC9FD1C3A}</a:tableStyleId>
              </a:tblPr>
              <a:tblGrid>
                <a:gridCol w="1687830">
                  <a:extLst>
                    <a:ext uri="{9D8B030D-6E8A-4147-A177-3AD203B41FA5}">
                      <a16:colId xmlns:a16="http://schemas.microsoft.com/office/drawing/2014/main" val="20000"/>
                    </a:ext>
                  </a:extLst>
                </a:gridCol>
                <a:gridCol w="1687830">
                  <a:extLst>
                    <a:ext uri="{9D8B030D-6E8A-4147-A177-3AD203B41FA5}">
                      <a16:colId xmlns:a16="http://schemas.microsoft.com/office/drawing/2014/main" val="20001"/>
                    </a:ext>
                  </a:extLst>
                </a:gridCol>
                <a:gridCol w="1687830">
                  <a:extLst>
                    <a:ext uri="{9D8B030D-6E8A-4147-A177-3AD203B41FA5}">
                      <a16:colId xmlns:a16="http://schemas.microsoft.com/office/drawing/2014/main" val="20002"/>
                    </a:ext>
                  </a:extLst>
                </a:gridCol>
                <a:gridCol w="1687830">
                  <a:extLst>
                    <a:ext uri="{9D8B030D-6E8A-4147-A177-3AD203B41FA5}">
                      <a16:colId xmlns:a16="http://schemas.microsoft.com/office/drawing/2014/main" val="20003"/>
                    </a:ext>
                  </a:extLst>
                </a:gridCol>
                <a:gridCol w="1687830">
                  <a:extLst>
                    <a:ext uri="{9D8B030D-6E8A-4147-A177-3AD203B41FA5}">
                      <a16:colId xmlns:a16="http://schemas.microsoft.com/office/drawing/2014/main" val="20004"/>
                    </a:ext>
                  </a:extLst>
                </a:gridCol>
                <a:gridCol w="1687830">
                  <a:extLst>
                    <a:ext uri="{9D8B030D-6E8A-4147-A177-3AD203B41FA5}">
                      <a16:colId xmlns:a16="http://schemas.microsoft.com/office/drawing/2014/main" val="20005"/>
                    </a:ext>
                  </a:extLst>
                </a:gridCol>
              </a:tblGrid>
              <a:tr h="133985">
                <a:tc rowSpan="2">
                  <a:txBody>
                    <a:bodyPr/>
                    <a:lstStyle/>
                    <a:p>
                      <a:pPr marL="68580" indent="0">
                        <a:lnSpc>
                          <a:spcPct val="114000"/>
                        </a:lnSpc>
                        <a:spcBef>
                          <a:spcPct val="0"/>
                        </a:spcBef>
                        <a:spcAft>
                          <a:spcPct val="0"/>
                        </a:spcAft>
                      </a:pPr>
                      <a:r>
                        <a:rPr sz="1600">
                          <a:solidFill>
                            <a:srgbClr val="000080"/>
                          </a:solidFill>
                          <a:latin typeface="Arial" panose="020B0604020202020204"/>
                          <a:ea typeface="SimSun" panose="02010600030101010101" pitchFamily="2" charset="-122"/>
                        </a:rPr>
                        <a:t>GENERAL</a:t>
                      </a:r>
                    </a:p>
                  </a:txBody>
                  <a:tcPr marL="0" marR="0" marT="0" marB="0"/>
                </a:tc>
                <a:tc gridSpan="5">
                  <a:txBody>
                    <a:bodyPr/>
                    <a:lstStyle/>
                    <a:p>
                      <a:pPr marL="68580" indent="0">
                        <a:lnSpc>
                          <a:spcPct val="114000"/>
                        </a:lnSpc>
                        <a:spcBef>
                          <a:spcPct val="0"/>
                        </a:spcBef>
                        <a:spcAft>
                          <a:spcPct val="0"/>
                        </a:spcAft>
                      </a:pPr>
                      <a:r>
                        <a:rPr sz="500">
                          <a:latin typeface="Times New Roman" panose="02020603050405020304"/>
                          <a:ea typeface="SimSun" panose="02010600030101010101" pitchFamily="2" charset="-122"/>
                        </a:rPr>
                        <a:t> </a:t>
                      </a:r>
                    </a:p>
                    <a:p>
                      <a:pPr marL="68580" indent="0">
                        <a:lnSpc>
                          <a:spcPct val="114000"/>
                        </a:lnSpc>
                        <a:spcBef>
                          <a:spcPct val="0"/>
                        </a:spcBef>
                        <a:spcAft>
                          <a:spcPct val="0"/>
                        </a:spcAft>
                      </a:pPr>
                      <a:r>
                        <a:rPr lang="en-US" sz="500">
                          <a:latin typeface="Times New Roman" panose="02020603050405020304"/>
                          <a:ea typeface="SimSun" panose="02010600030101010101" pitchFamily="2" charset="-122"/>
                        </a:rPr>
                        <a:t> </a:t>
                      </a:r>
                    </a:p>
                    <a:p>
                      <a:pPr marL="68580" indent="0">
                        <a:lnSpc>
                          <a:spcPct val="114000"/>
                        </a:lnSpc>
                        <a:spcBef>
                          <a:spcPct val="0"/>
                        </a:spcBef>
                        <a:spcAft>
                          <a:spcPct val="0"/>
                        </a:spcAft>
                      </a:pPr>
                      <a:r>
                        <a:rPr lang="en-US" sz="500">
                          <a:latin typeface="Times New Roman" panose="02020603050405020304"/>
                          <a:ea typeface="SimSun" panose="02010600030101010101" pitchFamily="2" charset="-122"/>
                        </a:rPr>
                        <a:t> </a:t>
                      </a:r>
                    </a:p>
                    <a:p>
                      <a:pPr marL="68580" indent="0">
                        <a:lnSpc>
                          <a:spcPct val="114000"/>
                        </a:lnSpc>
                        <a:spcBef>
                          <a:spcPct val="0"/>
                        </a:spcBef>
                        <a:spcAft>
                          <a:spcPct val="0"/>
                        </a:spcAft>
                      </a:pPr>
                      <a:r>
                        <a:rPr lang="en-US" sz="500">
                          <a:latin typeface="Times New Roman" panose="02020603050405020304"/>
                          <a:ea typeface="SimSun" panose="02010600030101010101" pitchFamily="2" charset="-122"/>
                        </a:rPr>
                        <a:t> </a:t>
                      </a:r>
                    </a:p>
                    <a:p>
                      <a:pPr marL="68580" indent="0">
                        <a:lnSpc>
                          <a:spcPct val="114000"/>
                        </a:lnSpc>
                        <a:spcBef>
                          <a:spcPct val="0"/>
                        </a:spcBef>
                        <a:spcAft>
                          <a:spcPct val="0"/>
                        </a:spcAft>
                      </a:pPr>
                      <a:r>
                        <a:rPr lang="en-US" sz="100">
                          <a:latin typeface="Times New Roman" panose="02020603050405020304"/>
                          <a:ea typeface="SimSun" panose="02010600030101010101" pitchFamily="2" charset="-122"/>
                        </a:rPr>
                        <a:t> </a:t>
                      </a:r>
                      <a:endParaRPr sz="100">
                        <a:latin typeface="Times New Roman" panose="02020603050405020304"/>
                        <a:ea typeface="SimSun" panose="02010600030101010101" pitchFamily="2" charset="-122"/>
                      </a:endParaRPr>
                    </a:p>
                  </a:txBody>
                  <a:tcPr marL="0" marR="0" marT="0" marB="0" anchor="b"/>
                </a:tc>
                <a:tc hMerge="1">
                  <a:txBody>
                    <a:bodyPr/>
                    <a:lstStyle/>
                    <a:p>
                      <a:endParaRPr lang="en-US"/>
                    </a:p>
                  </a:txBody>
                  <a:tcPr marL="0" marR="0" marT="0" marB="0" anchor="b"/>
                </a:tc>
                <a:tc hMerge="1">
                  <a:txBody>
                    <a:bodyPr/>
                    <a:lstStyle/>
                    <a:p>
                      <a:endParaRPr lang="en-US"/>
                    </a:p>
                  </a:txBody>
                  <a:tcPr marL="0" marR="0" marT="0" marB="0" anchor="b"/>
                </a:tc>
                <a:tc hMerge="1">
                  <a:txBody>
                    <a:bodyPr/>
                    <a:lstStyle/>
                    <a:p>
                      <a:endParaRPr lang="en-US"/>
                    </a:p>
                  </a:txBody>
                  <a:tcPr marL="0" marR="0" marT="0" marB="0" anchor="b"/>
                </a:tc>
                <a:tc hMerge="1">
                  <a:txBody>
                    <a:bodyPr/>
                    <a:lstStyle/>
                    <a:p>
                      <a:endParaRPr lang="en-US"/>
                    </a:p>
                  </a:txBody>
                  <a:tcPr marL="0" marR="0" marT="0" marB="0" anchor="b"/>
                </a:tc>
                <a:extLst>
                  <a:ext uri="{0D108BD9-81ED-4DB2-BD59-A6C34878D82A}">
                    <a16:rowId xmlns:a16="http://schemas.microsoft.com/office/drawing/2014/main" val="10000"/>
                  </a:ext>
                </a:extLst>
              </a:tr>
              <a:tr h="330200">
                <a:tc vMerge="1">
                  <a:txBody>
                    <a:bodyPr/>
                    <a:lstStyle/>
                    <a:p>
                      <a:endParaRPr lang="en-US"/>
                    </a:p>
                  </a:txBody>
                  <a:tcPr/>
                </a:tc>
                <a:tc rowSpan="2" gridSpan="4">
                  <a:txBody>
                    <a:bodyPr/>
                    <a:lstStyle/>
                    <a:p>
                      <a:pPr marL="381000" indent="0">
                        <a:lnSpc>
                          <a:spcPct val="114000"/>
                        </a:lnSpc>
                        <a:spcBef>
                          <a:spcPct val="0"/>
                        </a:spcBef>
                        <a:spcAft>
                          <a:spcPct val="0"/>
                        </a:spcAft>
                      </a:pPr>
                      <a:r>
                        <a:rPr sz="1600">
                          <a:solidFill>
                            <a:srgbClr val="7030A0"/>
                          </a:solidFill>
                          <a:latin typeface="Arial" panose="020B0604020202020204"/>
                          <a:ea typeface="SimSun" panose="02010600030101010101" pitchFamily="2" charset="-122"/>
                        </a:rPr>
                        <a:t>:  R.D. TECH INFRA</a:t>
                      </a:r>
                    </a:p>
                  </a:txBody>
                  <a:tcPr marL="0" marR="0" marT="0" marB="0"/>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a:txBody>
                    <a:bodyPr/>
                    <a:lstStyle/>
                    <a:p>
                      <a:pPr marL="68580" indent="0">
                        <a:lnSpc>
                          <a:spcPct val="114000"/>
                        </a:lnSpc>
                        <a:spcBef>
                          <a:spcPct val="0"/>
                        </a:spcBef>
                        <a:spcAft>
                          <a:spcPct val="0"/>
                        </a:spcAft>
                      </a:pPr>
                      <a:r>
                        <a:rPr sz="100">
                          <a:latin typeface="Times New Roman" panose="02020603050405020304"/>
                          <a:ea typeface="SimSun" panose="02010600030101010101" pitchFamily="2" charset="-122"/>
                        </a:rPr>
                        <a:t> </a:t>
                      </a:r>
                    </a:p>
                  </a:txBody>
                  <a:tcPr marL="0" marR="0" marT="0" marB="0" anchor="b"/>
                </a:tc>
                <a:extLst>
                  <a:ext uri="{0D108BD9-81ED-4DB2-BD59-A6C34878D82A}">
                    <a16:rowId xmlns:a16="http://schemas.microsoft.com/office/drawing/2014/main" val="10001"/>
                  </a:ext>
                </a:extLst>
              </a:tr>
              <a:tr h="381000">
                <a:tc>
                  <a:txBody>
                    <a:bodyPr/>
                    <a:lstStyle/>
                    <a:p>
                      <a:pPr marL="558800" indent="0">
                        <a:lnSpc>
                          <a:spcPct val="114000"/>
                        </a:lnSpc>
                        <a:spcBef>
                          <a:spcPct val="0"/>
                        </a:spcBef>
                        <a:spcAft>
                          <a:spcPct val="0"/>
                        </a:spcAft>
                      </a:pPr>
                      <a:r>
                        <a:rPr sz="1600">
                          <a:solidFill>
                            <a:srgbClr val="7030A0"/>
                          </a:solidFill>
                          <a:latin typeface="Arial" panose="020B0604020202020204"/>
                          <a:ea typeface="SimSun" panose="02010600030101010101" pitchFamily="2" charset="-122"/>
                        </a:rPr>
                        <a:t> </a:t>
                      </a:r>
                    </a:p>
                    <a:p>
                      <a:pPr marL="558800" indent="0">
                        <a:lnSpc>
                          <a:spcPct val="114000"/>
                        </a:lnSpc>
                        <a:spcBef>
                          <a:spcPct val="0"/>
                        </a:spcBef>
                        <a:spcAft>
                          <a:spcPct val="0"/>
                        </a:spcAft>
                      </a:pPr>
                      <a:r>
                        <a:rPr sz="1600">
                          <a:solidFill>
                            <a:srgbClr val="7030A0"/>
                          </a:solidFill>
                          <a:latin typeface="Arial" panose="020B0604020202020204"/>
                          <a:ea typeface="SimSun" panose="02010600030101010101" pitchFamily="2" charset="-122"/>
                        </a:rPr>
                        <a:t>Name</a:t>
                      </a:r>
                    </a:p>
                  </a:txBody>
                  <a:tcPr marL="0" marR="0" marT="0" marB="0"/>
                </a:tc>
                <a:tc gridSpan="4"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marL="68580" indent="0">
                        <a:lnSpc>
                          <a:spcPct val="114000"/>
                        </a:lnSpc>
                        <a:spcBef>
                          <a:spcPct val="0"/>
                        </a:spcBef>
                        <a:spcAft>
                          <a:spcPct val="0"/>
                        </a:spcAft>
                      </a:pPr>
                      <a:r>
                        <a:rPr sz="100">
                          <a:latin typeface="Times New Roman" panose="02020603050405020304"/>
                          <a:ea typeface="SimSun" panose="02010600030101010101" pitchFamily="2" charset="-122"/>
                        </a:rPr>
                        <a:t> </a:t>
                      </a:r>
                    </a:p>
                  </a:txBody>
                  <a:tcPr marL="0" marR="0" marT="0" marB="0" anchor="b"/>
                </a:tc>
                <a:extLst>
                  <a:ext uri="{0D108BD9-81ED-4DB2-BD59-A6C34878D82A}">
                    <a16:rowId xmlns:a16="http://schemas.microsoft.com/office/drawing/2014/main" val="10002"/>
                  </a:ext>
                </a:extLst>
              </a:tr>
              <a:tr h="381000">
                <a:tc>
                  <a:txBody>
                    <a:bodyPr/>
                    <a:lstStyle/>
                    <a:p>
                      <a:pPr marL="68580" indent="0">
                        <a:lnSpc>
                          <a:spcPct val="114000"/>
                        </a:lnSpc>
                        <a:spcBef>
                          <a:spcPct val="0"/>
                        </a:spcBef>
                        <a:spcAft>
                          <a:spcPct val="0"/>
                        </a:spcAft>
                      </a:pPr>
                      <a:r>
                        <a:rPr sz="1600">
                          <a:solidFill>
                            <a:srgbClr val="7030A0"/>
                          </a:solidFill>
                          <a:latin typeface="Arial" panose="020B0604020202020204"/>
                          <a:ea typeface="SimSun" panose="02010600030101010101" pitchFamily="2" charset="-122"/>
                        </a:rPr>
                        <a:t>             Corporate Office</a:t>
                      </a:r>
                    </a:p>
                  </a:txBody>
                  <a:tcPr marL="0" marR="0" marT="0" marB="0"/>
                </a:tc>
                <a:tc gridSpan="4">
                  <a:txBody>
                    <a:bodyPr/>
                    <a:lstStyle/>
                    <a:p>
                      <a:pPr marL="381000" indent="0">
                        <a:lnSpc>
                          <a:spcPct val="114000"/>
                        </a:lnSpc>
                        <a:spcBef>
                          <a:spcPct val="0"/>
                        </a:spcBef>
                        <a:spcAft>
                          <a:spcPct val="0"/>
                        </a:spcAft>
                      </a:pPr>
                      <a:r>
                        <a:rPr sz="1600">
                          <a:solidFill>
                            <a:srgbClr val="7030A0"/>
                          </a:solidFill>
                          <a:latin typeface="Arial" panose="020B0604020202020204"/>
                          <a:ea typeface="SimSun" panose="02010600030101010101" pitchFamily="2" charset="-122"/>
                        </a:rPr>
                        <a:t>:  </a:t>
                      </a:r>
                    </a:p>
                    <a:p>
                      <a:pPr marL="381000" indent="0">
                        <a:lnSpc>
                          <a:spcPct val="114000"/>
                        </a:lnSpc>
                        <a:spcBef>
                          <a:spcPct val="0"/>
                        </a:spcBef>
                        <a:spcAft>
                          <a:spcPct val="0"/>
                        </a:spcAft>
                      </a:pPr>
                      <a:r>
                        <a:rPr sz="1600">
                          <a:latin typeface="Times New Roman" panose="02020603050405020304"/>
                          <a:ea typeface="SimSun" panose="02010600030101010101" pitchFamily="2" charset="-122"/>
                        </a:rPr>
                        <a:t>:   </a:t>
                      </a:r>
                      <a:r>
                        <a:rPr sz="1600">
                          <a:solidFill>
                            <a:srgbClr val="7030A0"/>
                          </a:solidFill>
                          <a:latin typeface="Times New Roman" panose="02020603050405020304"/>
                          <a:ea typeface="SimSun" panose="02010600030101010101" pitchFamily="2" charset="-122"/>
                        </a:rPr>
                        <a:t>MURALI NIKETAN,S2-K2/326 ,INDRA NAGAR</a:t>
                      </a:r>
                    </a:p>
                    <a:p>
                      <a:pPr marL="381000" indent="0">
                        <a:lnSpc>
                          <a:spcPct val="114000"/>
                        </a:lnSpc>
                        <a:spcBef>
                          <a:spcPct val="0"/>
                        </a:spcBef>
                        <a:spcAft>
                          <a:spcPct val="0"/>
                        </a:spcAft>
                      </a:pPr>
                      <a:r>
                        <a:rPr sz="1600">
                          <a:solidFill>
                            <a:srgbClr val="7030A0"/>
                          </a:solidFill>
                          <a:latin typeface="Times New Roman" panose="02020603050405020304"/>
                          <a:ea typeface="SimSun" panose="02010600030101010101" pitchFamily="2" charset="-122"/>
                        </a:rPr>
                        <a:t>    LUCKNOW - 226016</a:t>
                      </a: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68580" indent="0">
                        <a:lnSpc>
                          <a:spcPct val="114000"/>
                        </a:lnSpc>
                        <a:spcBef>
                          <a:spcPct val="0"/>
                        </a:spcBef>
                        <a:spcAft>
                          <a:spcPct val="0"/>
                        </a:spcAft>
                      </a:pPr>
                      <a:r>
                        <a:rPr sz="100">
                          <a:latin typeface="Times New Roman" panose="02020603050405020304"/>
                          <a:ea typeface="SimSun" panose="02010600030101010101" pitchFamily="2" charset="-122"/>
                        </a:rPr>
                        <a:t> </a:t>
                      </a:r>
                    </a:p>
                  </a:txBody>
                  <a:tcPr marL="0" marR="0" marT="0" marB="0" anchor="b"/>
                </a:tc>
                <a:extLst>
                  <a:ext uri="{0D108BD9-81ED-4DB2-BD59-A6C34878D82A}">
                    <a16:rowId xmlns:a16="http://schemas.microsoft.com/office/drawing/2014/main" val="10003"/>
                  </a:ext>
                </a:extLst>
              </a:tr>
              <a:tr h="381000">
                <a:tc>
                  <a:txBody>
                    <a:bodyPr/>
                    <a:lstStyle/>
                    <a:p>
                      <a:pPr marL="68580" indent="0">
                        <a:lnSpc>
                          <a:spcPct val="114000"/>
                        </a:lnSpc>
                        <a:spcBef>
                          <a:spcPct val="0"/>
                        </a:spcBef>
                        <a:spcAft>
                          <a:spcPct val="0"/>
                        </a:spcAft>
                      </a:pPr>
                      <a:r>
                        <a:rPr sz="1600">
                          <a:latin typeface="Times New Roman" panose="02020603050405020304"/>
                          <a:ea typeface="SimSun" panose="02010600030101010101" pitchFamily="2" charset="-122"/>
                        </a:rPr>
                        <a:t> </a:t>
                      </a:r>
                    </a:p>
                  </a:txBody>
                  <a:tcPr marL="0" marR="0" marT="0" marB="0"/>
                </a:tc>
                <a:tc>
                  <a:txBody>
                    <a:bodyPr/>
                    <a:lstStyle/>
                    <a:p>
                      <a:pPr marL="68580" indent="0" algn="r">
                        <a:lnSpc>
                          <a:spcPct val="114000"/>
                        </a:lnSpc>
                        <a:spcBef>
                          <a:spcPct val="0"/>
                        </a:spcBef>
                        <a:spcAft>
                          <a:spcPct val="0"/>
                        </a:spcAft>
                      </a:pPr>
                      <a:r>
                        <a:rPr sz="1600">
                          <a:latin typeface="Times New Roman" panose="02020603050405020304"/>
                          <a:ea typeface="SimSun" panose="02010600030101010101" pitchFamily="2" charset="-122"/>
                        </a:rPr>
                        <a:t> </a:t>
                      </a:r>
                    </a:p>
                  </a:txBody>
                  <a:tcPr marL="0" marR="0" marT="0" marB="0"/>
                </a:tc>
                <a:tc>
                  <a:txBody>
                    <a:bodyPr/>
                    <a:lstStyle/>
                    <a:p>
                      <a:pPr marL="68580" indent="0">
                        <a:lnSpc>
                          <a:spcPct val="114000"/>
                        </a:lnSpc>
                        <a:spcBef>
                          <a:spcPct val="0"/>
                        </a:spcBef>
                        <a:spcAft>
                          <a:spcPct val="0"/>
                        </a:spcAft>
                      </a:pPr>
                      <a:r>
                        <a:rPr sz="1600">
                          <a:latin typeface="Times New Roman" panose="02020603050405020304"/>
                          <a:ea typeface="SimSun" panose="02010600030101010101" pitchFamily="2" charset="-122"/>
                        </a:rPr>
                        <a:t> </a:t>
                      </a:r>
                    </a:p>
                  </a:txBody>
                  <a:tcPr marL="0" marR="0" marT="0" marB="0"/>
                </a:tc>
                <a:tc>
                  <a:txBody>
                    <a:bodyPr/>
                    <a:lstStyle/>
                    <a:p>
                      <a:pPr marL="68580" indent="0">
                        <a:lnSpc>
                          <a:spcPct val="114000"/>
                        </a:lnSpc>
                        <a:spcBef>
                          <a:spcPct val="0"/>
                        </a:spcBef>
                        <a:spcAft>
                          <a:spcPct val="0"/>
                        </a:spcAft>
                      </a:pPr>
                      <a:r>
                        <a:rPr sz="1200">
                          <a:latin typeface="Times New Roman" panose="02020603050405020304"/>
                          <a:ea typeface="SimSun" panose="02010600030101010101" pitchFamily="2" charset="-122"/>
                        </a:rPr>
                        <a:t> </a:t>
                      </a:r>
                    </a:p>
                  </a:txBody>
                  <a:tcPr marL="0" marR="0" marT="0" marB="0" anchor="b"/>
                </a:tc>
                <a:tc>
                  <a:txBody>
                    <a:bodyPr/>
                    <a:lstStyle/>
                    <a:p>
                      <a:pPr marL="68580" indent="0">
                        <a:lnSpc>
                          <a:spcPct val="114000"/>
                        </a:lnSpc>
                        <a:spcBef>
                          <a:spcPct val="0"/>
                        </a:spcBef>
                        <a:spcAft>
                          <a:spcPct val="0"/>
                        </a:spcAft>
                      </a:pPr>
                      <a:r>
                        <a:rPr sz="1200">
                          <a:latin typeface="Times New Roman" panose="02020603050405020304"/>
                          <a:ea typeface="SimSun" panose="02010600030101010101" pitchFamily="2" charset="-122"/>
                        </a:rPr>
                        <a:t> </a:t>
                      </a:r>
                    </a:p>
                  </a:txBody>
                  <a:tcPr marL="0" marR="0" marT="0" marB="0" anchor="b"/>
                </a:tc>
                <a:tc>
                  <a:txBody>
                    <a:bodyPr/>
                    <a:lstStyle/>
                    <a:p>
                      <a:pPr marL="68580" indent="0">
                        <a:lnSpc>
                          <a:spcPct val="114000"/>
                        </a:lnSpc>
                        <a:spcBef>
                          <a:spcPct val="0"/>
                        </a:spcBef>
                        <a:spcAft>
                          <a:spcPct val="0"/>
                        </a:spcAft>
                      </a:pPr>
                      <a:r>
                        <a:rPr sz="100">
                          <a:latin typeface="Times New Roman" panose="02020603050405020304"/>
                          <a:ea typeface="SimSun" panose="02010600030101010101" pitchFamily="2" charset="-122"/>
                        </a:rPr>
                        <a:t> </a:t>
                      </a:r>
                    </a:p>
                  </a:txBody>
                  <a:tcPr marL="0" marR="0" marT="0" marB="0" anchor="b"/>
                </a:tc>
                <a:extLst>
                  <a:ext uri="{0D108BD9-81ED-4DB2-BD59-A6C34878D82A}">
                    <a16:rowId xmlns:a16="http://schemas.microsoft.com/office/drawing/2014/main" val="10004"/>
                  </a:ext>
                </a:extLst>
              </a:tr>
              <a:tr h="381000">
                <a:tc>
                  <a:txBody>
                    <a:bodyPr/>
                    <a:lstStyle/>
                    <a:p>
                      <a:pPr marL="558800" indent="0">
                        <a:lnSpc>
                          <a:spcPct val="114000"/>
                        </a:lnSpc>
                        <a:spcBef>
                          <a:spcPct val="0"/>
                        </a:spcBef>
                        <a:spcAft>
                          <a:spcPct val="0"/>
                        </a:spcAft>
                      </a:pPr>
                      <a:r>
                        <a:rPr sz="1600">
                          <a:latin typeface="Times New Roman" panose="02020603050405020304"/>
                          <a:ea typeface="SimSun" panose="02010600030101010101" pitchFamily="2" charset="-122"/>
                        </a:rPr>
                        <a:t> </a:t>
                      </a:r>
                    </a:p>
                  </a:txBody>
                  <a:tcPr marL="0" marR="0" marT="0" marB="0"/>
                </a:tc>
                <a:tc>
                  <a:txBody>
                    <a:bodyPr/>
                    <a:lstStyle/>
                    <a:p>
                      <a:pPr marL="68580" indent="0">
                        <a:lnSpc>
                          <a:spcPct val="114000"/>
                        </a:lnSpc>
                        <a:spcBef>
                          <a:spcPct val="0"/>
                        </a:spcBef>
                        <a:spcAft>
                          <a:spcPct val="0"/>
                        </a:spcAft>
                      </a:pPr>
                      <a:r>
                        <a:rPr sz="1600">
                          <a:latin typeface="Times New Roman" panose="02020603050405020304"/>
                          <a:ea typeface="SimSun" panose="02010600030101010101" pitchFamily="2" charset="-122"/>
                        </a:rPr>
                        <a:t> </a:t>
                      </a:r>
                    </a:p>
                  </a:txBody>
                  <a:tcPr marL="0" marR="0" marT="0" marB="0"/>
                </a:tc>
                <a:tc>
                  <a:txBody>
                    <a:bodyPr/>
                    <a:lstStyle/>
                    <a:p>
                      <a:pPr marL="76200" indent="0">
                        <a:lnSpc>
                          <a:spcPct val="114000"/>
                        </a:lnSpc>
                        <a:spcBef>
                          <a:spcPct val="0"/>
                        </a:spcBef>
                        <a:spcAft>
                          <a:spcPct val="0"/>
                        </a:spcAft>
                      </a:pPr>
                      <a:r>
                        <a:rPr sz="1600">
                          <a:latin typeface="Times New Roman" panose="02020603050405020304"/>
                          <a:ea typeface="SimSun" panose="02010600030101010101" pitchFamily="2" charset="-122"/>
                        </a:rPr>
                        <a:t> </a:t>
                      </a:r>
                    </a:p>
                  </a:txBody>
                  <a:tcPr marL="0" marR="0" marT="0" marB="0"/>
                </a:tc>
                <a:tc>
                  <a:txBody>
                    <a:bodyPr/>
                    <a:lstStyle/>
                    <a:p>
                      <a:pPr marL="68580" indent="0">
                        <a:lnSpc>
                          <a:spcPct val="114000"/>
                        </a:lnSpc>
                        <a:spcBef>
                          <a:spcPct val="0"/>
                        </a:spcBef>
                        <a:spcAft>
                          <a:spcPct val="0"/>
                        </a:spcAft>
                      </a:pPr>
                      <a:r>
                        <a:rPr sz="1200">
                          <a:latin typeface="Times New Roman" panose="02020603050405020304"/>
                          <a:ea typeface="SimSun" panose="02010600030101010101" pitchFamily="2" charset="-122"/>
                        </a:rPr>
                        <a:t> </a:t>
                      </a:r>
                    </a:p>
                  </a:txBody>
                  <a:tcPr marL="0" marR="0" marT="0" marB="0" anchor="b"/>
                </a:tc>
                <a:tc>
                  <a:txBody>
                    <a:bodyPr/>
                    <a:lstStyle/>
                    <a:p>
                      <a:pPr marL="68580" indent="0">
                        <a:lnSpc>
                          <a:spcPct val="114000"/>
                        </a:lnSpc>
                        <a:spcBef>
                          <a:spcPct val="0"/>
                        </a:spcBef>
                        <a:spcAft>
                          <a:spcPct val="0"/>
                        </a:spcAft>
                      </a:pPr>
                      <a:r>
                        <a:rPr sz="1200">
                          <a:latin typeface="Times New Roman" panose="02020603050405020304"/>
                          <a:ea typeface="SimSun" panose="02010600030101010101" pitchFamily="2" charset="-122"/>
                        </a:rPr>
                        <a:t> </a:t>
                      </a:r>
                    </a:p>
                  </a:txBody>
                  <a:tcPr marL="0" marR="0" marT="0" marB="0" anchor="b"/>
                </a:tc>
                <a:tc>
                  <a:txBody>
                    <a:bodyPr/>
                    <a:lstStyle/>
                    <a:p>
                      <a:pPr marL="68580" indent="0">
                        <a:lnSpc>
                          <a:spcPct val="114000"/>
                        </a:lnSpc>
                        <a:spcBef>
                          <a:spcPct val="0"/>
                        </a:spcBef>
                        <a:spcAft>
                          <a:spcPct val="0"/>
                        </a:spcAft>
                      </a:pPr>
                      <a:r>
                        <a:rPr sz="100">
                          <a:latin typeface="Times New Roman" panose="02020603050405020304"/>
                          <a:ea typeface="SimSun" panose="02010600030101010101" pitchFamily="2" charset="-122"/>
                        </a:rPr>
                        <a:t> </a:t>
                      </a:r>
                    </a:p>
                  </a:txBody>
                  <a:tcPr marL="0" marR="0" marT="0" marB="0" anchor="b"/>
                </a:tc>
                <a:extLst>
                  <a:ext uri="{0D108BD9-81ED-4DB2-BD59-A6C34878D82A}">
                    <a16:rowId xmlns:a16="http://schemas.microsoft.com/office/drawing/2014/main" val="10005"/>
                  </a:ext>
                </a:extLst>
              </a:tr>
              <a:tr h="381000">
                <a:tc>
                  <a:txBody>
                    <a:bodyPr/>
                    <a:lstStyle/>
                    <a:p>
                      <a:pPr marL="546100" indent="0">
                        <a:lnSpc>
                          <a:spcPct val="114000"/>
                        </a:lnSpc>
                        <a:spcBef>
                          <a:spcPct val="0"/>
                        </a:spcBef>
                        <a:spcAft>
                          <a:spcPct val="0"/>
                        </a:spcAft>
                      </a:pPr>
                      <a:r>
                        <a:rPr sz="1600">
                          <a:solidFill>
                            <a:srgbClr val="7030A0"/>
                          </a:solidFill>
                          <a:latin typeface="Arial" panose="020B0604020202020204"/>
                          <a:ea typeface="SimSun" panose="02010600030101010101" pitchFamily="2" charset="-122"/>
                        </a:rPr>
                        <a:t>Telephone</a:t>
                      </a:r>
                    </a:p>
                  </a:txBody>
                  <a:tcPr marL="0" marR="0" marT="0" marB="0"/>
                </a:tc>
                <a:tc>
                  <a:txBody>
                    <a:bodyPr/>
                    <a:lstStyle/>
                    <a:p>
                      <a:pPr marL="393700" indent="0">
                        <a:lnSpc>
                          <a:spcPct val="114000"/>
                        </a:lnSpc>
                        <a:spcBef>
                          <a:spcPct val="0"/>
                        </a:spcBef>
                        <a:spcAft>
                          <a:spcPct val="0"/>
                        </a:spcAft>
                      </a:pPr>
                      <a:r>
                        <a:rPr sz="1600">
                          <a:solidFill>
                            <a:srgbClr val="7030A0"/>
                          </a:solidFill>
                          <a:latin typeface="Arial" panose="020B0604020202020204"/>
                          <a:ea typeface="SimSun" panose="02010600030101010101" pitchFamily="2" charset="-122"/>
                        </a:rPr>
                        <a:t>:</a:t>
                      </a:r>
                    </a:p>
                  </a:txBody>
                  <a:tcPr marL="0" marR="0" marT="0" marB="0"/>
                </a:tc>
                <a:tc>
                  <a:txBody>
                    <a:bodyPr/>
                    <a:lstStyle/>
                    <a:p>
                      <a:pPr marL="76200" indent="0">
                        <a:lnSpc>
                          <a:spcPct val="114000"/>
                        </a:lnSpc>
                        <a:spcBef>
                          <a:spcPct val="0"/>
                        </a:spcBef>
                        <a:spcAft>
                          <a:spcPct val="0"/>
                        </a:spcAft>
                      </a:pPr>
                      <a:r>
                        <a:rPr sz="1600">
                          <a:solidFill>
                            <a:srgbClr val="7030A0"/>
                          </a:solidFill>
                          <a:latin typeface="Arial" panose="020B0604020202020204"/>
                          <a:ea typeface="SimSun" panose="02010600030101010101" pitchFamily="2" charset="-122"/>
                        </a:rPr>
                        <a:t>7571004610,7526004610</a:t>
                      </a:r>
                    </a:p>
                  </a:txBody>
                  <a:tcPr marL="0" marR="0" marT="0" marB="0"/>
                </a:tc>
                <a:tc>
                  <a:txBody>
                    <a:bodyPr/>
                    <a:lstStyle/>
                    <a:p>
                      <a:pPr marL="68580" indent="0">
                        <a:lnSpc>
                          <a:spcPct val="114000"/>
                        </a:lnSpc>
                        <a:spcBef>
                          <a:spcPct val="0"/>
                        </a:spcBef>
                        <a:spcAft>
                          <a:spcPct val="0"/>
                        </a:spcAft>
                      </a:pPr>
                      <a:r>
                        <a:rPr sz="1200">
                          <a:latin typeface="Times New Roman" panose="02020603050405020304"/>
                          <a:ea typeface="SimSun" panose="02010600030101010101" pitchFamily="2" charset="-122"/>
                        </a:rPr>
                        <a:t> </a:t>
                      </a:r>
                    </a:p>
                  </a:txBody>
                  <a:tcPr marL="0" marR="0" marT="0" marB="0" anchor="b"/>
                </a:tc>
                <a:tc>
                  <a:txBody>
                    <a:bodyPr/>
                    <a:lstStyle/>
                    <a:p>
                      <a:pPr marL="68580" indent="0">
                        <a:lnSpc>
                          <a:spcPct val="114000"/>
                        </a:lnSpc>
                        <a:spcBef>
                          <a:spcPct val="0"/>
                        </a:spcBef>
                        <a:spcAft>
                          <a:spcPct val="0"/>
                        </a:spcAft>
                      </a:pPr>
                      <a:r>
                        <a:rPr sz="1200">
                          <a:latin typeface="Times New Roman" panose="02020603050405020304"/>
                          <a:ea typeface="SimSun" panose="02010600030101010101" pitchFamily="2" charset="-122"/>
                        </a:rPr>
                        <a:t> </a:t>
                      </a:r>
                    </a:p>
                  </a:txBody>
                  <a:tcPr marL="0" marR="0" marT="0" marB="0" anchor="b"/>
                </a:tc>
                <a:tc>
                  <a:txBody>
                    <a:bodyPr/>
                    <a:lstStyle/>
                    <a:p>
                      <a:pPr marL="68580" indent="0">
                        <a:lnSpc>
                          <a:spcPct val="114000"/>
                        </a:lnSpc>
                        <a:spcBef>
                          <a:spcPct val="0"/>
                        </a:spcBef>
                        <a:spcAft>
                          <a:spcPct val="0"/>
                        </a:spcAft>
                      </a:pPr>
                      <a:r>
                        <a:rPr sz="100">
                          <a:latin typeface="Times New Roman" panose="02020603050405020304"/>
                          <a:ea typeface="SimSun" panose="02010600030101010101" pitchFamily="2" charset="-122"/>
                        </a:rPr>
                        <a:t> </a:t>
                      </a:r>
                    </a:p>
                  </a:txBody>
                  <a:tcPr marL="0" marR="0" marT="0" marB="0" anchor="b"/>
                </a:tc>
                <a:extLst>
                  <a:ext uri="{0D108BD9-81ED-4DB2-BD59-A6C34878D82A}">
                    <a16:rowId xmlns:a16="http://schemas.microsoft.com/office/drawing/2014/main" val="10006"/>
                  </a:ext>
                </a:extLst>
              </a:tr>
              <a:tr h="381000">
                <a:tc>
                  <a:txBody>
                    <a:bodyPr/>
                    <a:lstStyle/>
                    <a:p>
                      <a:pPr marL="558800" indent="0">
                        <a:lnSpc>
                          <a:spcPct val="114000"/>
                        </a:lnSpc>
                        <a:spcBef>
                          <a:spcPct val="0"/>
                        </a:spcBef>
                        <a:spcAft>
                          <a:spcPct val="0"/>
                        </a:spcAft>
                      </a:pPr>
                      <a:r>
                        <a:rPr sz="1600">
                          <a:solidFill>
                            <a:srgbClr val="7030A0"/>
                          </a:solidFill>
                          <a:latin typeface="Arial" panose="020B0604020202020204"/>
                          <a:ea typeface="SimSun" panose="02010600030101010101" pitchFamily="2" charset="-122"/>
                        </a:rPr>
                        <a:t>E-Mail</a:t>
                      </a:r>
                    </a:p>
                  </a:txBody>
                  <a:tcPr marL="0" marR="0" marT="0" marB="0"/>
                </a:tc>
                <a:tc>
                  <a:txBody>
                    <a:bodyPr/>
                    <a:lstStyle/>
                    <a:p>
                      <a:pPr marL="68580" indent="0" algn="ctr">
                        <a:lnSpc>
                          <a:spcPct val="114000"/>
                        </a:lnSpc>
                        <a:spcBef>
                          <a:spcPct val="0"/>
                        </a:spcBef>
                        <a:spcAft>
                          <a:spcPct val="0"/>
                        </a:spcAft>
                      </a:pPr>
                      <a:r>
                        <a:rPr sz="1600">
                          <a:solidFill>
                            <a:srgbClr val="7030A0"/>
                          </a:solidFill>
                          <a:latin typeface="Arial" panose="020B0604020202020204"/>
                          <a:ea typeface="SimSun" panose="02010600030101010101" pitchFamily="2" charset="-122"/>
                        </a:rPr>
                        <a:t>        :</a:t>
                      </a:r>
                    </a:p>
                  </a:txBody>
                  <a:tcPr marL="0" marR="0" marT="0" marB="0"/>
                </a:tc>
                <a:tc gridSpan="3">
                  <a:txBody>
                    <a:bodyPr/>
                    <a:lstStyle/>
                    <a:p>
                      <a:pPr marL="76200" indent="0">
                        <a:lnSpc>
                          <a:spcPct val="114000"/>
                        </a:lnSpc>
                        <a:spcBef>
                          <a:spcPct val="0"/>
                        </a:spcBef>
                        <a:spcAft>
                          <a:spcPct val="0"/>
                        </a:spcAft>
                      </a:pPr>
                      <a:r>
                        <a:rPr sz="1600">
                          <a:solidFill>
                            <a:srgbClr val="7030A0"/>
                          </a:solidFill>
                          <a:latin typeface="Arial" panose="020B0604020202020204"/>
                          <a:ea typeface="SimSun" panose="02010600030101010101" pitchFamily="2" charset="-122"/>
                        </a:rPr>
                        <a:t>projectrdtechinfra@gmail.com</a:t>
                      </a:r>
                    </a:p>
                  </a:txBody>
                  <a:tcPr marL="0" marR="0" marT="0" marB="0"/>
                </a:tc>
                <a:tc hMerge="1">
                  <a:txBody>
                    <a:bodyPr/>
                    <a:lstStyle/>
                    <a:p>
                      <a:endParaRPr lang="en-US"/>
                    </a:p>
                  </a:txBody>
                  <a:tcPr/>
                </a:tc>
                <a:tc hMerge="1">
                  <a:txBody>
                    <a:bodyPr/>
                    <a:lstStyle/>
                    <a:p>
                      <a:endParaRPr lang="en-US"/>
                    </a:p>
                  </a:txBody>
                  <a:tcPr/>
                </a:tc>
                <a:tc>
                  <a:txBody>
                    <a:bodyPr/>
                    <a:lstStyle/>
                    <a:p>
                      <a:pPr marL="68580" indent="0">
                        <a:spcBef>
                          <a:spcPct val="0"/>
                        </a:spcBef>
                        <a:spcAft>
                          <a:spcPct val="0"/>
                        </a:spcAft>
                      </a:pPr>
                      <a:endParaRPr sz="100">
                        <a:latin typeface="Times New Roman" panose="02020603050405020304"/>
                        <a:ea typeface="SimSun" panose="02010600030101010101" pitchFamily="2" charset="-122"/>
                      </a:endParaRPr>
                    </a:p>
                  </a:txBody>
                  <a:tcPr marL="0" marR="0" marT="0" marB="0" anchor="b"/>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0"/>
            <a:ext cx="12192000" cy="6858000"/>
          </a:xfrm>
          <a:prstGeom prst="rect">
            <a:avLst/>
          </a:prstGeom>
        </p:spPr>
      </p:pic>
      <p:pic>
        <p:nvPicPr>
          <p:cNvPr id="3" name="object 3"/>
          <p:cNvPicPr/>
          <p:nvPr/>
        </p:nvPicPr>
        <p:blipFill>
          <a:blip r:embed="rId4" cstate="print"/>
          <a:stretch>
            <a:fillRect/>
          </a:stretch>
        </p:blipFill>
        <p:spPr>
          <a:xfrm>
            <a:off x="7794048" y="783214"/>
            <a:ext cx="540327" cy="31173"/>
          </a:xfrm>
          <a:prstGeom prst="rect">
            <a:avLst/>
          </a:prstGeom>
        </p:spPr>
      </p:pic>
      <p:sp>
        <p:nvSpPr>
          <p:cNvPr id="4" name="object 4"/>
          <p:cNvSpPr txBox="1"/>
          <p:nvPr/>
        </p:nvSpPr>
        <p:spPr>
          <a:xfrm>
            <a:off x="4217035" y="516255"/>
            <a:ext cx="882015" cy="164465"/>
          </a:xfrm>
          <a:prstGeom prst="rect">
            <a:avLst/>
          </a:prstGeom>
        </p:spPr>
        <p:txBody>
          <a:bodyPr vert="horz" wrap="square" lIns="0" tIns="8659" rIns="0" bIns="0" rtlCol="0">
            <a:spAutoFit/>
          </a:bodyPr>
          <a:lstStyle/>
          <a:p>
            <a:pPr marL="8890">
              <a:spcBef>
                <a:spcPts val="70"/>
              </a:spcBef>
            </a:pPr>
            <a:r>
              <a:rPr sz="1020" spc="-7" dirty="0">
                <a:solidFill>
                  <a:srgbClr val="000080"/>
                </a:solidFill>
                <a:latin typeface="Arial MT"/>
                <a:cs typeface="Arial MT"/>
              </a:rPr>
              <a:t>GENERAL</a:t>
            </a:r>
            <a:endParaRPr sz="820">
              <a:latin typeface="Arial MT"/>
              <a:cs typeface="Arial MT"/>
            </a:endParaRPr>
          </a:p>
        </p:txBody>
      </p:sp>
      <p:sp>
        <p:nvSpPr>
          <p:cNvPr id="5" name="object 5"/>
          <p:cNvSpPr/>
          <p:nvPr/>
        </p:nvSpPr>
        <p:spPr>
          <a:xfrm>
            <a:off x="8053474" y="581890"/>
            <a:ext cx="25977" cy="8659"/>
          </a:xfrm>
          <a:custGeom>
            <a:avLst/>
            <a:gdLst/>
            <a:ahLst/>
            <a:cxnLst/>
            <a:rect l="l" t="t" r="r" b="b"/>
            <a:pathLst>
              <a:path w="38100" h="12700">
                <a:moveTo>
                  <a:pt x="38100" y="0"/>
                </a:moveTo>
                <a:lnTo>
                  <a:pt x="0" y="0"/>
                </a:lnTo>
                <a:lnTo>
                  <a:pt x="0" y="12192"/>
                </a:lnTo>
                <a:lnTo>
                  <a:pt x="38100" y="12192"/>
                </a:lnTo>
                <a:lnTo>
                  <a:pt x="38100" y="0"/>
                </a:lnTo>
                <a:close/>
              </a:path>
            </a:pathLst>
          </a:custGeom>
          <a:solidFill>
            <a:srgbClr val="000000"/>
          </a:solidFill>
        </p:spPr>
        <p:txBody>
          <a:bodyPr wrap="square" lIns="0" tIns="0" rIns="0" bIns="0" rtlCol="0"/>
          <a:lstStyle/>
          <a:p>
            <a:endParaRPr sz="1225"/>
          </a:p>
        </p:txBody>
      </p:sp>
      <p:sp>
        <p:nvSpPr>
          <p:cNvPr id="6" name="object 6"/>
          <p:cNvSpPr txBox="1"/>
          <p:nvPr/>
        </p:nvSpPr>
        <p:spPr>
          <a:xfrm flipV="1">
            <a:off x="4360545" y="798830"/>
            <a:ext cx="534035" cy="192405"/>
          </a:xfrm>
          <a:prstGeom prst="rect">
            <a:avLst/>
          </a:prstGeom>
        </p:spPr>
        <p:txBody>
          <a:bodyPr vert="horz" wrap="square" lIns="0" tIns="8659" rIns="0" bIns="0" rtlCol="0">
            <a:noAutofit/>
          </a:bodyPr>
          <a:lstStyle/>
          <a:p>
            <a:pPr marL="8890">
              <a:spcBef>
                <a:spcPts val="70"/>
              </a:spcBef>
            </a:pPr>
            <a:r>
              <a:rPr lang="en-US" sz="1000" spc="-10" dirty="0">
                <a:solidFill>
                  <a:srgbClr val="6F2F9F"/>
                </a:solidFill>
                <a:uFillTx/>
                <a:latin typeface="Arial MT"/>
                <a:cs typeface="Arial MT"/>
              </a:rPr>
              <a:t>Name</a:t>
            </a:r>
          </a:p>
        </p:txBody>
      </p:sp>
      <p:sp>
        <p:nvSpPr>
          <p:cNvPr id="7" name="object 7"/>
          <p:cNvSpPr txBox="1"/>
          <p:nvPr/>
        </p:nvSpPr>
        <p:spPr>
          <a:xfrm>
            <a:off x="4359910" y="1149985"/>
            <a:ext cx="1139825" cy="261620"/>
          </a:xfrm>
          <a:prstGeom prst="rect">
            <a:avLst/>
          </a:prstGeom>
        </p:spPr>
        <p:txBody>
          <a:bodyPr vert="horz" wrap="square" lIns="0" tIns="8659" rIns="0" bIns="0" rtlCol="0">
            <a:noAutofit/>
          </a:bodyPr>
          <a:lstStyle/>
          <a:p>
            <a:pPr marL="8890">
              <a:spcBef>
                <a:spcPts val="70"/>
              </a:spcBef>
            </a:pPr>
            <a:r>
              <a:rPr sz="1020" b="1" dirty="0">
                <a:solidFill>
                  <a:srgbClr val="6F2F9F"/>
                </a:solidFill>
                <a:latin typeface="Arial MT"/>
                <a:cs typeface="Arial MT"/>
              </a:rPr>
              <a:t>Corporate</a:t>
            </a:r>
            <a:r>
              <a:rPr sz="1020" b="1" spc="-31" dirty="0">
                <a:solidFill>
                  <a:srgbClr val="6F2F9F"/>
                </a:solidFill>
                <a:latin typeface="Arial MT"/>
                <a:cs typeface="Arial MT"/>
              </a:rPr>
              <a:t> </a:t>
            </a:r>
            <a:r>
              <a:rPr sz="1020" spc="-7" dirty="0">
                <a:solidFill>
                  <a:srgbClr val="6F2F9F"/>
                </a:solidFill>
                <a:latin typeface="Arial MT"/>
                <a:cs typeface="Arial MT"/>
              </a:rPr>
              <a:t>Office</a:t>
            </a:r>
          </a:p>
        </p:txBody>
      </p:sp>
      <p:sp>
        <p:nvSpPr>
          <p:cNvPr id="8" name="object 8"/>
          <p:cNvSpPr txBox="1"/>
          <p:nvPr/>
        </p:nvSpPr>
        <p:spPr>
          <a:xfrm>
            <a:off x="5775960" y="784860"/>
            <a:ext cx="1210310" cy="259715"/>
          </a:xfrm>
          <a:prstGeom prst="rect">
            <a:avLst/>
          </a:prstGeom>
        </p:spPr>
        <p:txBody>
          <a:bodyPr vert="horz" wrap="square" lIns="0" tIns="8659" rIns="0" bIns="0" rtlCol="0">
            <a:noAutofit/>
          </a:bodyPr>
          <a:lstStyle/>
          <a:p>
            <a:pPr marL="8890">
              <a:lnSpc>
                <a:spcPts val="960"/>
              </a:lnSpc>
              <a:spcBef>
                <a:spcPts val="70"/>
              </a:spcBef>
            </a:pPr>
            <a:r>
              <a:rPr sz="920" dirty="0">
                <a:solidFill>
                  <a:srgbClr val="6F2F9F"/>
                </a:solidFill>
                <a:latin typeface="Arial MT"/>
                <a:cs typeface="Arial MT"/>
              </a:rPr>
              <a:t>:</a:t>
            </a:r>
            <a:r>
              <a:rPr sz="920" spc="222" dirty="0">
                <a:solidFill>
                  <a:srgbClr val="6F2F9F"/>
                </a:solidFill>
                <a:latin typeface="Arial MT"/>
                <a:cs typeface="Arial MT"/>
              </a:rPr>
              <a:t> </a:t>
            </a:r>
            <a:r>
              <a:rPr sz="920" dirty="0">
                <a:solidFill>
                  <a:srgbClr val="6F2F9F"/>
                </a:solidFill>
                <a:latin typeface="Arial MT"/>
                <a:cs typeface="Arial MT"/>
              </a:rPr>
              <a:t>R.D.</a:t>
            </a:r>
            <a:r>
              <a:rPr sz="920" spc="-3" dirty="0">
                <a:solidFill>
                  <a:srgbClr val="6F2F9F"/>
                </a:solidFill>
                <a:latin typeface="Arial MT"/>
                <a:cs typeface="Arial MT"/>
              </a:rPr>
              <a:t> </a:t>
            </a:r>
            <a:r>
              <a:rPr sz="920" dirty="0">
                <a:solidFill>
                  <a:srgbClr val="6F2F9F"/>
                </a:solidFill>
                <a:latin typeface="Arial MT"/>
                <a:cs typeface="Arial MT"/>
              </a:rPr>
              <a:t>TECH</a:t>
            </a:r>
            <a:r>
              <a:rPr sz="920" spc="-7" dirty="0">
                <a:solidFill>
                  <a:srgbClr val="6F2F9F"/>
                </a:solidFill>
                <a:latin typeface="Arial MT"/>
                <a:cs typeface="Arial MT"/>
              </a:rPr>
              <a:t> </a:t>
            </a:r>
            <a:r>
              <a:rPr sz="920" spc="-14" dirty="0">
                <a:solidFill>
                  <a:srgbClr val="6F2F9F"/>
                </a:solidFill>
                <a:latin typeface="Arial MT"/>
                <a:cs typeface="Arial MT"/>
              </a:rPr>
              <a:t>INFRA</a:t>
            </a:r>
            <a:endParaRPr sz="920">
              <a:latin typeface="Arial MT"/>
              <a:cs typeface="Arial MT"/>
            </a:endParaRPr>
          </a:p>
          <a:p>
            <a:pPr marL="8890">
              <a:lnSpc>
                <a:spcPts val="960"/>
              </a:lnSpc>
            </a:pPr>
            <a:r>
              <a:rPr sz="920" spc="-34" dirty="0">
                <a:solidFill>
                  <a:srgbClr val="6F2F9F"/>
                </a:solidFill>
                <a:latin typeface="Arial MT"/>
                <a:cs typeface="Arial MT"/>
              </a:rPr>
              <a:t>:</a:t>
            </a:r>
          </a:p>
        </p:txBody>
      </p:sp>
      <p:sp>
        <p:nvSpPr>
          <p:cNvPr id="9" name="object 9"/>
          <p:cNvSpPr txBox="1"/>
          <p:nvPr/>
        </p:nvSpPr>
        <p:spPr>
          <a:xfrm>
            <a:off x="5775960" y="1156335"/>
            <a:ext cx="2760345" cy="261620"/>
          </a:xfrm>
          <a:prstGeom prst="rect">
            <a:avLst/>
          </a:prstGeom>
        </p:spPr>
        <p:txBody>
          <a:bodyPr vert="horz" wrap="square" lIns="0" tIns="8659" rIns="0" bIns="0" rtlCol="0">
            <a:noAutofit/>
          </a:bodyPr>
          <a:lstStyle/>
          <a:p>
            <a:pPr marL="8890">
              <a:spcBef>
                <a:spcPts val="70"/>
              </a:spcBef>
            </a:pPr>
            <a:r>
              <a:rPr sz="920" b="1" dirty="0">
                <a:latin typeface="Times New Roman" panose="02020603050405020304"/>
                <a:cs typeface="Times New Roman" panose="02020603050405020304"/>
              </a:rPr>
              <a:t>:</a:t>
            </a:r>
            <a:r>
              <a:rPr sz="920" b="1" spc="109" dirty="0">
                <a:latin typeface="Times New Roman" panose="02020603050405020304"/>
                <a:cs typeface="Times New Roman" panose="02020603050405020304"/>
              </a:rPr>
              <a:t>  </a:t>
            </a:r>
            <a:r>
              <a:rPr sz="920" b="1" dirty="0">
                <a:solidFill>
                  <a:srgbClr val="6F2F9F"/>
                </a:solidFill>
                <a:latin typeface="Times New Roman" panose="02020603050405020304"/>
                <a:cs typeface="Times New Roman" panose="02020603050405020304"/>
              </a:rPr>
              <a:t>MURALI</a:t>
            </a:r>
            <a:r>
              <a:rPr sz="920" b="1" spc="-3" dirty="0">
                <a:solidFill>
                  <a:srgbClr val="6F2F9F"/>
                </a:solidFill>
                <a:latin typeface="Times New Roman" panose="02020603050405020304"/>
                <a:cs typeface="Times New Roman" panose="02020603050405020304"/>
              </a:rPr>
              <a:t> </a:t>
            </a:r>
            <a:r>
              <a:rPr sz="920" b="1" spc="-7" dirty="0">
                <a:solidFill>
                  <a:srgbClr val="6F2F9F"/>
                </a:solidFill>
                <a:latin typeface="Times New Roman" panose="02020603050405020304"/>
                <a:cs typeface="Times New Roman" panose="02020603050405020304"/>
              </a:rPr>
              <a:t>NIKETAN,S2-</a:t>
            </a:r>
            <a:r>
              <a:rPr sz="920" b="1" dirty="0">
                <a:solidFill>
                  <a:srgbClr val="6F2F9F"/>
                </a:solidFill>
                <a:latin typeface="Times New Roman" panose="02020603050405020304"/>
                <a:cs typeface="Times New Roman" panose="02020603050405020304"/>
              </a:rPr>
              <a:t>K2/326</a:t>
            </a:r>
            <a:r>
              <a:rPr sz="920" b="1" spc="7" dirty="0">
                <a:solidFill>
                  <a:srgbClr val="6F2F9F"/>
                </a:solidFill>
                <a:latin typeface="Times New Roman" panose="02020603050405020304"/>
                <a:cs typeface="Times New Roman" panose="02020603050405020304"/>
              </a:rPr>
              <a:t> </a:t>
            </a:r>
            <a:r>
              <a:rPr sz="920" b="1" dirty="0">
                <a:solidFill>
                  <a:srgbClr val="6F2F9F"/>
                </a:solidFill>
                <a:latin typeface="Times New Roman" panose="02020603050405020304"/>
                <a:cs typeface="Times New Roman" panose="02020603050405020304"/>
              </a:rPr>
              <a:t>,INDRA</a:t>
            </a:r>
            <a:r>
              <a:rPr sz="920" b="1" spc="7" dirty="0">
                <a:solidFill>
                  <a:srgbClr val="6F2F9F"/>
                </a:solidFill>
                <a:latin typeface="Times New Roman" panose="02020603050405020304"/>
                <a:cs typeface="Times New Roman" panose="02020603050405020304"/>
              </a:rPr>
              <a:t> </a:t>
            </a:r>
            <a:r>
              <a:rPr sz="920" b="1" spc="-7" dirty="0">
                <a:solidFill>
                  <a:srgbClr val="6F2F9F"/>
                </a:solidFill>
                <a:latin typeface="Times New Roman" panose="02020603050405020304"/>
                <a:cs typeface="Times New Roman" panose="02020603050405020304"/>
              </a:rPr>
              <a:t>NAGAR</a:t>
            </a:r>
          </a:p>
        </p:txBody>
      </p:sp>
      <p:sp>
        <p:nvSpPr>
          <p:cNvPr id="10" name="object 10"/>
          <p:cNvSpPr txBox="1"/>
          <p:nvPr/>
        </p:nvSpPr>
        <p:spPr>
          <a:xfrm>
            <a:off x="5880100" y="1275715"/>
            <a:ext cx="1825625" cy="149225"/>
          </a:xfrm>
          <a:prstGeom prst="rect">
            <a:avLst/>
          </a:prstGeom>
        </p:spPr>
        <p:txBody>
          <a:bodyPr vert="horz" wrap="square" lIns="0" tIns="8659" rIns="0" bIns="0" rtlCol="0">
            <a:spAutoFit/>
          </a:bodyPr>
          <a:lstStyle/>
          <a:p>
            <a:pPr marL="8890">
              <a:spcBef>
                <a:spcPts val="70"/>
              </a:spcBef>
            </a:pPr>
            <a:r>
              <a:rPr sz="920" dirty="0">
                <a:solidFill>
                  <a:srgbClr val="6F2F9F"/>
                </a:solidFill>
                <a:latin typeface="Times New Roman" panose="02020603050405020304"/>
                <a:cs typeface="Times New Roman" panose="02020603050405020304"/>
              </a:rPr>
              <a:t>LUCKNOW</a:t>
            </a:r>
            <a:r>
              <a:rPr sz="920" spc="-27" dirty="0">
                <a:solidFill>
                  <a:srgbClr val="6F2F9F"/>
                </a:solidFill>
                <a:latin typeface="Times New Roman" panose="02020603050405020304"/>
                <a:cs typeface="Times New Roman" panose="02020603050405020304"/>
              </a:rPr>
              <a:t> </a:t>
            </a:r>
            <a:r>
              <a:rPr sz="920" dirty="0">
                <a:solidFill>
                  <a:srgbClr val="6F2F9F"/>
                </a:solidFill>
                <a:latin typeface="Times New Roman" panose="02020603050405020304"/>
                <a:cs typeface="Times New Roman" panose="02020603050405020304"/>
              </a:rPr>
              <a:t>-</a:t>
            </a:r>
            <a:r>
              <a:rPr sz="920" spc="-20" dirty="0">
                <a:solidFill>
                  <a:srgbClr val="6F2F9F"/>
                </a:solidFill>
                <a:latin typeface="Times New Roman" panose="02020603050405020304"/>
                <a:cs typeface="Times New Roman" panose="02020603050405020304"/>
              </a:rPr>
              <a:t> </a:t>
            </a:r>
            <a:r>
              <a:rPr sz="920" spc="-7" dirty="0">
                <a:solidFill>
                  <a:srgbClr val="6F2F9F"/>
                </a:solidFill>
                <a:latin typeface="Times New Roman" panose="02020603050405020304"/>
                <a:cs typeface="Times New Roman" panose="02020603050405020304"/>
              </a:rPr>
              <a:t>226016</a:t>
            </a:r>
          </a:p>
        </p:txBody>
      </p:sp>
      <p:sp>
        <p:nvSpPr>
          <p:cNvPr id="11" name="object 11"/>
          <p:cNvSpPr txBox="1"/>
          <p:nvPr/>
        </p:nvSpPr>
        <p:spPr>
          <a:xfrm>
            <a:off x="4216400" y="1547495"/>
            <a:ext cx="1115060" cy="245745"/>
          </a:xfrm>
          <a:prstGeom prst="rect">
            <a:avLst/>
          </a:prstGeom>
        </p:spPr>
        <p:txBody>
          <a:bodyPr vert="horz" wrap="square" lIns="0" tIns="8659" rIns="0" bIns="0" rtlCol="0">
            <a:noAutofit/>
          </a:bodyPr>
          <a:lstStyle/>
          <a:p>
            <a:pPr marL="17780" marR="3175" indent="-9525">
              <a:lnSpc>
                <a:spcPct val="143000"/>
              </a:lnSpc>
              <a:spcBef>
                <a:spcPts val="70"/>
              </a:spcBef>
            </a:pPr>
            <a:r>
              <a:rPr sz="920" b="1" spc="-7" dirty="0">
                <a:solidFill>
                  <a:srgbClr val="6F2F9F"/>
                </a:solidFill>
                <a:latin typeface="Arial MT"/>
                <a:cs typeface="Arial MT"/>
              </a:rPr>
              <a:t>Telephone </a:t>
            </a:r>
            <a:r>
              <a:rPr sz="820" spc="-7" dirty="0">
                <a:solidFill>
                  <a:srgbClr val="6F2F9F"/>
                </a:solidFill>
                <a:latin typeface="Arial MT"/>
                <a:cs typeface="Arial MT"/>
              </a:rPr>
              <a:t>E-</a:t>
            </a:r>
            <a:r>
              <a:rPr sz="820" spc="-14" dirty="0">
                <a:solidFill>
                  <a:srgbClr val="6F2F9F"/>
                </a:solidFill>
                <a:latin typeface="Arial MT"/>
                <a:cs typeface="Arial MT"/>
              </a:rPr>
              <a:t>Mail</a:t>
            </a:r>
            <a:endParaRPr sz="820">
              <a:latin typeface="Arial MT"/>
              <a:cs typeface="Arial MT"/>
            </a:endParaRPr>
          </a:p>
        </p:txBody>
      </p:sp>
      <p:sp>
        <p:nvSpPr>
          <p:cNvPr id="12" name="object 12"/>
          <p:cNvSpPr txBox="1"/>
          <p:nvPr/>
        </p:nvSpPr>
        <p:spPr>
          <a:xfrm>
            <a:off x="5784215" y="1529715"/>
            <a:ext cx="2294890" cy="429260"/>
          </a:xfrm>
          <a:prstGeom prst="rect">
            <a:avLst/>
          </a:prstGeom>
        </p:spPr>
        <p:txBody>
          <a:bodyPr vert="horz" wrap="square" lIns="0" tIns="62778" rIns="0" bIns="0" rtlCol="0">
            <a:spAutoFit/>
          </a:bodyPr>
          <a:lstStyle/>
          <a:p>
            <a:pPr marL="8890">
              <a:spcBef>
                <a:spcPts val="495"/>
              </a:spcBef>
              <a:tabLst>
                <a:tab pos="147320" algn="l"/>
              </a:tabLst>
            </a:pPr>
            <a:r>
              <a:rPr sz="920" spc="-34" dirty="0">
                <a:solidFill>
                  <a:srgbClr val="6F2F9F"/>
                </a:solidFill>
                <a:latin typeface="Arial MT"/>
                <a:cs typeface="Arial MT"/>
              </a:rPr>
              <a:t>:</a:t>
            </a:r>
            <a:r>
              <a:rPr sz="920" dirty="0">
                <a:solidFill>
                  <a:srgbClr val="6F2F9F"/>
                </a:solidFill>
                <a:latin typeface="Arial MT"/>
                <a:cs typeface="Arial MT"/>
              </a:rPr>
              <a:t>	</a:t>
            </a:r>
            <a:r>
              <a:rPr sz="1020" b="1" spc="-7" dirty="0">
                <a:solidFill>
                  <a:srgbClr val="6F2F9F"/>
                </a:solidFill>
                <a:latin typeface="Arial MT"/>
                <a:cs typeface="Arial MT"/>
              </a:rPr>
              <a:t>7571004610,7526004610</a:t>
            </a:r>
            <a:endParaRPr sz="1020">
              <a:latin typeface="Arial MT"/>
              <a:cs typeface="Arial MT"/>
            </a:endParaRPr>
          </a:p>
          <a:p>
            <a:pPr marL="19685">
              <a:spcBef>
                <a:spcPts val="425"/>
              </a:spcBef>
              <a:tabLst>
                <a:tab pos="147320" algn="l"/>
              </a:tabLst>
            </a:pPr>
            <a:r>
              <a:rPr sz="920" spc="-34" dirty="0">
                <a:solidFill>
                  <a:srgbClr val="6F2F9F"/>
                </a:solidFill>
                <a:latin typeface="Arial MT"/>
                <a:cs typeface="Arial MT"/>
              </a:rPr>
              <a:t>:</a:t>
            </a:r>
            <a:r>
              <a:rPr sz="920" dirty="0">
                <a:solidFill>
                  <a:srgbClr val="6F2F9F"/>
                </a:solidFill>
                <a:latin typeface="Arial MT"/>
                <a:cs typeface="Arial MT"/>
              </a:rPr>
              <a:t>	</a:t>
            </a:r>
            <a:r>
              <a:rPr sz="1020" b="1" spc="-7" dirty="0">
                <a:solidFill>
                  <a:srgbClr val="6F2F9F"/>
                </a:solidFill>
                <a:latin typeface="Arial MT"/>
                <a:cs typeface="Arial MT"/>
                <a:hlinkClick r:id="rId5"/>
              </a:rPr>
              <a:t>projectrdtechinfra</a:t>
            </a:r>
            <a:r>
              <a:rPr sz="920" spc="-7" dirty="0">
                <a:solidFill>
                  <a:srgbClr val="6F2F9F"/>
                </a:solidFill>
                <a:latin typeface="Arial MT"/>
                <a:cs typeface="Arial MT"/>
                <a:hlinkClick r:id="rId5"/>
              </a:rPr>
              <a:t>@gmail.com</a:t>
            </a:r>
          </a:p>
        </p:txBody>
      </p:sp>
      <p:sp>
        <p:nvSpPr>
          <p:cNvPr id="13" name="object 13"/>
          <p:cNvSpPr txBox="1"/>
          <p:nvPr/>
        </p:nvSpPr>
        <p:spPr>
          <a:xfrm>
            <a:off x="5256530" y="2113280"/>
            <a:ext cx="1977390" cy="224790"/>
          </a:xfrm>
          <a:prstGeom prst="rect">
            <a:avLst/>
          </a:prstGeom>
        </p:spPr>
        <p:txBody>
          <a:bodyPr vert="horz" wrap="square" lIns="0" tIns="8659" rIns="0" bIns="0" rtlCol="0">
            <a:noAutofit/>
          </a:bodyPr>
          <a:lstStyle/>
          <a:p>
            <a:pPr marL="8890">
              <a:spcBef>
                <a:spcPts val="70"/>
              </a:spcBef>
            </a:pPr>
            <a:r>
              <a:rPr sz="1020" u="sng" dirty="0">
                <a:solidFill>
                  <a:srgbClr val="C00000"/>
                </a:solidFill>
                <a:uFill>
                  <a:solidFill>
                    <a:srgbClr val="C00000"/>
                  </a:solidFill>
                </a:uFill>
                <a:latin typeface="Arial MT"/>
                <a:cs typeface="Arial MT"/>
              </a:rPr>
              <a:t>OUR</a:t>
            </a:r>
            <a:r>
              <a:rPr sz="1020" u="sng" spc="14" dirty="0">
                <a:solidFill>
                  <a:srgbClr val="C00000"/>
                </a:solidFill>
                <a:uFill>
                  <a:solidFill>
                    <a:srgbClr val="C00000"/>
                  </a:solidFill>
                </a:uFill>
                <a:latin typeface="Arial MT"/>
                <a:cs typeface="Arial MT"/>
              </a:rPr>
              <a:t> </a:t>
            </a:r>
            <a:r>
              <a:rPr sz="1020" b="1" u="sng" spc="-7" dirty="0">
                <a:solidFill>
                  <a:srgbClr val="C00000"/>
                </a:solidFill>
                <a:uFill>
                  <a:solidFill>
                    <a:srgbClr val="C00000"/>
                  </a:solidFill>
                </a:uFill>
                <a:latin typeface="Arial MT"/>
                <a:cs typeface="Arial MT"/>
              </a:rPr>
              <a:t>ORGANIZATIONAL</a:t>
            </a:r>
            <a:r>
              <a:rPr sz="1020" b="1" u="sng" spc="14" dirty="0">
                <a:solidFill>
                  <a:srgbClr val="C00000"/>
                </a:solidFill>
                <a:uFill>
                  <a:solidFill>
                    <a:srgbClr val="C00000"/>
                  </a:solidFill>
                </a:uFill>
                <a:latin typeface="Arial MT"/>
                <a:cs typeface="Arial MT"/>
              </a:rPr>
              <a:t> </a:t>
            </a:r>
            <a:r>
              <a:rPr sz="1020" u="sng" spc="-14" dirty="0">
                <a:solidFill>
                  <a:srgbClr val="C00000"/>
                </a:solidFill>
                <a:uFill>
                  <a:solidFill>
                    <a:srgbClr val="C00000"/>
                  </a:solidFill>
                </a:uFill>
                <a:latin typeface="Arial MT"/>
                <a:cs typeface="Arial MT"/>
              </a:rPr>
              <a:t>BRIEF</a:t>
            </a:r>
          </a:p>
        </p:txBody>
      </p:sp>
      <p:graphicFrame>
        <p:nvGraphicFramePr>
          <p:cNvPr id="14" name="object 14"/>
          <p:cNvGraphicFramePr>
            <a:graphicFrameLocks noGrp="1"/>
          </p:cNvGraphicFramePr>
          <p:nvPr>
            <p:custDataLst>
              <p:tags r:id="rId1"/>
            </p:custDataLst>
          </p:nvPr>
        </p:nvGraphicFramePr>
        <p:xfrm>
          <a:off x="3615055" y="2413000"/>
          <a:ext cx="4719955" cy="2354580"/>
        </p:xfrm>
        <a:graphic>
          <a:graphicData uri="http://schemas.openxmlformats.org/drawingml/2006/table">
            <a:tbl>
              <a:tblPr firstRow="1" bandRow="1">
                <a:tableStyleId>{2D5ABB26-0587-4C30-8999-92F81FD0307C}</a:tableStyleId>
              </a:tblPr>
              <a:tblGrid>
                <a:gridCol w="2044065">
                  <a:extLst>
                    <a:ext uri="{9D8B030D-6E8A-4147-A177-3AD203B41FA5}">
                      <a16:colId xmlns:a16="http://schemas.microsoft.com/office/drawing/2014/main" val="20000"/>
                    </a:ext>
                  </a:extLst>
                </a:gridCol>
                <a:gridCol w="111379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tblGrid>
              <a:tr h="207645">
                <a:tc>
                  <a:txBody>
                    <a:bodyPr/>
                    <a:lstStyle/>
                    <a:p>
                      <a:pPr marL="31750">
                        <a:lnSpc>
                          <a:spcPts val="1325"/>
                        </a:lnSpc>
                      </a:pPr>
                      <a:r>
                        <a:rPr sz="1000" b="1" dirty="0">
                          <a:solidFill>
                            <a:schemeClr val="tx1">
                              <a:lumMod val="75000"/>
                            </a:schemeClr>
                          </a:solidFill>
                          <a:latin typeface="Arial MT"/>
                          <a:cs typeface="Arial MT"/>
                        </a:rPr>
                        <a:t>Year</a:t>
                      </a:r>
                      <a:r>
                        <a:rPr sz="1000" b="1" spc="-30" dirty="0">
                          <a:solidFill>
                            <a:schemeClr val="tx1">
                              <a:lumMod val="75000"/>
                            </a:schemeClr>
                          </a:solidFill>
                          <a:latin typeface="Arial MT"/>
                          <a:cs typeface="Arial MT"/>
                        </a:rPr>
                        <a:t> </a:t>
                      </a:r>
                      <a:r>
                        <a:rPr sz="1000" b="1" dirty="0">
                          <a:solidFill>
                            <a:schemeClr val="tx1">
                              <a:lumMod val="75000"/>
                            </a:schemeClr>
                          </a:solidFill>
                          <a:latin typeface="Arial MT"/>
                          <a:cs typeface="Arial MT"/>
                        </a:rPr>
                        <a:t>of</a:t>
                      </a:r>
                      <a:r>
                        <a:rPr sz="1000" b="1" spc="-25" dirty="0">
                          <a:solidFill>
                            <a:schemeClr val="tx1">
                              <a:lumMod val="75000"/>
                            </a:schemeClr>
                          </a:solidFill>
                          <a:latin typeface="Arial MT"/>
                          <a:cs typeface="Arial MT"/>
                        </a:rPr>
                        <a:t> </a:t>
                      </a:r>
                      <a:r>
                        <a:rPr sz="1000" b="1" dirty="0">
                          <a:solidFill>
                            <a:schemeClr val="tx1">
                              <a:lumMod val="75000"/>
                            </a:schemeClr>
                          </a:solidFill>
                          <a:latin typeface="Arial MT"/>
                          <a:cs typeface="Arial MT"/>
                        </a:rPr>
                        <a:t>Commencing</a:t>
                      </a:r>
                      <a:r>
                        <a:rPr sz="1000" b="1" spc="-35" dirty="0">
                          <a:solidFill>
                            <a:schemeClr val="tx1">
                              <a:lumMod val="75000"/>
                            </a:schemeClr>
                          </a:solidFill>
                          <a:latin typeface="Arial MT"/>
                          <a:cs typeface="Arial MT"/>
                        </a:rPr>
                        <a:t> </a:t>
                      </a:r>
                      <a:r>
                        <a:rPr sz="1000" b="1" spc="-10" dirty="0">
                          <a:solidFill>
                            <a:schemeClr val="tx1">
                              <a:lumMod val="75000"/>
                            </a:schemeClr>
                          </a:solidFill>
                          <a:latin typeface="Arial MT"/>
                          <a:cs typeface="Arial MT"/>
                        </a:rPr>
                        <a:t>Business</a:t>
                      </a:r>
                    </a:p>
                  </a:txBody>
                  <a:tcPr marL="0" marR="0" marT="0" marB="0"/>
                </a:tc>
                <a:tc>
                  <a:txBody>
                    <a:bodyPr/>
                    <a:lstStyle/>
                    <a:p>
                      <a:pPr marR="112395" algn="r">
                        <a:lnSpc>
                          <a:spcPts val="1325"/>
                        </a:lnSpc>
                      </a:pPr>
                      <a:r>
                        <a:rPr sz="1000" b="1" spc="-50" dirty="0">
                          <a:solidFill>
                            <a:schemeClr val="tx1">
                              <a:lumMod val="75000"/>
                            </a:schemeClr>
                          </a:solidFill>
                          <a:latin typeface="Arial MT"/>
                          <a:cs typeface="Arial MT"/>
                        </a:rPr>
                        <a:t>:</a:t>
                      </a:r>
                    </a:p>
                  </a:txBody>
                  <a:tcPr marL="0" marR="0" marT="0" marB="0"/>
                </a:tc>
                <a:tc>
                  <a:txBody>
                    <a:bodyPr/>
                    <a:lstStyle/>
                    <a:p>
                      <a:pPr marL="120015">
                        <a:lnSpc>
                          <a:spcPts val="1315"/>
                        </a:lnSpc>
                      </a:pPr>
                      <a:r>
                        <a:rPr sz="1000" b="1" spc="-20" dirty="0">
                          <a:solidFill>
                            <a:schemeClr val="tx1">
                              <a:lumMod val="75000"/>
                            </a:schemeClr>
                          </a:solidFill>
                          <a:latin typeface="Times New Roman" panose="02020603050405020304"/>
                          <a:cs typeface="Times New Roman" panose="02020603050405020304"/>
                        </a:rPr>
                        <a:t>2023</a:t>
                      </a:r>
                    </a:p>
                  </a:txBody>
                  <a:tcPr marL="0" marR="0" marT="0" marB="0"/>
                </a:tc>
                <a:extLst>
                  <a:ext uri="{0D108BD9-81ED-4DB2-BD59-A6C34878D82A}">
                    <a16:rowId xmlns:a16="http://schemas.microsoft.com/office/drawing/2014/main" val="10000"/>
                  </a:ext>
                </a:extLst>
              </a:tr>
              <a:tr h="283210">
                <a:tc>
                  <a:txBody>
                    <a:bodyPr/>
                    <a:lstStyle/>
                    <a:p>
                      <a:pPr marL="31750">
                        <a:lnSpc>
                          <a:spcPct val="100000"/>
                        </a:lnSpc>
                        <a:spcBef>
                          <a:spcPts val="650"/>
                        </a:spcBef>
                      </a:pPr>
                      <a:r>
                        <a:rPr sz="1000" b="1" dirty="0">
                          <a:solidFill>
                            <a:schemeClr val="tx1">
                              <a:lumMod val="75000"/>
                            </a:schemeClr>
                          </a:solidFill>
                          <a:latin typeface="Arial MT"/>
                          <a:cs typeface="Arial MT"/>
                        </a:rPr>
                        <a:t>PAN </a:t>
                      </a:r>
                      <a:r>
                        <a:rPr sz="1000" b="1" spc="-25" dirty="0">
                          <a:solidFill>
                            <a:schemeClr val="tx1">
                              <a:lumMod val="75000"/>
                            </a:schemeClr>
                          </a:solidFill>
                          <a:latin typeface="Arial MT"/>
                          <a:cs typeface="Arial MT"/>
                        </a:rPr>
                        <a:t>No.</a:t>
                      </a:r>
                    </a:p>
                  </a:txBody>
                  <a:tcPr marL="0" marR="0" marT="56284" marB="0"/>
                </a:tc>
                <a:tc>
                  <a:txBody>
                    <a:bodyPr/>
                    <a:lstStyle/>
                    <a:p>
                      <a:pPr marR="112395" algn="r">
                        <a:lnSpc>
                          <a:spcPct val="100000"/>
                        </a:lnSpc>
                        <a:spcBef>
                          <a:spcPts val="650"/>
                        </a:spcBef>
                      </a:pPr>
                      <a:r>
                        <a:rPr sz="1000" b="1" spc="-50" dirty="0">
                          <a:solidFill>
                            <a:schemeClr val="tx1">
                              <a:lumMod val="75000"/>
                            </a:schemeClr>
                          </a:solidFill>
                          <a:latin typeface="Arial MT"/>
                          <a:cs typeface="Arial MT"/>
                        </a:rPr>
                        <a:t>:</a:t>
                      </a:r>
                    </a:p>
                  </a:txBody>
                  <a:tcPr marL="0" marR="0" marT="56284" marB="0"/>
                </a:tc>
                <a:tc>
                  <a:txBody>
                    <a:bodyPr/>
                    <a:lstStyle/>
                    <a:p>
                      <a:pPr marL="120015">
                        <a:lnSpc>
                          <a:spcPct val="100000"/>
                        </a:lnSpc>
                        <a:spcBef>
                          <a:spcPts val="635"/>
                        </a:spcBef>
                      </a:pPr>
                      <a:r>
                        <a:rPr sz="1000" b="1" spc="-10" dirty="0">
                          <a:solidFill>
                            <a:schemeClr val="tx1">
                              <a:lumMod val="75000"/>
                            </a:schemeClr>
                          </a:solidFill>
                          <a:latin typeface="Times New Roman" panose="02020603050405020304"/>
                          <a:cs typeface="Times New Roman" panose="02020603050405020304"/>
                        </a:rPr>
                        <a:t>ZVPP4668E1ZJ</a:t>
                      </a:r>
                    </a:p>
                  </a:txBody>
                  <a:tcPr marL="0" marR="0" marT="54985" marB="0"/>
                </a:tc>
                <a:extLst>
                  <a:ext uri="{0D108BD9-81ED-4DB2-BD59-A6C34878D82A}">
                    <a16:rowId xmlns:a16="http://schemas.microsoft.com/office/drawing/2014/main" val="10001"/>
                  </a:ext>
                </a:extLst>
              </a:tr>
              <a:tr h="481965">
                <a:tc>
                  <a:txBody>
                    <a:bodyPr/>
                    <a:lstStyle/>
                    <a:p>
                      <a:pPr marL="31750">
                        <a:lnSpc>
                          <a:spcPct val="100000"/>
                        </a:lnSpc>
                        <a:spcBef>
                          <a:spcPts val="645"/>
                        </a:spcBef>
                      </a:pPr>
                      <a:r>
                        <a:rPr sz="1000" b="1" dirty="0">
                          <a:solidFill>
                            <a:schemeClr val="tx1">
                              <a:lumMod val="75000"/>
                            </a:schemeClr>
                          </a:solidFill>
                          <a:latin typeface="Arial MT"/>
                          <a:cs typeface="Arial MT"/>
                        </a:rPr>
                        <a:t>Labor</a:t>
                      </a:r>
                      <a:r>
                        <a:rPr sz="1000" b="1" spc="-15" dirty="0">
                          <a:solidFill>
                            <a:schemeClr val="tx1">
                              <a:lumMod val="75000"/>
                            </a:schemeClr>
                          </a:solidFill>
                          <a:latin typeface="Arial MT"/>
                          <a:cs typeface="Arial MT"/>
                        </a:rPr>
                        <a:t> </a:t>
                      </a:r>
                      <a:r>
                        <a:rPr sz="1000" b="1" dirty="0">
                          <a:solidFill>
                            <a:schemeClr val="tx1">
                              <a:lumMod val="75000"/>
                            </a:schemeClr>
                          </a:solidFill>
                          <a:latin typeface="Arial MT"/>
                          <a:cs typeface="Arial MT"/>
                        </a:rPr>
                        <a:t>Reg.</a:t>
                      </a:r>
                      <a:r>
                        <a:rPr sz="1000" b="1" spc="-15" dirty="0">
                          <a:solidFill>
                            <a:schemeClr val="tx1">
                              <a:lumMod val="75000"/>
                            </a:schemeClr>
                          </a:solidFill>
                          <a:latin typeface="Arial MT"/>
                          <a:cs typeface="Arial MT"/>
                        </a:rPr>
                        <a:t> </a:t>
                      </a:r>
                      <a:r>
                        <a:rPr sz="1000" b="1" spc="-25" dirty="0">
                          <a:solidFill>
                            <a:schemeClr val="tx1">
                              <a:lumMod val="75000"/>
                            </a:schemeClr>
                          </a:solidFill>
                          <a:latin typeface="Arial MT"/>
                          <a:cs typeface="Arial MT"/>
                        </a:rPr>
                        <a:t>No</a:t>
                      </a:r>
                    </a:p>
                  </a:txBody>
                  <a:tcPr marL="0" marR="0" marT="55851" marB="0"/>
                </a:tc>
                <a:tc>
                  <a:txBody>
                    <a:bodyPr/>
                    <a:lstStyle/>
                    <a:p>
                      <a:pPr marR="112395" algn="r">
                        <a:lnSpc>
                          <a:spcPct val="100000"/>
                        </a:lnSpc>
                        <a:spcBef>
                          <a:spcPts val="645"/>
                        </a:spcBef>
                        <a:tabLst>
                          <a:tab pos="946150" algn="l"/>
                        </a:tabLst>
                      </a:pPr>
                      <a:r>
                        <a:rPr sz="1000" b="1" spc="-50" dirty="0">
                          <a:solidFill>
                            <a:schemeClr val="tx1">
                              <a:lumMod val="75000"/>
                            </a:schemeClr>
                          </a:solidFill>
                          <a:latin typeface="Arial MT"/>
                          <a:cs typeface="Arial MT"/>
                        </a:rPr>
                        <a:t>`</a:t>
                      </a:r>
                      <a:r>
                        <a:rPr sz="1000" b="1" dirty="0">
                          <a:solidFill>
                            <a:schemeClr val="tx1">
                              <a:lumMod val="75000"/>
                            </a:schemeClr>
                          </a:solidFill>
                          <a:latin typeface="Arial MT"/>
                          <a:cs typeface="Arial MT"/>
                        </a:rPr>
                        <a:t>	</a:t>
                      </a:r>
                      <a:r>
                        <a:rPr sz="1000" b="1" spc="-50" dirty="0">
                          <a:solidFill>
                            <a:schemeClr val="tx1">
                              <a:lumMod val="75000"/>
                            </a:schemeClr>
                          </a:solidFill>
                          <a:latin typeface="Arial MT"/>
                          <a:cs typeface="Arial MT"/>
                        </a:rPr>
                        <a:t>:</a:t>
                      </a:r>
                    </a:p>
                  </a:txBody>
                  <a:tcPr marL="0" marR="0" marT="55851" marB="0"/>
                </a:tc>
                <a:tc>
                  <a:txBody>
                    <a:bodyPr/>
                    <a:lstStyle/>
                    <a:p>
                      <a:pPr marL="120015">
                        <a:lnSpc>
                          <a:spcPct val="100000"/>
                        </a:lnSpc>
                        <a:spcBef>
                          <a:spcPts val="630"/>
                        </a:spcBef>
                      </a:pPr>
                      <a:r>
                        <a:rPr sz="1000" b="1" spc="-10" dirty="0">
                          <a:solidFill>
                            <a:schemeClr val="tx1">
                              <a:lumMod val="75000"/>
                            </a:schemeClr>
                          </a:solidFill>
                          <a:latin typeface="Times New Roman" panose="02020603050405020304"/>
                          <a:cs typeface="Times New Roman" panose="02020603050405020304"/>
                        </a:rPr>
                        <a:t>UPS147006000516</a:t>
                      </a:r>
                    </a:p>
                  </a:txBody>
                  <a:tcPr marL="0" marR="0" marT="54552" marB="0"/>
                </a:tc>
                <a:extLst>
                  <a:ext uri="{0D108BD9-81ED-4DB2-BD59-A6C34878D82A}">
                    <a16:rowId xmlns:a16="http://schemas.microsoft.com/office/drawing/2014/main" val="10002"/>
                  </a:ext>
                </a:extLst>
              </a:tr>
              <a:tr h="282575">
                <a:tc>
                  <a:txBody>
                    <a:bodyPr/>
                    <a:lstStyle/>
                    <a:p>
                      <a:pPr marL="31750">
                        <a:lnSpc>
                          <a:spcPct val="100000"/>
                        </a:lnSpc>
                        <a:spcBef>
                          <a:spcPts val="625"/>
                        </a:spcBef>
                      </a:pPr>
                      <a:r>
                        <a:rPr sz="1000" b="1" dirty="0">
                          <a:solidFill>
                            <a:schemeClr val="tx1">
                              <a:lumMod val="75000"/>
                            </a:schemeClr>
                          </a:solidFill>
                          <a:latin typeface="Times New Roman" panose="02020603050405020304"/>
                          <a:cs typeface="Times New Roman" panose="02020603050405020304"/>
                        </a:rPr>
                        <a:t>EPFS</a:t>
                      </a:r>
                      <a:r>
                        <a:rPr sz="1000" b="1" spc="-40" dirty="0">
                          <a:solidFill>
                            <a:schemeClr val="tx1">
                              <a:lumMod val="75000"/>
                            </a:schemeClr>
                          </a:solidFill>
                          <a:latin typeface="Times New Roman" panose="02020603050405020304"/>
                          <a:cs typeface="Times New Roman" panose="02020603050405020304"/>
                        </a:rPr>
                        <a:t> </a:t>
                      </a:r>
                      <a:r>
                        <a:rPr sz="1000" b="1" spc="-25" dirty="0">
                          <a:solidFill>
                            <a:schemeClr val="tx1">
                              <a:lumMod val="75000"/>
                            </a:schemeClr>
                          </a:solidFill>
                          <a:latin typeface="Times New Roman" panose="02020603050405020304"/>
                          <a:cs typeface="Times New Roman" panose="02020603050405020304"/>
                        </a:rPr>
                        <a:t>No.</a:t>
                      </a:r>
                    </a:p>
                  </a:txBody>
                  <a:tcPr marL="0" marR="0" marT="54119" marB="0"/>
                </a:tc>
                <a:tc>
                  <a:txBody>
                    <a:bodyPr/>
                    <a:lstStyle/>
                    <a:p>
                      <a:pPr marR="112395" algn="r">
                        <a:lnSpc>
                          <a:spcPct val="100000"/>
                        </a:lnSpc>
                        <a:spcBef>
                          <a:spcPts val="635"/>
                        </a:spcBef>
                      </a:pPr>
                      <a:r>
                        <a:rPr sz="1000" b="1" spc="-50" dirty="0">
                          <a:solidFill>
                            <a:schemeClr val="tx1">
                              <a:lumMod val="75000"/>
                            </a:schemeClr>
                          </a:solidFill>
                          <a:latin typeface="Arial MT"/>
                          <a:cs typeface="Arial MT"/>
                        </a:rPr>
                        <a:t>:</a:t>
                      </a:r>
                    </a:p>
                  </a:txBody>
                  <a:tcPr marL="0" marR="0" marT="54985" marB="0"/>
                </a:tc>
                <a:tc>
                  <a:txBody>
                    <a:bodyPr/>
                    <a:lstStyle/>
                    <a:p>
                      <a:pPr marL="120015">
                        <a:lnSpc>
                          <a:spcPct val="100000"/>
                        </a:lnSpc>
                        <a:spcBef>
                          <a:spcPts val="625"/>
                        </a:spcBef>
                      </a:pPr>
                      <a:r>
                        <a:rPr sz="1000" b="1" spc="-10" dirty="0">
                          <a:solidFill>
                            <a:schemeClr val="tx1">
                              <a:lumMod val="75000"/>
                            </a:schemeClr>
                          </a:solidFill>
                          <a:latin typeface="Times New Roman" panose="02020603050405020304"/>
                          <a:cs typeface="Times New Roman" panose="02020603050405020304"/>
                        </a:rPr>
                        <a:t>UP/VNS/59261</a:t>
                      </a:r>
                    </a:p>
                  </a:txBody>
                  <a:tcPr marL="0" marR="0" marT="54119" marB="0"/>
                </a:tc>
                <a:extLst>
                  <a:ext uri="{0D108BD9-81ED-4DB2-BD59-A6C34878D82A}">
                    <a16:rowId xmlns:a16="http://schemas.microsoft.com/office/drawing/2014/main" val="10003"/>
                  </a:ext>
                </a:extLst>
              </a:tr>
              <a:tr h="282575">
                <a:tc>
                  <a:txBody>
                    <a:bodyPr/>
                    <a:lstStyle/>
                    <a:p>
                      <a:pPr marL="31750">
                        <a:lnSpc>
                          <a:spcPct val="100000"/>
                        </a:lnSpc>
                        <a:spcBef>
                          <a:spcPts val="630"/>
                        </a:spcBef>
                      </a:pPr>
                      <a:r>
                        <a:rPr sz="1000" b="1" dirty="0">
                          <a:solidFill>
                            <a:schemeClr val="tx1">
                              <a:lumMod val="75000"/>
                            </a:schemeClr>
                          </a:solidFill>
                          <a:latin typeface="Times New Roman" panose="02020603050405020304"/>
                          <a:cs typeface="Times New Roman" panose="02020603050405020304"/>
                        </a:rPr>
                        <a:t>ESIC</a:t>
                      </a:r>
                      <a:r>
                        <a:rPr sz="1000" b="1" spc="-10" dirty="0">
                          <a:solidFill>
                            <a:schemeClr val="tx1">
                              <a:lumMod val="75000"/>
                            </a:schemeClr>
                          </a:solidFill>
                          <a:latin typeface="Times New Roman" panose="02020603050405020304"/>
                          <a:cs typeface="Times New Roman" panose="02020603050405020304"/>
                        </a:rPr>
                        <a:t> </a:t>
                      </a:r>
                      <a:r>
                        <a:rPr sz="1000" b="1" spc="-25" dirty="0">
                          <a:solidFill>
                            <a:schemeClr val="tx1">
                              <a:lumMod val="75000"/>
                            </a:schemeClr>
                          </a:solidFill>
                          <a:latin typeface="Times New Roman" panose="02020603050405020304"/>
                          <a:cs typeface="Times New Roman" panose="02020603050405020304"/>
                        </a:rPr>
                        <a:t>NO.</a:t>
                      </a:r>
                    </a:p>
                  </a:txBody>
                  <a:tcPr marL="0" marR="0" marT="54552" marB="0"/>
                </a:tc>
                <a:tc>
                  <a:txBody>
                    <a:bodyPr/>
                    <a:lstStyle/>
                    <a:p>
                      <a:pPr marR="112395" algn="r">
                        <a:lnSpc>
                          <a:spcPct val="100000"/>
                        </a:lnSpc>
                        <a:spcBef>
                          <a:spcPts val="645"/>
                        </a:spcBef>
                      </a:pPr>
                      <a:r>
                        <a:rPr sz="1000" b="1" spc="-50" dirty="0">
                          <a:solidFill>
                            <a:schemeClr val="tx1">
                              <a:lumMod val="75000"/>
                            </a:schemeClr>
                          </a:solidFill>
                          <a:latin typeface="Arial MT"/>
                          <a:cs typeface="Arial MT"/>
                        </a:rPr>
                        <a:t>:</a:t>
                      </a:r>
                    </a:p>
                  </a:txBody>
                  <a:tcPr marL="0" marR="0" marT="55851" marB="0"/>
                </a:tc>
                <a:tc>
                  <a:txBody>
                    <a:bodyPr/>
                    <a:lstStyle/>
                    <a:p>
                      <a:pPr marL="120015">
                        <a:lnSpc>
                          <a:spcPct val="100000"/>
                        </a:lnSpc>
                        <a:spcBef>
                          <a:spcPts val="655"/>
                        </a:spcBef>
                      </a:pPr>
                      <a:r>
                        <a:rPr sz="1000" b="1" spc="-10" dirty="0">
                          <a:solidFill>
                            <a:schemeClr val="tx1">
                              <a:lumMod val="75000"/>
                            </a:schemeClr>
                          </a:solidFill>
                          <a:latin typeface="Times New Roman" panose="02020603050405020304"/>
                          <a:cs typeface="Times New Roman" panose="02020603050405020304"/>
                        </a:rPr>
                        <a:t>28000506820001009</a:t>
                      </a:r>
                    </a:p>
                  </a:txBody>
                  <a:tcPr marL="0" marR="0" marT="56717" marB="0"/>
                </a:tc>
                <a:extLst>
                  <a:ext uri="{0D108BD9-81ED-4DB2-BD59-A6C34878D82A}">
                    <a16:rowId xmlns:a16="http://schemas.microsoft.com/office/drawing/2014/main" val="10004"/>
                  </a:ext>
                </a:extLst>
              </a:tr>
              <a:tr h="280670">
                <a:tc>
                  <a:txBody>
                    <a:bodyPr/>
                    <a:lstStyle/>
                    <a:p>
                      <a:pPr marL="31750">
                        <a:lnSpc>
                          <a:spcPct val="100000"/>
                        </a:lnSpc>
                        <a:spcBef>
                          <a:spcPts val="630"/>
                        </a:spcBef>
                      </a:pPr>
                      <a:r>
                        <a:rPr sz="1000" b="1" dirty="0">
                          <a:solidFill>
                            <a:schemeClr val="tx1">
                              <a:lumMod val="75000"/>
                            </a:schemeClr>
                          </a:solidFill>
                          <a:latin typeface="Arial MT"/>
                          <a:cs typeface="Arial MT"/>
                        </a:rPr>
                        <a:t>Contact</a:t>
                      </a:r>
                      <a:r>
                        <a:rPr sz="1000" b="1" spc="-25" dirty="0">
                          <a:solidFill>
                            <a:schemeClr val="tx1">
                              <a:lumMod val="75000"/>
                            </a:schemeClr>
                          </a:solidFill>
                          <a:latin typeface="Arial MT"/>
                          <a:cs typeface="Arial MT"/>
                        </a:rPr>
                        <a:t> </a:t>
                      </a:r>
                      <a:r>
                        <a:rPr sz="1000" b="1" spc="-10" dirty="0">
                          <a:solidFill>
                            <a:schemeClr val="tx1">
                              <a:lumMod val="75000"/>
                            </a:schemeClr>
                          </a:solidFill>
                          <a:latin typeface="Arial MT"/>
                          <a:cs typeface="Arial MT"/>
                        </a:rPr>
                        <a:t>Person</a:t>
                      </a:r>
                    </a:p>
                  </a:txBody>
                  <a:tcPr marL="0" marR="0" marT="54552" marB="0"/>
                </a:tc>
                <a:tc>
                  <a:txBody>
                    <a:bodyPr/>
                    <a:lstStyle/>
                    <a:p>
                      <a:pPr marR="112395" algn="r">
                        <a:lnSpc>
                          <a:spcPct val="100000"/>
                        </a:lnSpc>
                        <a:spcBef>
                          <a:spcPts val="630"/>
                        </a:spcBef>
                      </a:pPr>
                      <a:r>
                        <a:rPr sz="1000" b="1" spc="-50" dirty="0">
                          <a:solidFill>
                            <a:schemeClr val="tx1">
                              <a:lumMod val="75000"/>
                            </a:schemeClr>
                          </a:solidFill>
                          <a:latin typeface="Arial MT"/>
                          <a:cs typeface="Arial MT"/>
                        </a:rPr>
                        <a:t>:</a:t>
                      </a:r>
                    </a:p>
                  </a:txBody>
                  <a:tcPr marL="0" marR="0" marT="54552" marB="0"/>
                </a:tc>
                <a:tc>
                  <a:txBody>
                    <a:bodyPr/>
                    <a:lstStyle/>
                    <a:p>
                      <a:pPr marL="120015">
                        <a:lnSpc>
                          <a:spcPct val="100000"/>
                        </a:lnSpc>
                        <a:spcBef>
                          <a:spcPts val="615"/>
                        </a:spcBef>
                      </a:pPr>
                      <a:r>
                        <a:rPr sz="1000" b="1" dirty="0">
                          <a:solidFill>
                            <a:schemeClr val="tx1">
                              <a:lumMod val="75000"/>
                            </a:schemeClr>
                          </a:solidFill>
                          <a:latin typeface="Times New Roman" panose="02020603050405020304"/>
                          <a:cs typeface="Times New Roman" panose="02020603050405020304"/>
                        </a:rPr>
                        <a:t>Santosh</a:t>
                      </a:r>
                      <a:r>
                        <a:rPr sz="1000" b="1" spc="-35" dirty="0">
                          <a:solidFill>
                            <a:schemeClr val="tx1">
                              <a:lumMod val="75000"/>
                            </a:schemeClr>
                          </a:solidFill>
                          <a:latin typeface="Times New Roman" panose="02020603050405020304"/>
                          <a:cs typeface="Times New Roman" panose="02020603050405020304"/>
                        </a:rPr>
                        <a:t> </a:t>
                      </a:r>
                      <a:r>
                        <a:rPr sz="1000" b="1" dirty="0">
                          <a:solidFill>
                            <a:schemeClr val="tx1">
                              <a:lumMod val="75000"/>
                            </a:schemeClr>
                          </a:solidFill>
                          <a:latin typeface="Times New Roman" panose="02020603050405020304"/>
                          <a:cs typeface="Times New Roman" panose="02020603050405020304"/>
                        </a:rPr>
                        <a:t>Kumar</a:t>
                      </a:r>
                      <a:r>
                        <a:rPr sz="1000" b="1" spc="-35" dirty="0">
                          <a:solidFill>
                            <a:schemeClr val="tx1">
                              <a:lumMod val="75000"/>
                            </a:schemeClr>
                          </a:solidFill>
                          <a:latin typeface="Times New Roman" panose="02020603050405020304"/>
                          <a:cs typeface="Times New Roman" panose="02020603050405020304"/>
                        </a:rPr>
                        <a:t> </a:t>
                      </a:r>
                      <a:r>
                        <a:rPr sz="1000" b="1" spc="-10" dirty="0">
                          <a:solidFill>
                            <a:schemeClr val="tx1">
                              <a:lumMod val="75000"/>
                            </a:schemeClr>
                          </a:solidFill>
                          <a:latin typeface="Times New Roman" panose="02020603050405020304"/>
                          <a:cs typeface="Times New Roman" panose="02020603050405020304"/>
                        </a:rPr>
                        <a:t>Pandey</a:t>
                      </a:r>
                    </a:p>
                  </a:txBody>
                  <a:tcPr marL="0" marR="0" marT="53253" marB="0"/>
                </a:tc>
                <a:extLst>
                  <a:ext uri="{0D108BD9-81ED-4DB2-BD59-A6C34878D82A}">
                    <a16:rowId xmlns:a16="http://schemas.microsoft.com/office/drawing/2014/main" val="10005"/>
                  </a:ext>
                </a:extLst>
              </a:tr>
              <a:tr h="278765">
                <a:tc>
                  <a:txBody>
                    <a:bodyPr/>
                    <a:lstStyle/>
                    <a:p>
                      <a:pPr marL="31750">
                        <a:lnSpc>
                          <a:spcPct val="100000"/>
                        </a:lnSpc>
                        <a:spcBef>
                          <a:spcPts val="645"/>
                        </a:spcBef>
                      </a:pPr>
                      <a:r>
                        <a:rPr sz="1000" b="1" spc="-10" dirty="0">
                          <a:solidFill>
                            <a:schemeClr val="tx1">
                              <a:lumMod val="75000"/>
                            </a:schemeClr>
                          </a:solidFill>
                          <a:latin typeface="Arial MT"/>
                          <a:cs typeface="Arial MT"/>
                        </a:rPr>
                        <a:t>Designation</a:t>
                      </a:r>
                    </a:p>
                  </a:txBody>
                  <a:tcPr marL="0" marR="0" marT="55851" marB="0"/>
                </a:tc>
                <a:tc>
                  <a:txBody>
                    <a:bodyPr/>
                    <a:lstStyle/>
                    <a:p>
                      <a:pPr marR="112395" algn="r">
                        <a:lnSpc>
                          <a:spcPct val="100000"/>
                        </a:lnSpc>
                        <a:spcBef>
                          <a:spcPts val="645"/>
                        </a:spcBef>
                      </a:pPr>
                      <a:r>
                        <a:rPr sz="1000" b="1" spc="-50" dirty="0">
                          <a:solidFill>
                            <a:schemeClr val="tx1">
                              <a:lumMod val="75000"/>
                            </a:schemeClr>
                          </a:solidFill>
                          <a:latin typeface="Arial MT"/>
                          <a:cs typeface="Arial MT"/>
                        </a:rPr>
                        <a:t>:</a:t>
                      </a:r>
                    </a:p>
                  </a:txBody>
                  <a:tcPr marL="0" marR="0" marT="55851" marB="0"/>
                </a:tc>
                <a:tc>
                  <a:txBody>
                    <a:bodyPr/>
                    <a:lstStyle/>
                    <a:p>
                      <a:pPr marL="120015">
                        <a:lnSpc>
                          <a:spcPct val="100000"/>
                        </a:lnSpc>
                        <a:spcBef>
                          <a:spcPts val="630"/>
                        </a:spcBef>
                      </a:pPr>
                      <a:r>
                        <a:rPr sz="1000" b="1" spc="-10" dirty="0">
                          <a:solidFill>
                            <a:schemeClr val="tx1">
                              <a:lumMod val="75000"/>
                            </a:schemeClr>
                          </a:solidFill>
                          <a:latin typeface="Times New Roman" panose="02020603050405020304"/>
                          <a:cs typeface="Times New Roman" panose="02020603050405020304"/>
                        </a:rPr>
                        <a:t>PROPRIETOR</a:t>
                      </a:r>
                    </a:p>
                  </a:txBody>
                  <a:tcPr marL="0" marR="0" marT="54552" marB="0"/>
                </a:tc>
                <a:extLst>
                  <a:ext uri="{0D108BD9-81ED-4DB2-BD59-A6C34878D82A}">
                    <a16:rowId xmlns:a16="http://schemas.microsoft.com/office/drawing/2014/main" val="10006"/>
                  </a:ext>
                </a:extLst>
              </a:tr>
              <a:tr h="257175">
                <a:tc>
                  <a:txBody>
                    <a:bodyPr/>
                    <a:lstStyle/>
                    <a:p>
                      <a:pPr marL="31750">
                        <a:lnSpc>
                          <a:spcPts val="1355"/>
                        </a:lnSpc>
                        <a:spcBef>
                          <a:spcPts val="605"/>
                        </a:spcBef>
                      </a:pPr>
                      <a:r>
                        <a:rPr sz="1000" b="1" dirty="0">
                          <a:solidFill>
                            <a:schemeClr val="tx1">
                              <a:lumMod val="75000"/>
                            </a:schemeClr>
                          </a:solidFill>
                          <a:latin typeface="Arial MT"/>
                          <a:cs typeface="Arial MT"/>
                        </a:rPr>
                        <a:t>Contact</a:t>
                      </a:r>
                      <a:r>
                        <a:rPr sz="1000" b="1" spc="-25" dirty="0">
                          <a:solidFill>
                            <a:schemeClr val="tx1">
                              <a:lumMod val="75000"/>
                            </a:schemeClr>
                          </a:solidFill>
                          <a:latin typeface="Arial MT"/>
                          <a:cs typeface="Arial MT"/>
                        </a:rPr>
                        <a:t> </a:t>
                      </a:r>
                      <a:r>
                        <a:rPr sz="1000" b="1" spc="-10" dirty="0">
                          <a:solidFill>
                            <a:schemeClr val="tx1">
                              <a:lumMod val="75000"/>
                            </a:schemeClr>
                          </a:solidFill>
                          <a:latin typeface="Arial MT"/>
                          <a:cs typeface="Arial MT"/>
                        </a:rPr>
                        <a:t>Number</a:t>
                      </a:r>
                    </a:p>
                  </a:txBody>
                  <a:tcPr marL="0" marR="0" marT="52387" marB="0"/>
                </a:tc>
                <a:tc>
                  <a:txBody>
                    <a:bodyPr/>
                    <a:lstStyle/>
                    <a:p>
                      <a:pPr marR="112395" algn="r">
                        <a:lnSpc>
                          <a:spcPts val="1355"/>
                        </a:lnSpc>
                        <a:spcBef>
                          <a:spcPts val="605"/>
                        </a:spcBef>
                      </a:pPr>
                      <a:r>
                        <a:rPr sz="1000" b="1" spc="-50" dirty="0">
                          <a:solidFill>
                            <a:schemeClr val="tx1">
                              <a:lumMod val="75000"/>
                            </a:schemeClr>
                          </a:solidFill>
                          <a:latin typeface="Arial MT"/>
                          <a:cs typeface="Arial MT"/>
                        </a:rPr>
                        <a:t>:</a:t>
                      </a:r>
                    </a:p>
                  </a:txBody>
                  <a:tcPr marL="0" marR="0" marT="52387" marB="0"/>
                </a:tc>
                <a:tc>
                  <a:txBody>
                    <a:bodyPr/>
                    <a:lstStyle/>
                    <a:p>
                      <a:pPr marL="120015">
                        <a:lnSpc>
                          <a:spcPts val="1365"/>
                        </a:lnSpc>
                        <a:spcBef>
                          <a:spcPts val="595"/>
                        </a:spcBef>
                      </a:pPr>
                      <a:r>
                        <a:rPr sz="1000" b="1" spc="-10" dirty="0">
                          <a:solidFill>
                            <a:schemeClr val="tx1">
                              <a:lumMod val="75000"/>
                            </a:schemeClr>
                          </a:solidFill>
                          <a:latin typeface="Times New Roman" panose="02020603050405020304"/>
                          <a:cs typeface="Times New Roman" panose="02020603050405020304"/>
                        </a:rPr>
                        <a:t>7571004610,7526004610</a:t>
                      </a:r>
                    </a:p>
                  </a:txBody>
                  <a:tcPr marL="0" marR="0" marT="51522" marB="0"/>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880" y="0"/>
            <a:ext cx="12192000" cy="6857999"/>
          </a:xfrm>
          <a:prstGeom prst="rect">
            <a:avLst/>
          </a:prstGeom>
        </p:spPr>
      </p:pic>
      <p:pic>
        <p:nvPicPr>
          <p:cNvPr id="3" name="object 3"/>
          <p:cNvPicPr/>
          <p:nvPr/>
        </p:nvPicPr>
        <p:blipFill>
          <a:blip r:embed="rId3" cstate="print"/>
          <a:stretch>
            <a:fillRect/>
          </a:stretch>
        </p:blipFill>
        <p:spPr>
          <a:xfrm>
            <a:off x="4075402" y="1485900"/>
            <a:ext cx="1493260" cy="1911061"/>
          </a:xfrm>
          <a:prstGeom prst="rect">
            <a:avLst/>
          </a:prstGeom>
        </p:spPr>
      </p:pic>
      <p:sp>
        <p:nvSpPr>
          <p:cNvPr id="4" name="object 4"/>
          <p:cNvSpPr txBox="1"/>
          <p:nvPr/>
        </p:nvSpPr>
        <p:spPr>
          <a:xfrm>
            <a:off x="4217185" y="888249"/>
            <a:ext cx="1760826" cy="337423"/>
          </a:xfrm>
          <a:prstGeom prst="rect">
            <a:avLst/>
          </a:prstGeom>
        </p:spPr>
        <p:txBody>
          <a:bodyPr vert="horz" wrap="square" lIns="0" tIns="8659" rIns="0" bIns="0" rtlCol="0">
            <a:spAutoFit/>
          </a:bodyPr>
          <a:lstStyle/>
          <a:p>
            <a:pPr marL="8890">
              <a:spcBef>
                <a:spcPts val="70"/>
              </a:spcBef>
            </a:pPr>
            <a:r>
              <a:rPr sz="820" dirty="0">
                <a:solidFill>
                  <a:srgbClr val="000080"/>
                </a:solidFill>
                <a:latin typeface="Arial MT"/>
                <a:cs typeface="Arial MT"/>
              </a:rPr>
              <a:t>Services</a:t>
            </a:r>
            <a:r>
              <a:rPr sz="820" spc="-27" dirty="0">
                <a:solidFill>
                  <a:srgbClr val="000080"/>
                </a:solidFill>
                <a:latin typeface="Arial MT"/>
                <a:cs typeface="Arial MT"/>
              </a:rPr>
              <a:t> </a:t>
            </a:r>
            <a:r>
              <a:rPr sz="820" dirty="0">
                <a:solidFill>
                  <a:srgbClr val="000080"/>
                </a:solidFill>
                <a:latin typeface="Arial MT"/>
                <a:cs typeface="Arial MT"/>
              </a:rPr>
              <a:t>Offered</a:t>
            </a:r>
            <a:r>
              <a:rPr sz="820" spc="-24" dirty="0">
                <a:solidFill>
                  <a:srgbClr val="000080"/>
                </a:solidFill>
                <a:latin typeface="Arial MT"/>
                <a:cs typeface="Arial MT"/>
              </a:rPr>
              <a:t> </a:t>
            </a:r>
            <a:r>
              <a:rPr sz="820" dirty="0">
                <a:solidFill>
                  <a:srgbClr val="000080"/>
                </a:solidFill>
                <a:latin typeface="Arial MT"/>
                <a:cs typeface="Arial MT"/>
              </a:rPr>
              <a:t>For</a:t>
            </a:r>
            <a:r>
              <a:rPr sz="820" spc="-24" dirty="0">
                <a:solidFill>
                  <a:srgbClr val="000080"/>
                </a:solidFill>
                <a:latin typeface="Arial MT"/>
                <a:cs typeface="Arial MT"/>
              </a:rPr>
              <a:t> </a:t>
            </a:r>
            <a:r>
              <a:rPr sz="820" dirty="0">
                <a:solidFill>
                  <a:srgbClr val="000080"/>
                </a:solidFill>
                <a:latin typeface="Arial MT"/>
                <a:cs typeface="Arial MT"/>
              </a:rPr>
              <a:t>Telecom</a:t>
            </a:r>
            <a:r>
              <a:rPr sz="820" spc="-24" dirty="0">
                <a:solidFill>
                  <a:srgbClr val="000080"/>
                </a:solidFill>
                <a:latin typeface="Arial MT"/>
                <a:cs typeface="Arial MT"/>
              </a:rPr>
              <a:t> </a:t>
            </a:r>
            <a:r>
              <a:rPr sz="820" spc="-7" dirty="0">
                <a:solidFill>
                  <a:srgbClr val="000080"/>
                </a:solidFill>
                <a:latin typeface="Arial MT"/>
                <a:cs typeface="Arial MT"/>
              </a:rPr>
              <a:t>Sector:</a:t>
            </a:r>
            <a:endParaRPr sz="820">
              <a:latin typeface="Arial MT"/>
              <a:cs typeface="Arial MT"/>
            </a:endParaRPr>
          </a:p>
          <a:p>
            <a:pPr marL="8890">
              <a:spcBef>
                <a:spcPts val="645"/>
              </a:spcBef>
            </a:pPr>
            <a:r>
              <a:rPr sz="820" u="sng" dirty="0">
                <a:solidFill>
                  <a:srgbClr val="993364"/>
                </a:solidFill>
                <a:uFill>
                  <a:solidFill>
                    <a:srgbClr val="993364"/>
                  </a:solidFill>
                </a:uFill>
                <a:latin typeface="Arial MT"/>
                <a:cs typeface="Arial MT"/>
              </a:rPr>
              <a:t>Services</a:t>
            </a:r>
            <a:r>
              <a:rPr sz="820" u="sng" spc="-14" dirty="0">
                <a:solidFill>
                  <a:srgbClr val="993364"/>
                </a:solidFill>
                <a:uFill>
                  <a:solidFill>
                    <a:srgbClr val="993364"/>
                  </a:solidFill>
                </a:uFill>
                <a:latin typeface="Arial MT"/>
                <a:cs typeface="Arial MT"/>
              </a:rPr>
              <a:t> </a:t>
            </a:r>
            <a:r>
              <a:rPr sz="820" u="sng" dirty="0">
                <a:solidFill>
                  <a:srgbClr val="993364"/>
                </a:solidFill>
                <a:uFill>
                  <a:solidFill>
                    <a:srgbClr val="993364"/>
                  </a:solidFill>
                </a:uFill>
                <a:latin typeface="Arial MT"/>
                <a:cs typeface="Arial MT"/>
              </a:rPr>
              <a:t>offered</a:t>
            </a:r>
            <a:r>
              <a:rPr sz="820" u="sng" spc="-17" dirty="0">
                <a:solidFill>
                  <a:srgbClr val="993364"/>
                </a:solidFill>
                <a:uFill>
                  <a:solidFill>
                    <a:srgbClr val="993364"/>
                  </a:solidFill>
                </a:uFill>
                <a:latin typeface="Arial MT"/>
                <a:cs typeface="Arial MT"/>
              </a:rPr>
              <a:t> </a:t>
            </a:r>
            <a:r>
              <a:rPr sz="820" u="sng" dirty="0">
                <a:solidFill>
                  <a:srgbClr val="993364"/>
                </a:solidFill>
                <a:uFill>
                  <a:solidFill>
                    <a:srgbClr val="993364"/>
                  </a:solidFill>
                </a:uFill>
                <a:latin typeface="Arial MT"/>
                <a:cs typeface="Arial MT"/>
              </a:rPr>
              <a:t>are</a:t>
            </a:r>
            <a:r>
              <a:rPr sz="820" u="sng" spc="-17" dirty="0">
                <a:solidFill>
                  <a:srgbClr val="993364"/>
                </a:solidFill>
                <a:uFill>
                  <a:solidFill>
                    <a:srgbClr val="993364"/>
                  </a:solidFill>
                </a:uFill>
                <a:latin typeface="Arial MT"/>
                <a:cs typeface="Arial MT"/>
              </a:rPr>
              <a:t> </a:t>
            </a:r>
            <a:r>
              <a:rPr sz="820" u="sng" dirty="0">
                <a:solidFill>
                  <a:srgbClr val="993364"/>
                </a:solidFill>
                <a:uFill>
                  <a:solidFill>
                    <a:srgbClr val="993364"/>
                  </a:solidFill>
                </a:uFill>
                <a:latin typeface="Arial MT"/>
                <a:cs typeface="Arial MT"/>
              </a:rPr>
              <a:t>as</a:t>
            </a:r>
            <a:r>
              <a:rPr sz="820" u="sng" spc="-10" dirty="0">
                <a:solidFill>
                  <a:srgbClr val="993364"/>
                </a:solidFill>
                <a:uFill>
                  <a:solidFill>
                    <a:srgbClr val="993364"/>
                  </a:solidFill>
                </a:uFill>
                <a:latin typeface="Arial MT"/>
                <a:cs typeface="Arial MT"/>
              </a:rPr>
              <a:t> </a:t>
            </a:r>
            <a:r>
              <a:rPr sz="820" u="sng" spc="-7" dirty="0">
                <a:solidFill>
                  <a:srgbClr val="993364"/>
                </a:solidFill>
                <a:uFill>
                  <a:solidFill>
                    <a:srgbClr val="993364"/>
                  </a:solidFill>
                </a:uFill>
                <a:latin typeface="Arial MT"/>
                <a:cs typeface="Arial MT"/>
              </a:rPr>
              <a:t>under:-</a:t>
            </a:r>
            <a:endParaRPr sz="820">
              <a:latin typeface="Arial MT"/>
              <a:cs typeface="Arial MT"/>
            </a:endParaRPr>
          </a:p>
        </p:txBody>
      </p:sp>
      <p:sp>
        <p:nvSpPr>
          <p:cNvPr id="5" name="object 5"/>
          <p:cNvSpPr txBox="1"/>
          <p:nvPr/>
        </p:nvSpPr>
        <p:spPr>
          <a:xfrm>
            <a:off x="5931909" y="1741343"/>
            <a:ext cx="1039957" cy="990849"/>
          </a:xfrm>
          <a:prstGeom prst="rect">
            <a:avLst/>
          </a:prstGeom>
        </p:spPr>
        <p:txBody>
          <a:bodyPr vert="horz" wrap="square" lIns="0" tIns="42863" rIns="0" bIns="0" rtlCol="0">
            <a:spAutoFit/>
          </a:bodyPr>
          <a:lstStyle/>
          <a:p>
            <a:pPr marL="146685" indent="-137795">
              <a:spcBef>
                <a:spcPts val="335"/>
              </a:spcBef>
              <a:buFont typeface="Symbol" panose="05050102010706020507"/>
              <a:buChar char=""/>
              <a:tabLst>
                <a:tab pos="146685" algn="l"/>
              </a:tabLst>
            </a:pPr>
            <a:r>
              <a:rPr sz="820" dirty="0">
                <a:solidFill>
                  <a:srgbClr val="0000FF"/>
                </a:solidFill>
                <a:latin typeface="Arial MT"/>
                <a:cs typeface="Arial MT"/>
              </a:rPr>
              <a:t>TSP</a:t>
            </a:r>
            <a:r>
              <a:rPr sz="820" spc="-14" dirty="0">
                <a:solidFill>
                  <a:srgbClr val="0000FF"/>
                </a:solidFill>
                <a:latin typeface="Arial MT"/>
                <a:cs typeface="Arial MT"/>
              </a:rPr>
              <a:t> </a:t>
            </a:r>
            <a:r>
              <a:rPr sz="820" spc="-7" dirty="0">
                <a:solidFill>
                  <a:srgbClr val="0000FF"/>
                </a:solidFill>
                <a:latin typeface="Arial MT"/>
                <a:cs typeface="Arial MT"/>
              </a:rPr>
              <a:t>Solution.</a:t>
            </a:r>
            <a:endParaRPr sz="820">
              <a:latin typeface="Arial MT"/>
              <a:cs typeface="Arial MT"/>
            </a:endParaRPr>
          </a:p>
          <a:p>
            <a:pPr marL="130175" indent="-121285">
              <a:spcBef>
                <a:spcPts val="270"/>
              </a:spcBef>
              <a:buFont typeface="Symbol" panose="05050102010706020507"/>
              <a:buChar char=""/>
              <a:tabLst>
                <a:tab pos="129540" algn="l"/>
              </a:tabLst>
            </a:pPr>
            <a:r>
              <a:rPr sz="820" dirty="0">
                <a:solidFill>
                  <a:srgbClr val="0000FF"/>
                </a:solidFill>
                <a:latin typeface="Arial MT"/>
                <a:cs typeface="Arial MT"/>
              </a:rPr>
              <a:t>O&amp;M</a:t>
            </a:r>
            <a:r>
              <a:rPr sz="820" spc="-24" dirty="0">
                <a:solidFill>
                  <a:srgbClr val="0000FF"/>
                </a:solidFill>
                <a:latin typeface="Arial MT"/>
                <a:cs typeface="Arial MT"/>
              </a:rPr>
              <a:t> </a:t>
            </a:r>
            <a:r>
              <a:rPr sz="820" spc="-7" dirty="0">
                <a:solidFill>
                  <a:srgbClr val="0000FF"/>
                </a:solidFill>
                <a:latin typeface="Arial MT"/>
                <a:cs typeface="Arial MT"/>
              </a:rPr>
              <a:t>Services.</a:t>
            </a:r>
            <a:endParaRPr sz="820">
              <a:latin typeface="Arial MT"/>
              <a:cs typeface="Arial MT"/>
            </a:endParaRPr>
          </a:p>
          <a:p>
            <a:pPr marL="130175" indent="-121285">
              <a:spcBef>
                <a:spcPts val="260"/>
              </a:spcBef>
              <a:buFont typeface="Symbol" panose="05050102010706020507"/>
              <a:buChar char=""/>
              <a:tabLst>
                <a:tab pos="129540" algn="l"/>
              </a:tabLst>
            </a:pPr>
            <a:r>
              <a:rPr sz="820" dirty="0">
                <a:solidFill>
                  <a:srgbClr val="0000FF"/>
                </a:solidFill>
                <a:latin typeface="Arial MT"/>
                <a:cs typeface="Arial MT"/>
              </a:rPr>
              <a:t>E.V.</a:t>
            </a:r>
            <a:r>
              <a:rPr sz="820" spc="-17" dirty="0">
                <a:solidFill>
                  <a:srgbClr val="0000FF"/>
                </a:solidFill>
                <a:latin typeface="Arial MT"/>
                <a:cs typeface="Arial MT"/>
              </a:rPr>
              <a:t> </a:t>
            </a:r>
            <a:r>
              <a:rPr sz="820" dirty="0">
                <a:solidFill>
                  <a:srgbClr val="0000FF"/>
                </a:solidFill>
                <a:latin typeface="Arial MT"/>
                <a:cs typeface="Arial MT"/>
              </a:rPr>
              <a:t>Charging</a:t>
            </a:r>
            <a:r>
              <a:rPr sz="820" spc="-24" dirty="0">
                <a:solidFill>
                  <a:srgbClr val="0000FF"/>
                </a:solidFill>
                <a:latin typeface="Arial MT"/>
                <a:cs typeface="Arial MT"/>
              </a:rPr>
              <a:t> </a:t>
            </a:r>
            <a:r>
              <a:rPr sz="820" spc="-14" dirty="0">
                <a:solidFill>
                  <a:srgbClr val="0000FF"/>
                </a:solidFill>
                <a:latin typeface="Arial MT"/>
                <a:cs typeface="Arial MT"/>
              </a:rPr>
              <a:t>point</a:t>
            </a:r>
            <a:endParaRPr sz="820">
              <a:latin typeface="Arial MT"/>
              <a:cs typeface="Arial MT"/>
            </a:endParaRPr>
          </a:p>
          <a:p>
            <a:pPr marL="130175" indent="-121285">
              <a:spcBef>
                <a:spcPts val="255"/>
              </a:spcBef>
              <a:buFont typeface="Symbol" panose="05050102010706020507"/>
              <a:buChar char=""/>
              <a:tabLst>
                <a:tab pos="129540" algn="l"/>
              </a:tabLst>
            </a:pPr>
            <a:r>
              <a:rPr sz="820" dirty="0">
                <a:solidFill>
                  <a:srgbClr val="0000FF"/>
                </a:solidFill>
                <a:latin typeface="Arial MT"/>
                <a:cs typeface="Arial MT"/>
              </a:rPr>
              <a:t>E.B</a:t>
            </a:r>
            <a:r>
              <a:rPr sz="820" spc="-7" dirty="0">
                <a:solidFill>
                  <a:srgbClr val="0000FF"/>
                </a:solidFill>
                <a:latin typeface="Arial MT"/>
                <a:cs typeface="Arial MT"/>
              </a:rPr>
              <a:t> Maintenance.</a:t>
            </a:r>
            <a:endParaRPr sz="820">
              <a:latin typeface="Arial MT"/>
              <a:cs typeface="Arial MT"/>
            </a:endParaRPr>
          </a:p>
          <a:p>
            <a:pPr marL="130175" indent="-121285">
              <a:spcBef>
                <a:spcPts val="250"/>
              </a:spcBef>
              <a:buFont typeface="Symbol" panose="05050102010706020507"/>
              <a:buChar char=""/>
              <a:tabLst>
                <a:tab pos="129540" algn="l"/>
              </a:tabLst>
            </a:pPr>
            <a:r>
              <a:rPr sz="820" dirty="0">
                <a:solidFill>
                  <a:srgbClr val="0000FF"/>
                </a:solidFill>
                <a:latin typeface="Arial MT"/>
                <a:cs typeface="Arial MT"/>
              </a:rPr>
              <a:t>OFC</a:t>
            </a:r>
            <a:r>
              <a:rPr sz="820" spc="-17" dirty="0">
                <a:solidFill>
                  <a:srgbClr val="0000FF"/>
                </a:solidFill>
                <a:latin typeface="Arial MT"/>
                <a:cs typeface="Arial MT"/>
              </a:rPr>
              <a:t> </a:t>
            </a:r>
            <a:r>
              <a:rPr sz="820" dirty="0">
                <a:solidFill>
                  <a:srgbClr val="0000FF"/>
                </a:solidFill>
                <a:latin typeface="Arial MT"/>
                <a:cs typeface="Arial MT"/>
              </a:rPr>
              <a:t>Laying</a:t>
            </a:r>
            <a:r>
              <a:rPr sz="820" spc="-17" dirty="0">
                <a:solidFill>
                  <a:srgbClr val="0000FF"/>
                </a:solidFill>
                <a:latin typeface="Arial MT"/>
                <a:cs typeface="Arial MT"/>
              </a:rPr>
              <a:t> </a:t>
            </a:r>
            <a:r>
              <a:rPr sz="820" spc="-7" dirty="0">
                <a:solidFill>
                  <a:srgbClr val="0000FF"/>
                </a:solidFill>
                <a:latin typeface="Arial MT"/>
                <a:cs typeface="Arial MT"/>
              </a:rPr>
              <a:t>Work.</a:t>
            </a:r>
            <a:endParaRPr sz="820">
              <a:latin typeface="Arial MT"/>
              <a:cs typeface="Arial MT"/>
            </a:endParaRPr>
          </a:p>
          <a:p>
            <a:pPr marL="130175" indent="-121285">
              <a:spcBef>
                <a:spcPts val="260"/>
              </a:spcBef>
              <a:buFont typeface="Symbol" panose="05050102010706020507"/>
              <a:buChar char=""/>
              <a:tabLst>
                <a:tab pos="129540" algn="l"/>
              </a:tabLst>
            </a:pPr>
            <a:r>
              <a:rPr sz="820" dirty="0">
                <a:solidFill>
                  <a:srgbClr val="0000FF"/>
                </a:solidFill>
                <a:latin typeface="Arial MT"/>
                <a:cs typeface="Arial MT"/>
              </a:rPr>
              <a:t>OFC</a:t>
            </a:r>
            <a:r>
              <a:rPr sz="820" spc="-20" dirty="0">
                <a:solidFill>
                  <a:srgbClr val="0000FF"/>
                </a:solidFill>
                <a:latin typeface="Arial MT"/>
                <a:cs typeface="Arial MT"/>
              </a:rPr>
              <a:t> </a:t>
            </a:r>
            <a:r>
              <a:rPr sz="820" spc="-7" dirty="0">
                <a:solidFill>
                  <a:srgbClr val="0000FF"/>
                </a:solidFill>
                <a:latin typeface="Arial MT"/>
                <a:cs typeface="Arial MT"/>
              </a:rPr>
              <a:t>Maintenance.</a:t>
            </a:r>
            <a:endParaRPr sz="820">
              <a:latin typeface="Arial MT"/>
              <a:cs typeface="Arial MT"/>
            </a:endParaRPr>
          </a:p>
        </p:txBody>
      </p:sp>
      <p:sp>
        <p:nvSpPr>
          <p:cNvPr id="6" name="object 6"/>
          <p:cNvSpPr txBox="1"/>
          <p:nvPr/>
        </p:nvSpPr>
        <p:spPr>
          <a:xfrm>
            <a:off x="396240" y="3780472"/>
            <a:ext cx="11511280" cy="1528070"/>
          </a:xfrm>
          <a:prstGeom prst="rect">
            <a:avLst/>
          </a:prstGeom>
        </p:spPr>
        <p:txBody>
          <a:bodyPr vert="horz" wrap="square" lIns="0" tIns="8659" rIns="0" bIns="0" rtlCol="0">
            <a:spAutoFit/>
          </a:bodyPr>
          <a:lstStyle/>
          <a:p>
            <a:pPr marL="8890" algn="just">
              <a:spcBef>
                <a:spcPts val="70"/>
              </a:spcBef>
            </a:pPr>
            <a:r>
              <a:rPr sz="1050" dirty="0">
                <a:solidFill>
                  <a:srgbClr val="000080"/>
                </a:solidFill>
                <a:latin typeface="Arial MT"/>
                <a:cs typeface="Arial MT"/>
              </a:rPr>
              <a:t>Network </a:t>
            </a:r>
            <a:r>
              <a:rPr sz="1050" spc="-7" dirty="0">
                <a:solidFill>
                  <a:srgbClr val="000080"/>
                </a:solidFill>
                <a:latin typeface="Arial MT"/>
                <a:cs typeface="Arial MT"/>
              </a:rPr>
              <a:t>engineering</a:t>
            </a:r>
            <a:endParaRPr sz="1050" dirty="0">
              <a:latin typeface="Arial MT"/>
              <a:cs typeface="Arial MT"/>
            </a:endParaRPr>
          </a:p>
          <a:p>
            <a:pPr>
              <a:spcBef>
                <a:spcPts val="740"/>
              </a:spcBef>
            </a:pPr>
            <a:endParaRPr sz="1050" dirty="0">
              <a:latin typeface="Arial MT"/>
              <a:cs typeface="Arial MT"/>
            </a:endParaRPr>
          </a:p>
          <a:p>
            <a:pPr marL="8890" marR="3175" algn="just">
              <a:lnSpc>
                <a:spcPct val="94000"/>
              </a:lnSpc>
              <a:spcBef>
                <a:spcPts val="5"/>
              </a:spcBef>
            </a:pPr>
            <a:r>
              <a:rPr sz="1050" dirty="0">
                <a:latin typeface="Arial MT"/>
                <a:cs typeface="Arial MT"/>
              </a:rPr>
              <a:t>Network</a:t>
            </a:r>
            <a:r>
              <a:rPr sz="1050" spc="-3" dirty="0">
                <a:latin typeface="Arial MT"/>
                <a:cs typeface="Arial MT"/>
              </a:rPr>
              <a:t> </a:t>
            </a:r>
            <a:r>
              <a:rPr sz="1050" dirty="0">
                <a:latin typeface="Arial MT"/>
                <a:cs typeface="Arial MT"/>
              </a:rPr>
              <a:t>Engineering</a:t>
            </a:r>
            <a:r>
              <a:rPr sz="1050" spc="3" dirty="0">
                <a:latin typeface="Arial MT"/>
                <a:cs typeface="Arial MT"/>
              </a:rPr>
              <a:t> </a:t>
            </a:r>
            <a:r>
              <a:rPr sz="1050" dirty="0">
                <a:latin typeface="Arial MT"/>
                <a:cs typeface="Arial MT"/>
              </a:rPr>
              <a:t>(NE) Group, at</a:t>
            </a:r>
            <a:r>
              <a:rPr sz="1050" spc="17" dirty="0">
                <a:latin typeface="Arial MT"/>
                <a:cs typeface="Arial MT"/>
              </a:rPr>
              <a:t> </a:t>
            </a:r>
            <a:r>
              <a:rPr sz="1050" dirty="0">
                <a:latin typeface="Arial MT"/>
                <a:cs typeface="Arial MT"/>
              </a:rPr>
              <a:t>R.D. TECH</a:t>
            </a:r>
            <a:r>
              <a:rPr sz="1050" spc="-3" dirty="0">
                <a:latin typeface="Arial MT"/>
                <a:cs typeface="Arial MT"/>
              </a:rPr>
              <a:t> </a:t>
            </a:r>
            <a:r>
              <a:rPr sz="1050" dirty="0">
                <a:latin typeface="Arial MT"/>
                <a:cs typeface="Arial MT"/>
              </a:rPr>
              <a:t>INFRA,is</a:t>
            </a:r>
            <a:r>
              <a:rPr sz="1050" spc="-3" dirty="0">
                <a:latin typeface="Arial MT"/>
                <a:cs typeface="Arial MT"/>
              </a:rPr>
              <a:t> </a:t>
            </a:r>
            <a:r>
              <a:rPr sz="1050" dirty="0">
                <a:latin typeface="Arial MT"/>
                <a:cs typeface="Arial MT"/>
              </a:rPr>
              <a:t>a</a:t>
            </a:r>
            <a:r>
              <a:rPr sz="1050" spc="3" dirty="0">
                <a:latin typeface="Arial MT"/>
                <a:cs typeface="Arial MT"/>
              </a:rPr>
              <a:t> </a:t>
            </a:r>
            <a:r>
              <a:rPr sz="1050" dirty="0">
                <a:latin typeface="Arial MT"/>
                <a:cs typeface="Arial MT"/>
              </a:rPr>
              <a:t>leading</a:t>
            </a:r>
            <a:r>
              <a:rPr sz="1050" spc="-3" dirty="0">
                <a:latin typeface="Arial MT"/>
                <a:cs typeface="Arial MT"/>
              </a:rPr>
              <a:t> </a:t>
            </a:r>
            <a:r>
              <a:rPr sz="1050" dirty="0">
                <a:latin typeface="Arial MT"/>
                <a:cs typeface="Arial MT"/>
              </a:rPr>
              <a:t>provider</a:t>
            </a:r>
            <a:r>
              <a:rPr sz="1050" spc="-3" dirty="0">
                <a:latin typeface="Arial MT"/>
                <a:cs typeface="Arial MT"/>
              </a:rPr>
              <a:t> </a:t>
            </a:r>
            <a:r>
              <a:rPr sz="1050" dirty="0">
                <a:latin typeface="Arial MT"/>
                <a:cs typeface="Arial MT"/>
              </a:rPr>
              <a:t>of </a:t>
            </a:r>
            <a:r>
              <a:rPr sz="1050" spc="-7" dirty="0">
                <a:latin typeface="Arial MT"/>
                <a:cs typeface="Arial MT"/>
              </a:rPr>
              <a:t>multi-vendor </a:t>
            </a:r>
            <a:r>
              <a:rPr sz="1050" dirty="0">
                <a:latin typeface="Arial MT"/>
                <a:cs typeface="Arial MT"/>
              </a:rPr>
              <a:t>solutions</a:t>
            </a:r>
            <a:r>
              <a:rPr sz="1050" spc="85" dirty="0">
                <a:latin typeface="Arial MT"/>
                <a:cs typeface="Arial MT"/>
              </a:rPr>
              <a:t> </a:t>
            </a:r>
            <a:r>
              <a:rPr sz="1050" dirty="0">
                <a:latin typeface="Arial MT"/>
                <a:cs typeface="Arial MT"/>
              </a:rPr>
              <a:t>in</a:t>
            </a:r>
            <a:r>
              <a:rPr sz="1050" spc="85" dirty="0">
                <a:latin typeface="Arial MT"/>
                <a:cs typeface="Arial MT"/>
              </a:rPr>
              <a:t> </a:t>
            </a:r>
            <a:r>
              <a:rPr sz="1050" dirty="0">
                <a:latin typeface="Arial MT"/>
                <a:cs typeface="Arial MT"/>
              </a:rPr>
              <a:t>the</a:t>
            </a:r>
            <a:r>
              <a:rPr sz="1050" spc="89" dirty="0">
                <a:latin typeface="Arial MT"/>
                <a:cs typeface="Arial MT"/>
              </a:rPr>
              <a:t> </a:t>
            </a:r>
            <a:r>
              <a:rPr sz="1050" dirty="0">
                <a:latin typeface="Arial MT"/>
                <a:cs typeface="Arial MT"/>
              </a:rPr>
              <a:t>telecom</a:t>
            </a:r>
            <a:r>
              <a:rPr sz="1050" spc="89" dirty="0">
                <a:latin typeface="Arial MT"/>
                <a:cs typeface="Arial MT"/>
              </a:rPr>
              <a:t> </a:t>
            </a:r>
            <a:r>
              <a:rPr sz="1050" dirty="0">
                <a:latin typeface="Arial MT"/>
                <a:cs typeface="Arial MT"/>
              </a:rPr>
              <a:t>infrastructure</a:t>
            </a:r>
            <a:r>
              <a:rPr sz="1050" spc="85" dirty="0">
                <a:latin typeface="Arial MT"/>
                <a:cs typeface="Arial MT"/>
              </a:rPr>
              <a:t> </a:t>
            </a:r>
            <a:r>
              <a:rPr sz="1050" dirty="0">
                <a:latin typeface="Arial MT"/>
                <a:cs typeface="Arial MT"/>
              </a:rPr>
              <a:t>services</a:t>
            </a:r>
            <a:r>
              <a:rPr sz="1050" spc="85" dirty="0">
                <a:latin typeface="Arial MT"/>
                <a:cs typeface="Arial MT"/>
              </a:rPr>
              <a:t> </a:t>
            </a:r>
            <a:r>
              <a:rPr sz="1050" dirty="0">
                <a:latin typeface="Arial MT"/>
                <a:cs typeface="Arial MT"/>
              </a:rPr>
              <a:t>market.</a:t>
            </a:r>
            <a:r>
              <a:rPr sz="1050" spc="89" dirty="0">
                <a:latin typeface="Arial MT"/>
                <a:cs typeface="Arial MT"/>
              </a:rPr>
              <a:t> </a:t>
            </a:r>
            <a:r>
              <a:rPr sz="1050" dirty="0">
                <a:latin typeface="Arial MT"/>
                <a:cs typeface="Arial MT"/>
              </a:rPr>
              <a:t>NE</a:t>
            </a:r>
            <a:r>
              <a:rPr sz="1050" spc="85" dirty="0">
                <a:latin typeface="Arial MT"/>
                <a:cs typeface="Arial MT"/>
              </a:rPr>
              <a:t> </a:t>
            </a:r>
            <a:r>
              <a:rPr sz="1050" dirty="0">
                <a:latin typeface="Arial MT"/>
                <a:cs typeface="Arial MT"/>
              </a:rPr>
              <a:t>services</a:t>
            </a:r>
            <a:r>
              <a:rPr sz="1050" spc="85" dirty="0">
                <a:latin typeface="Arial MT"/>
                <a:cs typeface="Arial MT"/>
              </a:rPr>
              <a:t> </a:t>
            </a:r>
            <a:r>
              <a:rPr sz="1050" dirty="0">
                <a:latin typeface="Arial MT"/>
                <a:cs typeface="Arial MT"/>
              </a:rPr>
              <a:t>cater</a:t>
            </a:r>
            <a:r>
              <a:rPr sz="1050" spc="85" dirty="0">
                <a:latin typeface="Arial MT"/>
                <a:cs typeface="Arial MT"/>
              </a:rPr>
              <a:t> </a:t>
            </a:r>
            <a:r>
              <a:rPr sz="1050" dirty="0">
                <a:latin typeface="Arial MT"/>
                <a:cs typeface="Arial MT"/>
              </a:rPr>
              <a:t>to</a:t>
            </a:r>
            <a:r>
              <a:rPr sz="1050" spc="78" dirty="0">
                <a:latin typeface="Arial MT"/>
                <a:cs typeface="Arial MT"/>
              </a:rPr>
              <a:t> </a:t>
            </a:r>
            <a:r>
              <a:rPr sz="1050" dirty="0">
                <a:latin typeface="Arial MT"/>
                <a:cs typeface="Arial MT"/>
              </a:rPr>
              <a:t>major</a:t>
            </a:r>
            <a:r>
              <a:rPr sz="1050" spc="85" dirty="0">
                <a:latin typeface="Arial MT"/>
                <a:cs typeface="Arial MT"/>
              </a:rPr>
              <a:t> </a:t>
            </a:r>
            <a:r>
              <a:rPr sz="1050" spc="-7" dirty="0">
                <a:latin typeface="Arial MT"/>
                <a:cs typeface="Arial MT"/>
              </a:rPr>
              <a:t>OEMs, </a:t>
            </a:r>
            <a:r>
              <a:rPr sz="1050" dirty="0">
                <a:latin typeface="Arial MT"/>
                <a:cs typeface="Arial MT"/>
              </a:rPr>
              <a:t>Network</a:t>
            </a:r>
            <a:r>
              <a:rPr sz="1050" spc="218" dirty="0">
                <a:latin typeface="Arial MT"/>
                <a:cs typeface="Arial MT"/>
              </a:rPr>
              <a:t> </a:t>
            </a:r>
            <a:r>
              <a:rPr sz="1050" dirty="0">
                <a:latin typeface="Arial MT"/>
                <a:cs typeface="Arial MT"/>
              </a:rPr>
              <a:t>operators</a:t>
            </a:r>
            <a:r>
              <a:rPr sz="1050" spc="218" dirty="0">
                <a:latin typeface="Arial MT"/>
                <a:cs typeface="Arial MT"/>
              </a:rPr>
              <a:t> </a:t>
            </a:r>
            <a:r>
              <a:rPr sz="1050" dirty="0">
                <a:latin typeface="Arial MT"/>
                <a:cs typeface="Arial MT"/>
              </a:rPr>
              <a:t>and</a:t>
            </a:r>
            <a:r>
              <a:rPr sz="1050" spc="218" dirty="0">
                <a:latin typeface="Arial MT"/>
                <a:cs typeface="Arial MT"/>
              </a:rPr>
              <a:t> </a:t>
            </a:r>
            <a:r>
              <a:rPr sz="1050" dirty="0">
                <a:latin typeface="Arial MT"/>
                <a:cs typeface="Arial MT"/>
              </a:rPr>
              <a:t>large</a:t>
            </a:r>
            <a:r>
              <a:rPr sz="1050" spc="222" dirty="0">
                <a:latin typeface="Arial MT"/>
                <a:cs typeface="Arial MT"/>
              </a:rPr>
              <a:t> </a:t>
            </a:r>
            <a:r>
              <a:rPr sz="1050" dirty="0">
                <a:latin typeface="Arial MT"/>
                <a:cs typeface="Arial MT"/>
              </a:rPr>
              <a:t>utilities,</a:t>
            </a:r>
            <a:r>
              <a:rPr sz="1050" spc="208" dirty="0">
                <a:latin typeface="Arial MT"/>
                <a:cs typeface="Arial MT"/>
              </a:rPr>
              <a:t> </a:t>
            </a:r>
            <a:r>
              <a:rPr sz="1050" dirty="0">
                <a:latin typeface="Arial MT"/>
                <a:cs typeface="Arial MT"/>
              </a:rPr>
              <a:t>across</a:t>
            </a:r>
            <a:r>
              <a:rPr sz="1050" spc="218" dirty="0">
                <a:latin typeface="Arial MT"/>
                <a:cs typeface="Arial MT"/>
              </a:rPr>
              <a:t> </a:t>
            </a:r>
            <a:r>
              <a:rPr sz="1050" dirty="0">
                <a:latin typeface="Arial MT"/>
                <a:cs typeface="Arial MT"/>
              </a:rPr>
              <a:t>the</a:t>
            </a:r>
            <a:r>
              <a:rPr sz="1050" spc="222" dirty="0">
                <a:latin typeface="Arial MT"/>
                <a:cs typeface="Arial MT"/>
              </a:rPr>
              <a:t> </a:t>
            </a:r>
            <a:r>
              <a:rPr sz="1050" dirty="0">
                <a:latin typeface="Arial MT"/>
                <a:cs typeface="Arial MT"/>
              </a:rPr>
              <a:t>life</a:t>
            </a:r>
            <a:r>
              <a:rPr sz="1050" spc="218" dirty="0">
                <a:latin typeface="Arial MT"/>
                <a:cs typeface="Arial MT"/>
              </a:rPr>
              <a:t> </a:t>
            </a:r>
            <a:r>
              <a:rPr sz="1050" dirty="0">
                <a:latin typeface="Arial MT"/>
                <a:cs typeface="Arial MT"/>
              </a:rPr>
              <a:t>cycle</a:t>
            </a:r>
            <a:r>
              <a:rPr sz="1050" spc="222" dirty="0">
                <a:latin typeface="Arial MT"/>
                <a:cs typeface="Arial MT"/>
              </a:rPr>
              <a:t> </a:t>
            </a:r>
            <a:r>
              <a:rPr sz="1050" dirty="0">
                <a:latin typeface="Arial MT"/>
                <a:cs typeface="Arial MT"/>
              </a:rPr>
              <a:t>of</a:t>
            </a:r>
            <a:r>
              <a:rPr sz="1050" spc="218" dirty="0">
                <a:latin typeface="Arial MT"/>
                <a:cs typeface="Arial MT"/>
              </a:rPr>
              <a:t> </a:t>
            </a:r>
            <a:r>
              <a:rPr sz="1050" dirty="0">
                <a:latin typeface="Arial MT"/>
                <a:cs typeface="Arial MT"/>
              </a:rPr>
              <a:t>the</a:t>
            </a:r>
            <a:r>
              <a:rPr sz="1050" spc="222" dirty="0">
                <a:latin typeface="Arial MT"/>
                <a:cs typeface="Arial MT"/>
              </a:rPr>
              <a:t> </a:t>
            </a:r>
            <a:r>
              <a:rPr sz="1050" dirty="0">
                <a:latin typeface="Arial MT"/>
                <a:cs typeface="Arial MT"/>
              </a:rPr>
              <a:t>Network</a:t>
            </a:r>
            <a:r>
              <a:rPr sz="1050" spc="218" dirty="0">
                <a:latin typeface="Arial MT"/>
                <a:cs typeface="Arial MT"/>
              </a:rPr>
              <a:t> </a:t>
            </a:r>
            <a:r>
              <a:rPr sz="1050" dirty="0">
                <a:latin typeface="Arial MT"/>
                <a:cs typeface="Arial MT"/>
              </a:rPr>
              <a:t>rollout.</a:t>
            </a:r>
            <a:r>
              <a:rPr sz="1050" spc="218" dirty="0">
                <a:latin typeface="Arial MT"/>
                <a:cs typeface="Arial MT"/>
              </a:rPr>
              <a:t> </a:t>
            </a:r>
            <a:r>
              <a:rPr sz="1050" spc="-17" dirty="0">
                <a:latin typeface="Arial MT"/>
                <a:cs typeface="Arial MT"/>
              </a:rPr>
              <a:t>The </a:t>
            </a:r>
            <a:r>
              <a:rPr sz="1050" dirty="0">
                <a:latin typeface="Arial MT"/>
                <a:cs typeface="Arial MT"/>
              </a:rPr>
              <a:t>services</a:t>
            </a:r>
            <a:r>
              <a:rPr sz="1050" spc="160" dirty="0">
                <a:latin typeface="Arial MT"/>
                <a:cs typeface="Arial MT"/>
              </a:rPr>
              <a:t> </a:t>
            </a:r>
            <a:r>
              <a:rPr sz="1050" dirty="0">
                <a:latin typeface="Arial MT"/>
                <a:cs typeface="Arial MT"/>
              </a:rPr>
              <a:t>offered</a:t>
            </a:r>
            <a:r>
              <a:rPr sz="1050" spc="167" dirty="0">
                <a:latin typeface="Arial MT"/>
                <a:cs typeface="Arial MT"/>
              </a:rPr>
              <a:t> </a:t>
            </a:r>
            <a:r>
              <a:rPr sz="1050" dirty="0">
                <a:latin typeface="Arial MT"/>
                <a:cs typeface="Arial MT"/>
              </a:rPr>
              <a:t>include</a:t>
            </a:r>
            <a:r>
              <a:rPr sz="1050" spc="164" dirty="0">
                <a:latin typeface="Arial MT"/>
                <a:cs typeface="Arial MT"/>
              </a:rPr>
              <a:t> </a:t>
            </a:r>
            <a:r>
              <a:rPr sz="1050" dirty="0">
                <a:latin typeface="Arial MT"/>
                <a:cs typeface="Arial MT"/>
              </a:rPr>
              <a:t>custom</a:t>
            </a:r>
            <a:r>
              <a:rPr sz="1050" spc="160" dirty="0">
                <a:latin typeface="Arial MT"/>
                <a:cs typeface="Arial MT"/>
              </a:rPr>
              <a:t> </a:t>
            </a:r>
            <a:r>
              <a:rPr sz="1050" dirty="0">
                <a:latin typeface="Arial MT"/>
                <a:cs typeface="Arial MT"/>
              </a:rPr>
              <a:t>network</a:t>
            </a:r>
            <a:r>
              <a:rPr sz="1050" spc="156" dirty="0">
                <a:latin typeface="Arial MT"/>
                <a:cs typeface="Arial MT"/>
              </a:rPr>
              <a:t> </a:t>
            </a:r>
            <a:r>
              <a:rPr sz="1050" dirty="0">
                <a:latin typeface="Arial MT"/>
                <a:cs typeface="Arial MT"/>
              </a:rPr>
              <a:t>design,</a:t>
            </a:r>
            <a:r>
              <a:rPr sz="1050" spc="164" dirty="0">
                <a:latin typeface="Arial MT"/>
                <a:cs typeface="Arial MT"/>
              </a:rPr>
              <a:t> </a:t>
            </a:r>
            <a:r>
              <a:rPr sz="1050" dirty="0">
                <a:latin typeface="Arial MT"/>
                <a:cs typeface="Arial MT"/>
              </a:rPr>
              <a:t>network</a:t>
            </a:r>
            <a:r>
              <a:rPr sz="1050" spc="160" dirty="0">
                <a:latin typeface="Arial MT"/>
                <a:cs typeface="Arial MT"/>
              </a:rPr>
              <a:t> </a:t>
            </a:r>
            <a:r>
              <a:rPr sz="1050" dirty="0">
                <a:latin typeface="Arial MT"/>
                <a:cs typeface="Arial MT"/>
              </a:rPr>
              <a:t>installation</a:t>
            </a:r>
            <a:r>
              <a:rPr sz="1050" spc="164" dirty="0">
                <a:latin typeface="Arial MT"/>
                <a:cs typeface="Arial MT"/>
              </a:rPr>
              <a:t> </a:t>
            </a:r>
            <a:r>
              <a:rPr sz="1050" dirty="0">
                <a:latin typeface="Arial MT"/>
                <a:cs typeface="Arial MT"/>
              </a:rPr>
              <a:t>and</a:t>
            </a:r>
            <a:r>
              <a:rPr sz="1050" spc="167" dirty="0">
                <a:latin typeface="Arial MT"/>
                <a:cs typeface="Arial MT"/>
              </a:rPr>
              <a:t> </a:t>
            </a:r>
            <a:r>
              <a:rPr sz="1050" spc="-7" dirty="0">
                <a:latin typeface="Arial MT"/>
                <a:cs typeface="Arial MT"/>
              </a:rPr>
              <a:t>commissioning </a:t>
            </a:r>
            <a:r>
              <a:rPr sz="1050" dirty="0">
                <a:latin typeface="Arial MT"/>
                <a:cs typeface="Arial MT"/>
              </a:rPr>
              <a:t>services,</a:t>
            </a:r>
            <a:r>
              <a:rPr sz="1050" spc="17" dirty="0">
                <a:latin typeface="Arial MT"/>
                <a:cs typeface="Arial MT"/>
              </a:rPr>
              <a:t> </a:t>
            </a:r>
            <a:r>
              <a:rPr sz="1050" dirty="0">
                <a:latin typeface="Arial MT"/>
                <a:cs typeface="Arial MT"/>
              </a:rPr>
              <a:t>and</a:t>
            </a:r>
            <a:r>
              <a:rPr sz="1050" spc="10" dirty="0">
                <a:latin typeface="Arial MT"/>
                <a:cs typeface="Arial MT"/>
              </a:rPr>
              <a:t> </a:t>
            </a:r>
            <a:r>
              <a:rPr sz="1050" dirty="0">
                <a:latin typeface="Arial MT"/>
                <a:cs typeface="Arial MT"/>
              </a:rPr>
              <a:t>outsourcing</a:t>
            </a:r>
            <a:r>
              <a:rPr sz="1050" spc="20" dirty="0">
                <a:latin typeface="Arial MT"/>
                <a:cs typeface="Arial MT"/>
              </a:rPr>
              <a:t> </a:t>
            </a:r>
            <a:r>
              <a:rPr sz="1050" dirty="0">
                <a:latin typeface="Arial MT"/>
                <a:cs typeface="Arial MT"/>
              </a:rPr>
              <a:t>of</a:t>
            </a:r>
            <a:r>
              <a:rPr sz="1050" spc="17" dirty="0">
                <a:latin typeface="Arial MT"/>
                <a:cs typeface="Arial MT"/>
              </a:rPr>
              <a:t> </a:t>
            </a:r>
            <a:r>
              <a:rPr sz="1050" dirty="0">
                <a:latin typeface="Arial MT"/>
                <a:cs typeface="Arial MT"/>
              </a:rPr>
              <a:t>procurement</a:t>
            </a:r>
            <a:r>
              <a:rPr sz="1050" spc="20" dirty="0">
                <a:latin typeface="Arial MT"/>
                <a:cs typeface="Arial MT"/>
              </a:rPr>
              <a:t> </a:t>
            </a:r>
            <a:r>
              <a:rPr sz="1050" dirty="0">
                <a:latin typeface="Arial MT"/>
                <a:cs typeface="Arial MT"/>
              </a:rPr>
              <a:t>and</a:t>
            </a:r>
            <a:r>
              <a:rPr sz="1050" spc="17" dirty="0">
                <a:latin typeface="Arial MT"/>
                <a:cs typeface="Arial MT"/>
              </a:rPr>
              <a:t> </a:t>
            </a:r>
            <a:r>
              <a:rPr sz="1050" dirty="0">
                <a:latin typeface="Arial MT"/>
                <a:cs typeface="Arial MT"/>
              </a:rPr>
              <a:t>logistics.</a:t>
            </a:r>
            <a:r>
              <a:rPr sz="1050" spc="7" dirty="0">
                <a:latin typeface="Arial MT"/>
                <a:cs typeface="Arial MT"/>
              </a:rPr>
              <a:t> </a:t>
            </a:r>
            <a:r>
              <a:rPr sz="1050" dirty="0">
                <a:latin typeface="Arial MT"/>
                <a:cs typeface="Arial MT"/>
              </a:rPr>
              <a:t>We</a:t>
            </a:r>
            <a:r>
              <a:rPr sz="1050" spc="17" dirty="0">
                <a:latin typeface="Arial MT"/>
                <a:cs typeface="Arial MT"/>
              </a:rPr>
              <a:t> </a:t>
            </a:r>
            <a:r>
              <a:rPr sz="1050" dirty="0">
                <a:latin typeface="Arial MT"/>
                <a:cs typeface="Arial MT"/>
              </a:rPr>
              <a:t>work</a:t>
            </a:r>
            <a:r>
              <a:rPr sz="1050" spc="10" dirty="0">
                <a:latin typeface="Arial MT"/>
                <a:cs typeface="Arial MT"/>
              </a:rPr>
              <a:t> </a:t>
            </a:r>
            <a:r>
              <a:rPr sz="1050" dirty="0">
                <a:latin typeface="Arial MT"/>
                <a:cs typeface="Arial MT"/>
              </a:rPr>
              <a:t>in</a:t>
            </a:r>
            <a:r>
              <a:rPr sz="1050" spc="7" dirty="0">
                <a:latin typeface="Arial MT"/>
                <a:cs typeface="Arial MT"/>
              </a:rPr>
              <a:t> </a:t>
            </a:r>
            <a:r>
              <a:rPr sz="1050" dirty="0">
                <a:latin typeface="Arial MT"/>
                <a:cs typeface="Arial MT"/>
              </a:rPr>
              <a:t>partnership</a:t>
            </a:r>
            <a:r>
              <a:rPr sz="1050" spc="14" dirty="0">
                <a:latin typeface="Arial MT"/>
                <a:cs typeface="Arial MT"/>
              </a:rPr>
              <a:t> </a:t>
            </a:r>
            <a:r>
              <a:rPr sz="1050" dirty="0">
                <a:latin typeface="Arial MT"/>
                <a:cs typeface="Arial MT"/>
              </a:rPr>
              <a:t>with</a:t>
            </a:r>
            <a:r>
              <a:rPr sz="1050" spc="20" dirty="0">
                <a:latin typeface="Arial MT"/>
                <a:cs typeface="Arial MT"/>
              </a:rPr>
              <a:t> </a:t>
            </a:r>
            <a:r>
              <a:rPr sz="1050" spc="-7" dirty="0">
                <a:latin typeface="Arial MT"/>
                <a:cs typeface="Arial MT"/>
              </a:rPr>
              <a:t>leading </a:t>
            </a:r>
            <a:r>
              <a:rPr sz="1050" dirty="0">
                <a:latin typeface="Arial MT"/>
                <a:cs typeface="Arial MT"/>
              </a:rPr>
              <a:t>industry</a:t>
            </a:r>
            <a:r>
              <a:rPr sz="1050" spc="-17" dirty="0">
                <a:latin typeface="Arial MT"/>
                <a:cs typeface="Arial MT"/>
              </a:rPr>
              <a:t> </a:t>
            </a:r>
            <a:r>
              <a:rPr sz="1050" dirty="0">
                <a:latin typeface="Arial MT"/>
                <a:cs typeface="Arial MT"/>
              </a:rPr>
              <a:t>suppliers</a:t>
            </a:r>
            <a:r>
              <a:rPr sz="1050" spc="-14" dirty="0">
                <a:latin typeface="Arial MT"/>
                <a:cs typeface="Arial MT"/>
              </a:rPr>
              <a:t> </a:t>
            </a:r>
            <a:r>
              <a:rPr sz="1050" dirty="0">
                <a:latin typeface="Arial MT"/>
                <a:cs typeface="Arial MT"/>
              </a:rPr>
              <a:t>to</a:t>
            </a:r>
            <a:r>
              <a:rPr sz="1050" spc="-14" dirty="0">
                <a:latin typeface="Arial MT"/>
                <a:cs typeface="Arial MT"/>
              </a:rPr>
              <a:t> </a:t>
            </a:r>
            <a:r>
              <a:rPr sz="1050" dirty="0">
                <a:latin typeface="Arial MT"/>
                <a:cs typeface="Arial MT"/>
              </a:rPr>
              <a:t>deliver</a:t>
            </a:r>
            <a:r>
              <a:rPr sz="1050" spc="-14" dirty="0">
                <a:latin typeface="Arial MT"/>
                <a:cs typeface="Arial MT"/>
              </a:rPr>
              <a:t> </a:t>
            </a:r>
            <a:r>
              <a:rPr sz="1050" dirty="0">
                <a:latin typeface="Arial MT"/>
                <a:cs typeface="Arial MT"/>
              </a:rPr>
              <a:t>end-</a:t>
            </a:r>
            <a:r>
              <a:rPr sz="1050" spc="-7" dirty="0">
                <a:latin typeface="Arial MT"/>
                <a:cs typeface="Arial MT"/>
              </a:rPr>
              <a:t>to-</a:t>
            </a:r>
            <a:r>
              <a:rPr sz="1050" dirty="0">
                <a:latin typeface="Arial MT"/>
                <a:cs typeface="Arial MT"/>
              </a:rPr>
              <a:t>end</a:t>
            </a:r>
            <a:r>
              <a:rPr sz="1050" spc="-14" dirty="0">
                <a:latin typeface="Arial MT"/>
                <a:cs typeface="Arial MT"/>
              </a:rPr>
              <a:t> </a:t>
            </a:r>
            <a:r>
              <a:rPr sz="1050" dirty="0">
                <a:latin typeface="Arial MT"/>
                <a:cs typeface="Arial MT"/>
              </a:rPr>
              <a:t>telecom</a:t>
            </a:r>
            <a:r>
              <a:rPr sz="1050" spc="-20" dirty="0">
                <a:latin typeface="Arial MT"/>
                <a:cs typeface="Arial MT"/>
              </a:rPr>
              <a:t> </a:t>
            </a:r>
            <a:r>
              <a:rPr sz="1050" dirty="0">
                <a:latin typeface="Arial MT"/>
                <a:cs typeface="Arial MT"/>
              </a:rPr>
              <a:t>engineering</a:t>
            </a:r>
            <a:r>
              <a:rPr sz="1050" spc="-14" dirty="0">
                <a:latin typeface="Arial MT"/>
                <a:cs typeface="Arial MT"/>
              </a:rPr>
              <a:t> </a:t>
            </a:r>
            <a:r>
              <a:rPr sz="1050" spc="-7" dirty="0">
                <a:latin typeface="Arial MT"/>
                <a:cs typeface="Arial MT"/>
              </a:rPr>
              <a:t>solutions.</a:t>
            </a:r>
            <a:endParaRPr sz="1050" dirty="0">
              <a:latin typeface="Arial MT"/>
              <a:cs typeface="Arial MT"/>
            </a:endParaRPr>
          </a:p>
          <a:p>
            <a:pPr>
              <a:spcBef>
                <a:spcPts val="200"/>
              </a:spcBef>
            </a:pPr>
            <a:endParaRPr sz="1050" dirty="0">
              <a:latin typeface="Arial MT"/>
              <a:cs typeface="Arial MT"/>
            </a:endParaRPr>
          </a:p>
          <a:p>
            <a:pPr marL="8890" marR="87630">
              <a:lnSpc>
                <a:spcPts val="865"/>
              </a:lnSpc>
              <a:spcBef>
                <a:spcPts val="5"/>
              </a:spcBef>
            </a:pPr>
            <a:r>
              <a:rPr sz="1050" dirty="0">
                <a:latin typeface="Arial MT"/>
                <a:cs typeface="Arial MT"/>
              </a:rPr>
              <a:t>R.D.</a:t>
            </a:r>
            <a:r>
              <a:rPr sz="1050" spc="-10" dirty="0">
                <a:latin typeface="Arial MT"/>
                <a:cs typeface="Arial MT"/>
              </a:rPr>
              <a:t> </a:t>
            </a:r>
            <a:r>
              <a:rPr sz="1050" dirty="0">
                <a:latin typeface="Arial MT"/>
                <a:cs typeface="Arial MT"/>
              </a:rPr>
              <a:t>TECH</a:t>
            </a:r>
            <a:r>
              <a:rPr sz="1050" spc="-14" dirty="0">
                <a:latin typeface="Arial MT"/>
                <a:cs typeface="Arial MT"/>
              </a:rPr>
              <a:t> </a:t>
            </a:r>
            <a:r>
              <a:rPr sz="1050" dirty="0">
                <a:latin typeface="Arial MT"/>
                <a:cs typeface="Arial MT"/>
              </a:rPr>
              <a:t>INFRA</a:t>
            </a:r>
            <a:r>
              <a:rPr sz="1050" spc="-7" dirty="0">
                <a:latin typeface="Arial MT"/>
                <a:cs typeface="Arial MT"/>
              </a:rPr>
              <a:t> -</a:t>
            </a:r>
            <a:r>
              <a:rPr sz="1050" dirty="0">
                <a:latin typeface="Arial MT"/>
                <a:cs typeface="Arial MT"/>
              </a:rPr>
              <a:t>NE</a:t>
            </a:r>
            <a:r>
              <a:rPr sz="1050" spc="-10" dirty="0">
                <a:latin typeface="Arial MT"/>
                <a:cs typeface="Arial MT"/>
              </a:rPr>
              <a:t> </a:t>
            </a:r>
            <a:r>
              <a:rPr sz="1050" dirty="0">
                <a:latin typeface="Arial MT"/>
                <a:cs typeface="Arial MT"/>
              </a:rPr>
              <a:t>serves</a:t>
            </a:r>
            <a:r>
              <a:rPr sz="1050" spc="-17" dirty="0">
                <a:latin typeface="Arial MT"/>
                <a:cs typeface="Arial MT"/>
              </a:rPr>
              <a:t> </a:t>
            </a:r>
            <a:r>
              <a:rPr sz="1050" dirty="0">
                <a:latin typeface="Arial MT"/>
                <a:cs typeface="Arial MT"/>
              </a:rPr>
              <a:t>as</a:t>
            </a:r>
            <a:r>
              <a:rPr sz="1050" spc="-10" dirty="0">
                <a:latin typeface="Arial MT"/>
                <a:cs typeface="Arial MT"/>
              </a:rPr>
              <a:t> </a:t>
            </a:r>
            <a:r>
              <a:rPr sz="1050" dirty="0">
                <a:latin typeface="Arial MT"/>
                <a:cs typeface="Arial MT"/>
              </a:rPr>
              <a:t>a</a:t>
            </a:r>
            <a:r>
              <a:rPr sz="1050" spc="-7" dirty="0">
                <a:latin typeface="Arial MT"/>
                <a:cs typeface="Arial MT"/>
              </a:rPr>
              <a:t> </a:t>
            </a:r>
            <a:r>
              <a:rPr sz="1050" dirty="0">
                <a:latin typeface="Arial MT"/>
                <a:cs typeface="Arial MT"/>
              </a:rPr>
              <a:t>vital</a:t>
            </a:r>
            <a:r>
              <a:rPr sz="1050" spc="-10" dirty="0">
                <a:latin typeface="Arial MT"/>
                <a:cs typeface="Arial MT"/>
              </a:rPr>
              <a:t> </a:t>
            </a:r>
            <a:r>
              <a:rPr sz="1050" dirty="0">
                <a:latin typeface="Arial MT"/>
                <a:cs typeface="Arial MT"/>
              </a:rPr>
              <a:t>link</a:t>
            </a:r>
            <a:r>
              <a:rPr sz="1050" spc="-17" dirty="0">
                <a:latin typeface="Arial MT"/>
                <a:cs typeface="Arial MT"/>
              </a:rPr>
              <a:t> </a:t>
            </a:r>
            <a:r>
              <a:rPr sz="1050" dirty="0">
                <a:latin typeface="Arial MT"/>
                <a:cs typeface="Arial MT"/>
              </a:rPr>
              <a:t>between</a:t>
            </a:r>
            <a:r>
              <a:rPr sz="1050" spc="-10" dirty="0">
                <a:latin typeface="Arial MT"/>
                <a:cs typeface="Arial MT"/>
              </a:rPr>
              <a:t> </a:t>
            </a:r>
            <a:r>
              <a:rPr sz="1050" dirty="0">
                <a:latin typeface="Arial MT"/>
                <a:cs typeface="Arial MT"/>
              </a:rPr>
              <a:t>OEMs</a:t>
            </a:r>
            <a:r>
              <a:rPr sz="1050" spc="-10" dirty="0">
                <a:latin typeface="Arial MT"/>
                <a:cs typeface="Arial MT"/>
              </a:rPr>
              <a:t> </a:t>
            </a:r>
            <a:r>
              <a:rPr sz="1050" dirty="0">
                <a:latin typeface="Arial MT"/>
                <a:cs typeface="Arial MT"/>
              </a:rPr>
              <a:t>and</a:t>
            </a:r>
            <a:r>
              <a:rPr sz="1050" spc="-10" dirty="0">
                <a:latin typeface="Arial MT"/>
                <a:cs typeface="Arial MT"/>
              </a:rPr>
              <a:t> </a:t>
            </a:r>
            <a:r>
              <a:rPr sz="1050" dirty="0">
                <a:latin typeface="Arial MT"/>
                <a:cs typeface="Arial MT"/>
              </a:rPr>
              <a:t>Operators</a:t>
            </a:r>
            <a:r>
              <a:rPr sz="1050" spc="-10" dirty="0">
                <a:latin typeface="Arial MT"/>
                <a:cs typeface="Arial MT"/>
              </a:rPr>
              <a:t> </a:t>
            </a:r>
            <a:r>
              <a:rPr sz="1050" dirty="0">
                <a:latin typeface="Arial MT"/>
                <a:cs typeface="Arial MT"/>
              </a:rPr>
              <a:t>leveraging</a:t>
            </a:r>
            <a:r>
              <a:rPr sz="1050" spc="-10" dirty="0">
                <a:latin typeface="Arial MT"/>
                <a:cs typeface="Arial MT"/>
              </a:rPr>
              <a:t> </a:t>
            </a:r>
            <a:r>
              <a:rPr sz="1050" spc="-17" dirty="0">
                <a:latin typeface="Arial MT"/>
                <a:cs typeface="Arial MT"/>
              </a:rPr>
              <a:t>on </a:t>
            </a:r>
            <a:r>
              <a:rPr sz="1050" dirty="0">
                <a:latin typeface="Arial MT"/>
                <a:cs typeface="Arial MT"/>
              </a:rPr>
              <a:t>the</a:t>
            </a:r>
            <a:r>
              <a:rPr sz="1050" spc="-24" dirty="0">
                <a:latin typeface="Arial MT"/>
                <a:cs typeface="Arial MT"/>
              </a:rPr>
              <a:t> </a:t>
            </a:r>
            <a:r>
              <a:rPr sz="1050" dirty="0">
                <a:latin typeface="Arial MT"/>
                <a:cs typeface="Arial MT"/>
              </a:rPr>
              <a:t>expertise</a:t>
            </a:r>
            <a:r>
              <a:rPr sz="1050" spc="-20" dirty="0">
                <a:latin typeface="Arial MT"/>
                <a:cs typeface="Arial MT"/>
              </a:rPr>
              <a:t> </a:t>
            </a:r>
            <a:r>
              <a:rPr sz="1050" dirty="0">
                <a:latin typeface="Arial MT"/>
                <a:cs typeface="Arial MT"/>
              </a:rPr>
              <a:t>available</a:t>
            </a:r>
            <a:r>
              <a:rPr sz="1050" spc="-20" dirty="0">
                <a:latin typeface="Arial MT"/>
                <a:cs typeface="Arial MT"/>
              </a:rPr>
              <a:t> </a:t>
            </a:r>
            <a:r>
              <a:rPr sz="1050" dirty="0">
                <a:latin typeface="Arial MT"/>
                <a:cs typeface="Arial MT"/>
              </a:rPr>
              <a:t>with</a:t>
            </a:r>
            <a:r>
              <a:rPr sz="1050" spc="-10" dirty="0">
                <a:latin typeface="Arial MT"/>
                <a:cs typeface="Arial MT"/>
              </a:rPr>
              <a:t> </a:t>
            </a:r>
            <a:r>
              <a:rPr sz="1050" dirty="0">
                <a:latin typeface="Arial MT"/>
                <a:cs typeface="Arial MT"/>
              </a:rPr>
              <a:t>it</a:t>
            </a:r>
            <a:r>
              <a:rPr sz="1050" spc="-14" dirty="0">
                <a:latin typeface="Arial MT"/>
                <a:cs typeface="Arial MT"/>
              </a:rPr>
              <a:t> </a:t>
            </a:r>
            <a:r>
              <a:rPr sz="1050" dirty="0">
                <a:latin typeface="Arial MT"/>
                <a:cs typeface="Arial MT"/>
              </a:rPr>
              <a:t>to</a:t>
            </a:r>
            <a:r>
              <a:rPr sz="1050" spc="-17" dirty="0">
                <a:latin typeface="Arial MT"/>
                <a:cs typeface="Arial MT"/>
              </a:rPr>
              <a:t> </a:t>
            </a:r>
            <a:r>
              <a:rPr sz="1050" dirty="0">
                <a:latin typeface="Arial MT"/>
                <a:cs typeface="Arial MT"/>
              </a:rPr>
              <a:t>plan,</a:t>
            </a:r>
            <a:r>
              <a:rPr sz="1050" spc="-14" dirty="0">
                <a:latin typeface="Arial MT"/>
                <a:cs typeface="Arial MT"/>
              </a:rPr>
              <a:t> </a:t>
            </a:r>
            <a:r>
              <a:rPr sz="1050" dirty="0">
                <a:latin typeface="Arial MT"/>
                <a:cs typeface="Arial MT"/>
              </a:rPr>
              <a:t>rollout,</a:t>
            </a:r>
            <a:r>
              <a:rPr sz="1050" spc="-14" dirty="0">
                <a:latin typeface="Arial MT"/>
                <a:cs typeface="Arial MT"/>
              </a:rPr>
              <a:t> </a:t>
            </a:r>
            <a:r>
              <a:rPr sz="1050" dirty="0">
                <a:latin typeface="Arial MT"/>
                <a:cs typeface="Arial MT"/>
              </a:rPr>
              <a:t>improve</a:t>
            </a:r>
            <a:r>
              <a:rPr sz="1050" spc="-17" dirty="0">
                <a:latin typeface="Arial MT"/>
                <a:cs typeface="Arial MT"/>
              </a:rPr>
              <a:t> </a:t>
            </a:r>
            <a:r>
              <a:rPr sz="1050" dirty="0">
                <a:latin typeface="Arial MT"/>
                <a:cs typeface="Arial MT"/>
              </a:rPr>
              <a:t>and</a:t>
            </a:r>
            <a:r>
              <a:rPr sz="1050" spc="-14" dirty="0">
                <a:latin typeface="Arial MT"/>
                <a:cs typeface="Arial MT"/>
              </a:rPr>
              <a:t> </a:t>
            </a:r>
            <a:r>
              <a:rPr sz="1050" dirty="0">
                <a:latin typeface="Arial MT"/>
                <a:cs typeface="Arial MT"/>
              </a:rPr>
              <a:t>upgrade</a:t>
            </a:r>
            <a:r>
              <a:rPr sz="1050" spc="-20" dirty="0">
                <a:latin typeface="Arial MT"/>
                <a:cs typeface="Arial MT"/>
              </a:rPr>
              <a:t> </a:t>
            </a:r>
            <a:r>
              <a:rPr sz="1050" dirty="0">
                <a:latin typeface="Arial MT"/>
                <a:cs typeface="Arial MT"/>
              </a:rPr>
              <a:t>telecom</a:t>
            </a:r>
            <a:r>
              <a:rPr sz="1050" spc="-10" dirty="0">
                <a:latin typeface="Arial MT"/>
                <a:cs typeface="Arial MT"/>
              </a:rPr>
              <a:t> </a:t>
            </a:r>
            <a:r>
              <a:rPr sz="1050" dirty="0">
                <a:latin typeface="Arial MT"/>
                <a:cs typeface="Arial MT"/>
              </a:rPr>
              <a:t>networks</a:t>
            </a:r>
            <a:r>
              <a:rPr sz="1050" spc="-14" dirty="0">
                <a:latin typeface="Arial MT"/>
                <a:cs typeface="Arial MT"/>
              </a:rPr>
              <a:t> </a:t>
            </a:r>
            <a:r>
              <a:rPr sz="1050" dirty="0">
                <a:latin typeface="Arial MT"/>
                <a:cs typeface="Arial MT"/>
              </a:rPr>
              <a:t>for</a:t>
            </a:r>
            <a:r>
              <a:rPr sz="1050" spc="-14" dirty="0">
                <a:latin typeface="Arial MT"/>
                <a:cs typeface="Arial MT"/>
              </a:rPr>
              <a:t> </a:t>
            </a:r>
            <a:r>
              <a:rPr sz="1050" spc="-17" dirty="0">
                <a:latin typeface="Arial MT"/>
                <a:cs typeface="Arial MT"/>
              </a:rPr>
              <a:t>its </a:t>
            </a:r>
            <a:r>
              <a:rPr sz="1050" dirty="0">
                <a:latin typeface="Arial MT"/>
                <a:cs typeface="Arial MT"/>
              </a:rPr>
              <a:t>customers.</a:t>
            </a:r>
            <a:r>
              <a:rPr sz="1050" spc="-17" dirty="0">
                <a:latin typeface="Arial MT"/>
                <a:cs typeface="Arial MT"/>
              </a:rPr>
              <a:t> </a:t>
            </a:r>
            <a:r>
              <a:rPr sz="1050" dirty="0">
                <a:latin typeface="Arial MT"/>
                <a:cs typeface="Arial MT"/>
              </a:rPr>
              <a:t>serves</a:t>
            </a:r>
            <a:r>
              <a:rPr sz="1050" spc="-20" dirty="0">
                <a:latin typeface="Arial MT"/>
                <a:cs typeface="Arial MT"/>
              </a:rPr>
              <a:t> </a:t>
            </a:r>
            <a:r>
              <a:rPr sz="1050" dirty="0">
                <a:latin typeface="Arial MT"/>
                <a:cs typeface="Arial MT"/>
              </a:rPr>
              <a:t>the</a:t>
            </a:r>
            <a:r>
              <a:rPr sz="1050" spc="-27" dirty="0">
                <a:latin typeface="Arial MT"/>
                <a:cs typeface="Arial MT"/>
              </a:rPr>
              <a:t> </a:t>
            </a:r>
            <a:r>
              <a:rPr sz="1050" dirty="0">
                <a:latin typeface="Arial MT"/>
                <a:cs typeface="Arial MT"/>
              </a:rPr>
              <a:t>Telecom</a:t>
            </a:r>
            <a:r>
              <a:rPr sz="1050" spc="-17" dirty="0">
                <a:latin typeface="Arial MT"/>
                <a:cs typeface="Arial MT"/>
              </a:rPr>
              <a:t> </a:t>
            </a:r>
            <a:r>
              <a:rPr sz="1050" dirty="0">
                <a:latin typeface="Arial MT"/>
                <a:cs typeface="Arial MT"/>
              </a:rPr>
              <a:t>Infrastructure</a:t>
            </a:r>
            <a:r>
              <a:rPr sz="1050" spc="-27" dirty="0">
                <a:latin typeface="Arial MT"/>
                <a:cs typeface="Arial MT"/>
              </a:rPr>
              <a:t> </a:t>
            </a:r>
            <a:r>
              <a:rPr sz="1050" dirty="0">
                <a:latin typeface="Arial MT"/>
                <a:cs typeface="Arial MT"/>
              </a:rPr>
              <a:t>services</a:t>
            </a:r>
            <a:r>
              <a:rPr sz="1050" spc="-20" dirty="0">
                <a:latin typeface="Arial MT"/>
                <a:cs typeface="Arial MT"/>
              </a:rPr>
              <a:t> </a:t>
            </a:r>
            <a:r>
              <a:rPr sz="1050" dirty="0">
                <a:latin typeface="Arial MT"/>
                <a:cs typeface="Arial MT"/>
              </a:rPr>
              <a:t>Industry.</a:t>
            </a:r>
            <a:r>
              <a:rPr sz="1050" spc="-24" dirty="0">
                <a:latin typeface="Arial MT"/>
                <a:cs typeface="Arial MT"/>
              </a:rPr>
              <a:t> </a:t>
            </a:r>
            <a:r>
              <a:rPr sz="1050" dirty="0">
                <a:latin typeface="Arial MT"/>
                <a:cs typeface="Arial MT"/>
              </a:rPr>
              <a:t>With</a:t>
            </a:r>
            <a:r>
              <a:rPr sz="1050" spc="-20" dirty="0">
                <a:latin typeface="Arial MT"/>
                <a:cs typeface="Arial MT"/>
              </a:rPr>
              <a:t> </a:t>
            </a:r>
            <a:r>
              <a:rPr sz="1050" dirty="0">
                <a:latin typeface="Arial MT"/>
                <a:cs typeface="Arial MT"/>
              </a:rPr>
              <a:t>the</a:t>
            </a:r>
            <a:r>
              <a:rPr sz="1050" spc="-20" dirty="0">
                <a:latin typeface="Arial MT"/>
                <a:cs typeface="Arial MT"/>
              </a:rPr>
              <a:t> </a:t>
            </a:r>
            <a:r>
              <a:rPr sz="1050" dirty="0">
                <a:latin typeface="Arial MT"/>
                <a:cs typeface="Arial MT"/>
              </a:rPr>
              <a:t>quality</a:t>
            </a:r>
            <a:r>
              <a:rPr sz="1050" spc="-20" dirty="0">
                <a:latin typeface="Arial MT"/>
                <a:cs typeface="Arial MT"/>
              </a:rPr>
              <a:t> </a:t>
            </a:r>
            <a:r>
              <a:rPr sz="1050" spc="-17" dirty="0">
                <a:latin typeface="Arial MT"/>
                <a:cs typeface="Arial MT"/>
              </a:rPr>
              <a:t>of </a:t>
            </a:r>
            <a:r>
              <a:rPr sz="1050" dirty="0">
                <a:latin typeface="Arial MT"/>
                <a:cs typeface="Arial MT"/>
              </a:rPr>
              <a:t>deliverables,</a:t>
            </a:r>
            <a:r>
              <a:rPr sz="1050" spc="-17" dirty="0">
                <a:latin typeface="Arial MT"/>
                <a:cs typeface="Arial MT"/>
              </a:rPr>
              <a:t> </a:t>
            </a:r>
            <a:r>
              <a:rPr sz="1050" dirty="0">
                <a:latin typeface="Arial MT"/>
                <a:cs typeface="Arial MT"/>
              </a:rPr>
              <a:t>resulting</a:t>
            </a:r>
            <a:r>
              <a:rPr sz="1050" spc="-17" dirty="0">
                <a:latin typeface="Arial MT"/>
                <a:cs typeface="Arial MT"/>
              </a:rPr>
              <a:t> </a:t>
            </a:r>
            <a:r>
              <a:rPr sz="1050" dirty="0">
                <a:latin typeface="Arial MT"/>
                <a:cs typeface="Arial MT"/>
              </a:rPr>
              <a:t>in</a:t>
            </a:r>
            <a:r>
              <a:rPr sz="1050" spc="-17" dirty="0">
                <a:latin typeface="Arial MT"/>
                <a:cs typeface="Arial MT"/>
              </a:rPr>
              <a:t> </a:t>
            </a:r>
            <a:r>
              <a:rPr sz="1050" dirty="0">
                <a:latin typeface="Arial MT"/>
                <a:cs typeface="Arial MT"/>
              </a:rPr>
              <a:t>satisfied</a:t>
            </a:r>
            <a:r>
              <a:rPr sz="1050" spc="-17" dirty="0">
                <a:latin typeface="Arial MT"/>
                <a:cs typeface="Arial MT"/>
              </a:rPr>
              <a:t> </a:t>
            </a:r>
            <a:r>
              <a:rPr sz="1050" dirty="0">
                <a:latin typeface="Arial MT"/>
                <a:cs typeface="Arial MT"/>
              </a:rPr>
              <a:t>customers.</a:t>
            </a:r>
            <a:r>
              <a:rPr sz="1050" spc="-24" dirty="0">
                <a:latin typeface="Arial MT"/>
                <a:cs typeface="Arial MT"/>
              </a:rPr>
              <a:t> </a:t>
            </a:r>
            <a:r>
              <a:rPr sz="1050" dirty="0">
                <a:latin typeface="Arial MT"/>
                <a:cs typeface="Arial MT"/>
              </a:rPr>
              <a:t>Our</a:t>
            </a:r>
            <a:r>
              <a:rPr sz="1050" spc="-17" dirty="0">
                <a:latin typeface="Arial MT"/>
                <a:cs typeface="Arial MT"/>
              </a:rPr>
              <a:t> </a:t>
            </a:r>
            <a:r>
              <a:rPr sz="1050" dirty="0">
                <a:latin typeface="Arial MT"/>
                <a:cs typeface="Arial MT"/>
              </a:rPr>
              <a:t>business</a:t>
            </a:r>
            <a:r>
              <a:rPr sz="1050" spc="-17" dirty="0">
                <a:latin typeface="Arial MT"/>
                <a:cs typeface="Arial MT"/>
              </a:rPr>
              <a:t> </a:t>
            </a:r>
            <a:r>
              <a:rPr sz="1050" dirty="0">
                <a:latin typeface="Arial MT"/>
                <a:cs typeface="Arial MT"/>
              </a:rPr>
              <a:t>has</a:t>
            </a:r>
            <a:r>
              <a:rPr sz="1050" spc="-17" dirty="0">
                <a:latin typeface="Arial MT"/>
                <a:cs typeface="Arial MT"/>
              </a:rPr>
              <a:t> </a:t>
            </a:r>
            <a:r>
              <a:rPr sz="1050" dirty="0">
                <a:latin typeface="Arial MT"/>
                <a:cs typeface="Arial MT"/>
              </a:rPr>
              <a:t>continued</a:t>
            </a:r>
            <a:r>
              <a:rPr sz="1050" spc="-17" dirty="0">
                <a:latin typeface="Arial MT"/>
                <a:cs typeface="Arial MT"/>
              </a:rPr>
              <a:t> </a:t>
            </a:r>
            <a:r>
              <a:rPr sz="1050" dirty="0">
                <a:latin typeface="Arial MT"/>
                <a:cs typeface="Arial MT"/>
              </a:rPr>
              <a:t>to</a:t>
            </a:r>
            <a:r>
              <a:rPr sz="1050" spc="-20" dirty="0">
                <a:latin typeface="Arial MT"/>
                <a:cs typeface="Arial MT"/>
              </a:rPr>
              <a:t> </a:t>
            </a:r>
            <a:r>
              <a:rPr sz="1050" dirty="0">
                <a:latin typeface="Arial MT"/>
                <a:cs typeface="Arial MT"/>
              </a:rPr>
              <a:t>develop</a:t>
            </a:r>
            <a:r>
              <a:rPr sz="1050" spc="-14" dirty="0">
                <a:latin typeface="Arial MT"/>
                <a:cs typeface="Arial MT"/>
              </a:rPr>
              <a:t> </a:t>
            </a:r>
            <a:r>
              <a:rPr sz="1050" spc="-17" dirty="0">
                <a:latin typeface="Arial MT"/>
                <a:cs typeface="Arial MT"/>
              </a:rPr>
              <a:t>in </a:t>
            </a:r>
            <a:r>
              <a:rPr sz="1050" dirty="0">
                <a:latin typeface="Arial MT"/>
                <a:cs typeface="Arial MT"/>
              </a:rPr>
              <a:t>India.</a:t>
            </a:r>
            <a:r>
              <a:rPr sz="1050" spc="-24" dirty="0">
                <a:latin typeface="Arial MT"/>
                <a:cs typeface="Arial MT"/>
              </a:rPr>
              <a:t> </a:t>
            </a:r>
            <a:r>
              <a:rPr sz="1050" dirty="0">
                <a:latin typeface="Arial MT"/>
                <a:cs typeface="Arial MT"/>
              </a:rPr>
              <a:t>With</a:t>
            </a:r>
            <a:r>
              <a:rPr sz="1050" spc="-14" dirty="0">
                <a:latin typeface="Arial MT"/>
                <a:cs typeface="Arial MT"/>
              </a:rPr>
              <a:t> </a:t>
            </a:r>
            <a:r>
              <a:rPr sz="1050" dirty="0">
                <a:latin typeface="Arial MT"/>
                <a:cs typeface="Arial MT"/>
              </a:rPr>
              <a:t>its</a:t>
            </a:r>
            <a:r>
              <a:rPr sz="1050" spc="-17" dirty="0">
                <a:latin typeface="Arial MT"/>
                <a:cs typeface="Arial MT"/>
              </a:rPr>
              <a:t> </a:t>
            </a:r>
            <a:r>
              <a:rPr sz="1050" dirty="0">
                <a:latin typeface="Arial MT"/>
                <a:cs typeface="Arial MT"/>
              </a:rPr>
              <a:t>domestic</a:t>
            </a:r>
            <a:r>
              <a:rPr sz="1050" spc="-17" dirty="0">
                <a:latin typeface="Arial MT"/>
                <a:cs typeface="Arial MT"/>
              </a:rPr>
              <a:t> </a:t>
            </a:r>
            <a:r>
              <a:rPr sz="1050" dirty="0">
                <a:latin typeface="Arial MT"/>
                <a:cs typeface="Arial MT"/>
              </a:rPr>
              <a:t>headquarters</a:t>
            </a:r>
            <a:r>
              <a:rPr sz="1050" spc="-14" dirty="0">
                <a:latin typeface="Arial MT"/>
                <a:cs typeface="Arial MT"/>
              </a:rPr>
              <a:t> </a:t>
            </a:r>
            <a:r>
              <a:rPr sz="1050" dirty="0">
                <a:latin typeface="Arial MT"/>
                <a:cs typeface="Arial MT"/>
              </a:rPr>
              <a:t>based</a:t>
            </a:r>
            <a:r>
              <a:rPr sz="1050" spc="-17" dirty="0">
                <a:latin typeface="Arial MT"/>
                <a:cs typeface="Arial MT"/>
              </a:rPr>
              <a:t> </a:t>
            </a:r>
            <a:r>
              <a:rPr sz="1050" dirty="0">
                <a:latin typeface="Arial MT"/>
                <a:cs typeface="Arial MT"/>
              </a:rPr>
              <a:t>in</a:t>
            </a:r>
            <a:r>
              <a:rPr sz="1050" spc="-14" dirty="0">
                <a:latin typeface="Arial MT"/>
                <a:cs typeface="Arial MT"/>
              </a:rPr>
              <a:t> </a:t>
            </a:r>
            <a:r>
              <a:rPr sz="1050" dirty="0">
                <a:latin typeface="Arial MT"/>
                <a:cs typeface="Arial MT"/>
              </a:rPr>
              <a:t>Uttar</a:t>
            </a:r>
            <a:r>
              <a:rPr sz="1050" spc="-17" dirty="0">
                <a:latin typeface="Arial MT"/>
                <a:cs typeface="Arial MT"/>
              </a:rPr>
              <a:t> </a:t>
            </a:r>
            <a:r>
              <a:rPr sz="1050" dirty="0">
                <a:latin typeface="Arial MT"/>
                <a:cs typeface="Arial MT"/>
              </a:rPr>
              <a:t>Pradesh</a:t>
            </a:r>
            <a:r>
              <a:rPr sz="1050" spc="-14" dirty="0">
                <a:latin typeface="Arial MT"/>
                <a:cs typeface="Arial MT"/>
              </a:rPr>
              <a:t> </a:t>
            </a:r>
            <a:r>
              <a:rPr sz="1050" dirty="0">
                <a:latin typeface="Arial MT"/>
                <a:cs typeface="Arial MT"/>
              </a:rPr>
              <a:t>(India),</a:t>
            </a:r>
            <a:r>
              <a:rPr sz="1050" spc="-17" dirty="0">
                <a:latin typeface="Arial MT"/>
                <a:cs typeface="Arial MT"/>
              </a:rPr>
              <a:t> </a:t>
            </a:r>
            <a:r>
              <a:rPr sz="1050" dirty="0">
                <a:latin typeface="Arial MT"/>
                <a:cs typeface="Arial MT"/>
              </a:rPr>
              <a:t>Apart</a:t>
            </a:r>
            <a:r>
              <a:rPr sz="1050" spc="-24" dirty="0">
                <a:latin typeface="Arial MT"/>
                <a:cs typeface="Arial MT"/>
              </a:rPr>
              <a:t> </a:t>
            </a:r>
            <a:r>
              <a:rPr sz="1050" dirty="0">
                <a:latin typeface="Arial MT"/>
                <a:cs typeface="Arial MT"/>
              </a:rPr>
              <a:t>from</a:t>
            </a:r>
            <a:r>
              <a:rPr sz="1050" spc="-14" dirty="0">
                <a:latin typeface="Arial MT"/>
                <a:cs typeface="Arial MT"/>
              </a:rPr>
              <a:t> </a:t>
            </a:r>
            <a:r>
              <a:rPr sz="1050" spc="-17" dirty="0">
                <a:latin typeface="Arial MT"/>
                <a:cs typeface="Arial MT"/>
              </a:rPr>
              <a:t>the </a:t>
            </a:r>
            <a:r>
              <a:rPr sz="1050" dirty="0">
                <a:latin typeface="Arial MT"/>
                <a:cs typeface="Arial MT"/>
              </a:rPr>
              <a:t>regional</a:t>
            </a:r>
            <a:r>
              <a:rPr sz="1050" spc="-24" dirty="0">
                <a:latin typeface="Arial MT"/>
                <a:cs typeface="Arial MT"/>
              </a:rPr>
              <a:t> </a:t>
            </a:r>
            <a:r>
              <a:rPr sz="1050" dirty="0">
                <a:latin typeface="Arial MT"/>
                <a:cs typeface="Arial MT"/>
              </a:rPr>
              <a:t>offices</a:t>
            </a:r>
            <a:r>
              <a:rPr sz="1050" spc="-24" dirty="0">
                <a:latin typeface="Arial MT"/>
                <a:cs typeface="Arial MT"/>
              </a:rPr>
              <a:t> </a:t>
            </a:r>
            <a:r>
              <a:rPr sz="1050" dirty="0">
                <a:latin typeface="Arial MT"/>
                <a:cs typeface="Arial MT"/>
              </a:rPr>
              <a:t>NE</a:t>
            </a:r>
            <a:r>
              <a:rPr sz="1050" spc="-14" dirty="0">
                <a:latin typeface="Arial MT"/>
                <a:cs typeface="Arial MT"/>
              </a:rPr>
              <a:t> </a:t>
            </a:r>
            <a:r>
              <a:rPr sz="1050" dirty="0">
                <a:latin typeface="Arial MT"/>
                <a:cs typeface="Arial MT"/>
              </a:rPr>
              <a:t>operates</a:t>
            </a:r>
            <a:r>
              <a:rPr sz="1050" spc="-14" dirty="0">
                <a:latin typeface="Arial MT"/>
                <a:cs typeface="Arial MT"/>
              </a:rPr>
              <a:t> </a:t>
            </a:r>
            <a:r>
              <a:rPr sz="1050" dirty="0">
                <a:latin typeface="Arial MT"/>
                <a:cs typeface="Arial MT"/>
              </a:rPr>
              <a:t>from</a:t>
            </a:r>
            <a:r>
              <a:rPr sz="1050" spc="-17" dirty="0">
                <a:latin typeface="Arial MT"/>
                <a:cs typeface="Arial MT"/>
              </a:rPr>
              <a:t> </a:t>
            </a:r>
            <a:r>
              <a:rPr sz="1050" dirty="0">
                <a:latin typeface="Arial MT"/>
                <a:cs typeface="Arial MT"/>
              </a:rPr>
              <a:t>branch</a:t>
            </a:r>
            <a:r>
              <a:rPr sz="1050" spc="-14" dirty="0">
                <a:latin typeface="Arial MT"/>
                <a:cs typeface="Arial MT"/>
              </a:rPr>
              <a:t> </a:t>
            </a:r>
            <a:r>
              <a:rPr sz="1050" dirty="0">
                <a:latin typeface="Arial MT"/>
                <a:cs typeface="Arial MT"/>
              </a:rPr>
              <a:t>offices</a:t>
            </a:r>
            <a:r>
              <a:rPr sz="1050" spc="-14" dirty="0">
                <a:latin typeface="Arial MT"/>
                <a:cs typeface="Arial MT"/>
              </a:rPr>
              <a:t> </a:t>
            </a:r>
            <a:r>
              <a:rPr sz="1050" dirty="0">
                <a:latin typeface="Arial MT"/>
                <a:cs typeface="Arial MT"/>
              </a:rPr>
              <a:t>and</a:t>
            </a:r>
            <a:r>
              <a:rPr sz="1050" spc="-14" dirty="0">
                <a:latin typeface="Arial MT"/>
                <a:cs typeface="Arial MT"/>
              </a:rPr>
              <a:t> </a:t>
            </a:r>
            <a:r>
              <a:rPr sz="1050" dirty="0">
                <a:latin typeface="Arial MT"/>
                <a:cs typeface="Arial MT"/>
              </a:rPr>
              <a:t>projects</a:t>
            </a:r>
            <a:r>
              <a:rPr sz="1050" spc="-17" dirty="0">
                <a:latin typeface="Arial MT"/>
                <a:cs typeface="Arial MT"/>
              </a:rPr>
              <a:t> </a:t>
            </a:r>
            <a:r>
              <a:rPr sz="1050" dirty="0">
                <a:latin typeface="Arial MT"/>
                <a:cs typeface="Arial MT"/>
              </a:rPr>
              <a:t>offices</a:t>
            </a:r>
            <a:r>
              <a:rPr sz="1050" spc="-14" dirty="0">
                <a:latin typeface="Arial MT"/>
                <a:cs typeface="Arial MT"/>
              </a:rPr>
              <a:t> </a:t>
            </a:r>
            <a:r>
              <a:rPr sz="1050" dirty="0">
                <a:latin typeface="Arial MT"/>
                <a:cs typeface="Arial MT"/>
              </a:rPr>
              <a:t>established</a:t>
            </a:r>
            <a:r>
              <a:rPr sz="1050" spc="-20" dirty="0">
                <a:latin typeface="Arial MT"/>
                <a:cs typeface="Arial MT"/>
              </a:rPr>
              <a:t> </a:t>
            </a:r>
            <a:r>
              <a:rPr sz="1050" dirty="0">
                <a:latin typeface="Arial MT"/>
                <a:cs typeface="Arial MT"/>
              </a:rPr>
              <a:t>on</a:t>
            </a:r>
            <a:r>
              <a:rPr sz="1050" spc="-20" dirty="0">
                <a:latin typeface="Arial MT"/>
                <a:cs typeface="Arial MT"/>
              </a:rPr>
              <a:t> </a:t>
            </a:r>
            <a:r>
              <a:rPr sz="1050" spc="-14" dirty="0">
                <a:latin typeface="Arial MT"/>
                <a:cs typeface="Arial MT"/>
              </a:rPr>
              <a:t>need </a:t>
            </a:r>
            <a:r>
              <a:rPr sz="1050" dirty="0">
                <a:latin typeface="Arial MT"/>
                <a:cs typeface="Arial MT"/>
              </a:rPr>
              <a:t>basis</a:t>
            </a:r>
            <a:r>
              <a:rPr sz="1050" spc="-17" dirty="0">
                <a:latin typeface="Arial MT"/>
                <a:cs typeface="Arial MT"/>
              </a:rPr>
              <a:t> </a:t>
            </a:r>
            <a:r>
              <a:rPr sz="1050" dirty="0">
                <a:latin typeface="Arial MT"/>
                <a:cs typeface="Arial MT"/>
              </a:rPr>
              <a:t>to</a:t>
            </a:r>
            <a:r>
              <a:rPr sz="1050" spc="-20" dirty="0">
                <a:latin typeface="Arial MT"/>
                <a:cs typeface="Arial MT"/>
              </a:rPr>
              <a:t> </a:t>
            </a:r>
            <a:r>
              <a:rPr sz="1050" dirty="0">
                <a:latin typeface="Arial MT"/>
                <a:cs typeface="Arial MT"/>
              </a:rPr>
              <a:t>facilitate</a:t>
            </a:r>
            <a:r>
              <a:rPr sz="1050" spc="-14" dirty="0">
                <a:latin typeface="Arial MT"/>
                <a:cs typeface="Arial MT"/>
              </a:rPr>
              <a:t> </a:t>
            </a:r>
            <a:r>
              <a:rPr sz="1050" dirty="0">
                <a:latin typeface="Arial MT"/>
                <a:cs typeface="Arial MT"/>
              </a:rPr>
              <a:t>project</a:t>
            </a:r>
            <a:r>
              <a:rPr sz="1050" spc="-17" dirty="0">
                <a:latin typeface="Arial MT"/>
                <a:cs typeface="Arial MT"/>
              </a:rPr>
              <a:t> </a:t>
            </a:r>
            <a:r>
              <a:rPr sz="1050" dirty="0">
                <a:latin typeface="Arial MT"/>
                <a:cs typeface="Arial MT"/>
              </a:rPr>
              <a:t>co-ordination</a:t>
            </a:r>
            <a:r>
              <a:rPr sz="1050" spc="-24" dirty="0">
                <a:latin typeface="Arial MT"/>
                <a:cs typeface="Arial MT"/>
              </a:rPr>
              <a:t> </a:t>
            </a:r>
            <a:r>
              <a:rPr sz="1050" dirty="0">
                <a:latin typeface="Arial MT"/>
                <a:cs typeface="Arial MT"/>
              </a:rPr>
              <a:t>&amp;</a:t>
            </a:r>
            <a:r>
              <a:rPr sz="1050" spc="-14" dirty="0">
                <a:latin typeface="Arial MT"/>
                <a:cs typeface="Arial MT"/>
              </a:rPr>
              <a:t> </a:t>
            </a:r>
            <a:r>
              <a:rPr sz="1050" dirty="0">
                <a:latin typeface="Arial MT"/>
                <a:cs typeface="Arial MT"/>
              </a:rPr>
              <a:t>execution</a:t>
            </a:r>
            <a:r>
              <a:rPr sz="1050" spc="-24" dirty="0">
                <a:latin typeface="Arial MT"/>
                <a:cs typeface="Arial MT"/>
              </a:rPr>
              <a:t> </a:t>
            </a:r>
            <a:r>
              <a:rPr sz="1050" spc="-7" dirty="0">
                <a:latin typeface="Arial MT"/>
                <a:cs typeface="Arial MT"/>
              </a:rPr>
              <a:t>activities.</a:t>
            </a:r>
            <a:endParaRPr sz="1050" dirty="0">
              <a:latin typeface="Arial MT"/>
              <a:cs typeface="Arial M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8635"/>
          </a:xfrm>
          <a:prstGeom prst="rect">
            <a:avLst/>
          </a:prstGeom>
        </p:spPr>
      </p:pic>
      <p:sp>
        <p:nvSpPr>
          <p:cNvPr id="3" name="object 3"/>
          <p:cNvSpPr txBox="1"/>
          <p:nvPr/>
        </p:nvSpPr>
        <p:spPr>
          <a:xfrm>
            <a:off x="1056005" y="535305"/>
            <a:ext cx="9004300" cy="5517515"/>
          </a:xfrm>
          <a:prstGeom prst="rect">
            <a:avLst/>
          </a:prstGeom>
        </p:spPr>
        <p:txBody>
          <a:bodyPr vert="horz" wrap="square" lIns="0" tIns="8659" rIns="0" bIns="0" rtlCol="0">
            <a:noAutofit/>
          </a:bodyPr>
          <a:lstStyle/>
          <a:p>
            <a:pPr marL="17145" algn="just">
              <a:spcBef>
                <a:spcPts val="70"/>
              </a:spcBef>
            </a:pPr>
            <a:r>
              <a:rPr sz="1020" b="1" dirty="0">
                <a:solidFill>
                  <a:srgbClr val="000080"/>
                </a:solidFill>
                <a:latin typeface="Arial MT"/>
                <a:cs typeface="Arial MT"/>
              </a:rPr>
              <a:t>Infra</a:t>
            </a:r>
            <a:r>
              <a:rPr sz="1020" b="1" spc="-7" dirty="0">
                <a:solidFill>
                  <a:srgbClr val="000080"/>
                </a:solidFill>
                <a:latin typeface="Arial MT"/>
                <a:cs typeface="Arial MT"/>
              </a:rPr>
              <a:t> Capabilities</a:t>
            </a:r>
            <a:endParaRPr sz="1020" b="1">
              <a:latin typeface="Arial MT"/>
              <a:cs typeface="Arial MT"/>
            </a:endParaRPr>
          </a:p>
          <a:p>
            <a:pPr>
              <a:spcBef>
                <a:spcPts val="455"/>
              </a:spcBef>
            </a:pPr>
            <a:endParaRPr sz="1020" b="1">
              <a:latin typeface="Arial MT"/>
              <a:cs typeface="Arial MT"/>
            </a:endParaRPr>
          </a:p>
          <a:p>
            <a:pPr marL="17145" marR="339725" algn="just">
              <a:lnSpc>
                <a:spcPct val="87000"/>
              </a:lnSpc>
            </a:pPr>
            <a:r>
              <a:rPr sz="1020" b="1" dirty="0">
                <a:latin typeface="Arial MT"/>
                <a:cs typeface="Arial MT"/>
              </a:rPr>
              <a:t>In</a:t>
            </a:r>
            <a:r>
              <a:rPr sz="1020" b="1" spc="-14" dirty="0">
                <a:latin typeface="Arial MT"/>
                <a:cs typeface="Arial MT"/>
              </a:rPr>
              <a:t> </a:t>
            </a:r>
            <a:r>
              <a:rPr sz="1020" b="1" dirty="0">
                <a:latin typeface="Arial MT"/>
                <a:cs typeface="Arial MT"/>
              </a:rPr>
              <a:t>today’s</a:t>
            </a:r>
            <a:r>
              <a:rPr sz="1020" b="1" spc="-14" dirty="0">
                <a:latin typeface="Arial MT"/>
                <a:cs typeface="Arial MT"/>
              </a:rPr>
              <a:t> </a:t>
            </a:r>
            <a:r>
              <a:rPr sz="1020" b="1" dirty="0">
                <a:latin typeface="Arial MT"/>
                <a:cs typeface="Arial MT"/>
              </a:rPr>
              <a:t>competitive</a:t>
            </a:r>
            <a:r>
              <a:rPr sz="1020" b="1" spc="-27" dirty="0">
                <a:latin typeface="Arial MT"/>
                <a:cs typeface="Arial MT"/>
              </a:rPr>
              <a:t> </a:t>
            </a:r>
            <a:r>
              <a:rPr sz="1020" b="1" dirty="0">
                <a:latin typeface="Arial MT"/>
                <a:cs typeface="Arial MT"/>
              </a:rPr>
              <a:t>cellular</a:t>
            </a:r>
            <a:r>
              <a:rPr sz="1020" b="1" spc="-17" dirty="0">
                <a:latin typeface="Arial MT"/>
                <a:cs typeface="Arial MT"/>
              </a:rPr>
              <a:t> </a:t>
            </a:r>
            <a:r>
              <a:rPr sz="1020" b="1" dirty="0">
                <a:latin typeface="Arial MT"/>
                <a:cs typeface="Arial MT"/>
              </a:rPr>
              <a:t>services</a:t>
            </a:r>
            <a:r>
              <a:rPr sz="1020" b="1" spc="-20" dirty="0">
                <a:latin typeface="Arial MT"/>
                <a:cs typeface="Arial MT"/>
              </a:rPr>
              <a:t> </a:t>
            </a:r>
            <a:r>
              <a:rPr sz="1020" b="1" dirty="0">
                <a:latin typeface="Arial MT"/>
                <a:cs typeface="Arial MT"/>
              </a:rPr>
              <a:t>market,</a:t>
            </a:r>
            <a:r>
              <a:rPr sz="1020" b="1" spc="-14" dirty="0">
                <a:latin typeface="Arial MT"/>
                <a:cs typeface="Arial MT"/>
              </a:rPr>
              <a:t> </a:t>
            </a:r>
            <a:r>
              <a:rPr sz="1020" b="1" dirty="0">
                <a:latin typeface="Arial MT"/>
                <a:cs typeface="Arial MT"/>
              </a:rPr>
              <a:t>the</a:t>
            </a:r>
            <a:r>
              <a:rPr sz="1020" b="1" spc="-14" dirty="0">
                <a:latin typeface="Arial MT"/>
                <a:cs typeface="Arial MT"/>
              </a:rPr>
              <a:t> </a:t>
            </a:r>
            <a:r>
              <a:rPr sz="1020" b="1" dirty="0">
                <a:latin typeface="Arial MT"/>
                <a:cs typeface="Arial MT"/>
              </a:rPr>
              <a:t>operators</a:t>
            </a:r>
            <a:r>
              <a:rPr sz="1020" b="1" spc="-17" dirty="0">
                <a:latin typeface="Arial MT"/>
                <a:cs typeface="Arial MT"/>
              </a:rPr>
              <a:t> </a:t>
            </a:r>
            <a:r>
              <a:rPr sz="1020" b="1" dirty="0">
                <a:latin typeface="Arial MT"/>
                <a:cs typeface="Arial MT"/>
              </a:rPr>
              <a:t>&amp;</a:t>
            </a:r>
            <a:r>
              <a:rPr sz="1020" b="1" spc="-14" dirty="0">
                <a:latin typeface="Arial MT"/>
                <a:cs typeface="Arial MT"/>
              </a:rPr>
              <a:t> </a:t>
            </a:r>
            <a:r>
              <a:rPr sz="1020" b="1" dirty="0">
                <a:latin typeface="Arial MT"/>
                <a:cs typeface="Arial MT"/>
              </a:rPr>
              <a:t>OEMs</a:t>
            </a:r>
            <a:r>
              <a:rPr sz="1020" b="1" spc="-14" dirty="0">
                <a:latin typeface="Arial MT"/>
                <a:cs typeface="Arial MT"/>
              </a:rPr>
              <a:t> </a:t>
            </a:r>
            <a:r>
              <a:rPr sz="1020" b="1" dirty="0">
                <a:latin typeface="Arial MT"/>
                <a:cs typeface="Arial MT"/>
              </a:rPr>
              <a:t>are</a:t>
            </a:r>
            <a:r>
              <a:rPr sz="1020" b="1" spc="-17" dirty="0">
                <a:latin typeface="Arial MT"/>
                <a:cs typeface="Arial MT"/>
              </a:rPr>
              <a:t> </a:t>
            </a:r>
            <a:r>
              <a:rPr sz="1020" b="1" spc="-7" dirty="0">
                <a:latin typeface="Arial MT"/>
                <a:cs typeface="Arial MT"/>
              </a:rPr>
              <a:t>becoming </a:t>
            </a:r>
            <a:r>
              <a:rPr sz="1020" b="1" dirty="0">
                <a:latin typeface="Arial MT"/>
                <a:cs typeface="Arial MT"/>
              </a:rPr>
              <a:t>more</a:t>
            </a:r>
            <a:r>
              <a:rPr sz="1020" b="1" spc="-20" dirty="0">
                <a:latin typeface="Arial MT"/>
                <a:cs typeface="Arial MT"/>
              </a:rPr>
              <a:t> </a:t>
            </a:r>
            <a:r>
              <a:rPr sz="1020" b="1" dirty="0">
                <a:latin typeface="Arial MT"/>
                <a:cs typeface="Arial MT"/>
              </a:rPr>
              <a:t>and</a:t>
            </a:r>
            <a:r>
              <a:rPr sz="1020" b="1" spc="-14" dirty="0">
                <a:latin typeface="Arial MT"/>
                <a:cs typeface="Arial MT"/>
              </a:rPr>
              <a:t> </a:t>
            </a:r>
            <a:r>
              <a:rPr sz="1020" b="1" dirty="0">
                <a:latin typeface="Arial MT"/>
                <a:cs typeface="Arial MT"/>
              </a:rPr>
              <a:t>more</a:t>
            </a:r>
            <a:r>
              <a:rPr sz="1020" b="1" spc="-10" dirty="0">
                <a:latin typeface="Arial MT"/>
                <a:cs typeface="Arial MT"/>
              </a:rPr>
              <a:t> </a:t>
            </a:r>
            <a:r>
              <a:rPr sz="1020" b="1" dirty="0">
                <a:latin typeface="Arial MT"/>
                <a:cs typeface="Arial MT"/>
              </a:rPr>
              <a:t>concerned</a:t>
            </a:r>
            <a:r>
              <a:rPr sz="1020" b="1" spc="-20" dirty="0">
                <a:latin typeface="Arial MT"/>
                <a:cs typeface="Arial MT"/>
              </a:rPr>
              <a:t> </a:t>
            </a:r>
            <a:r>
              <a:rPr sz="1020" b="1" dirty="0">
                <a:latin typeface="Arial MT"/>
                <a:cs typeface="Arial MT"/>
              </a:rPr>
              <a:t>about</a:t>
            </a:r>
            <a:r>
              <a:rPr sz="1020" b="1" spc="-17" dirty="0">
                <a:latin typeface="Arial MT"/>
                <a:cs typeface="Arial MT"/>
              </a:rPr>
              <a:t> </a:t>
            </a:r>
            <a:r>
              <a:rPr sz="1020" b="1" dirty="0">
                <a:latin typeface="Arial MT"/>
                <a:cs typeface="Arial MT"/>
              </a:rPr>
              <a:t>the</a:t>
            </a:r>
            <a:r>
              <a:rPr sz="1020" b="1" spc="-20" dirty="0">
                <a:latin typeface="Arial MT"/>
                <a:cs typeface="Arial MT"/>
              </a:rPr>
              <a:t> </a:t>
            </a:r>
            <a:r>
              <a:rPr sz="1020" b="1" dirty="0">
                <a:latin typeface="Arial MT"/>
                <a:cs typeface="Arial MT"/>
              </a:rPr>
              <a:t>quality</a:t>
            </a:r>
            <a:r>
              <a:rPr sz="1020" b="1" spc="-10" dirty="0">
                <a:latin typeface="Arial MT"/>
                <a:cs typeface="Arial MT"/>
              </a:rPr>
              <a:t> </a:t>
            </a:r>
            <a:r>
              <a:rPr sz="1020" b="1" dirty="0">
                <a:latin typeface="Arial MT"/>
                <a:cs typeface="Arial MT"/>
              </a:rPr>
              <a:t>of</a:t>
            </a:r>
            <a:r>
              <a:rPr sz="1020" b="1" spc="7" dirty="0">
                <a:latin typeface="Arial MT"/>
                <a:cs typeface="Arial MT"/>
              </a:rPr>
              <a:t> </a:t>
            </a:r>
            <a:r>
              <a:rPr sz="1020" b="1" dirty="0">
                <a:latin typeface="Arial MT"/>
                <a:cs typeface="Arial MT"/>
              </a:rPr>
              <a:t>their</a:t>
            </a:r>
            <a:r>
              <a:rPr sz="1020" b="1" spc="-20" dirty="0">
                <a:latin typeface="Arial MT"/>
                <a:cs typeface="Arial MT"/>
              </a:rPr>
              <a:t> </a:t>
            </a:r>
            <a:r>
              <a:rPr sz="1020" b="1" dirty="0">
                <a:latin typeface="Arial MT"/>
                <a:cs typeface="Arial MT"/>
              </a:rPr>
              <a:t>existing</a:t>
            </a:r>
            <a:r>
              <a:rPr sz="1020" b="1" spc="-17" dirty="0">
                <a:latin typeface="Arial MT"/>
                <a:cs typeface="Arial MT"/>
              </a:rPr>
              <a:t> </a:t>
            </a:r>
            <a:r>
              <a:rPr sz="1020" b="1" dirty="0">
                <a:latin typeface="Arial MT"/>
                <a:cs typeface="Arial MT"/>
              </a:rPr>
              <a:t>networks</a:t>
            </a:r>
            <a:r>
              <a:rPr sz="1020" b="1" spc="-14" dirty="0">
                <a:latin typeface="Arial MT"/>
                <a:cs typeface="Arial MT"/>
              </a:rPr>
              <a:t> </a:t>
            </a:r>
            <a:r>
              <a:rPr sz="1020" b="1" dirty="0">
                <a:latin typeface="Arial MT"/>
                <a:cs typeface="Arial MT"/>
              </a:rPr>
              <a:t>while</a:t>
            </a:r>
            <a:r>
              <a:rPr sz="1020" b="1" spc="-14" dirty="0">
                <a:latin typeface="Arial MT"/>
                <a:cs typeface="Arial MT"/>
              </a:rPr>
              <a:t> </a:t>
            </a:r>
            <a:r>
              <a:rPr sz="1020" b="1" dirty="0">
                <a:latin typeface="Arial MT"/>
                <a:cs typeface="Arial MT"/>
              </a:rPr>
              <a:t>trying</a:t>
            </a:r>
            <a:r>
              <a:rPr sz="1020" b="1" spc="-10" dirty="0">
                <a:latin typeface="Arial MT"/>
                <a:cs typeface="Arial MT"/>
              </a:rPr>
              <a:t> </a:t>
            </a:r>
            <a:r>
              <a:rPr sz="1020" b="1" spc="-17" dirty="0">
                <a:latin typeface="Arial MT"/>
                <a:cs typeface="Arial MT"/>
              </a:rPr>
              <a:t>to </a:t>
            </a:r>
            <a:r>
              <a:rPr sz="1020" b="1" dirty="0">
                <a:latin typeface="Arial MT"/>
                <a:cs typeface="Arial MT"/>
              </a:rPr>
              <a:t>expand</a:t>
            </a:r>
            <a:r>
              <a:rPr sz="1020" b="1" spc="-10" dirty="0">
                <a:latin typeface="Arial MT"/>
                <a:cs typeface="Arial MT"/>
              </a:rPr>
              <a:t> </a:t>
            </a:r>
            <a:r>
              <a:rPr sz="1020" b="1" dirty="0">
                <a:latin typeface="Arial MT"/>
                <a:cs typeface="Arial MT"/>
              </a:rPr>
              <a:t>with</a:t>
            </a:r>
            <a:r>
              <a:rPr sz="1020" b="1" spc="-17" dirty="0">
                <a:latin typeface="Arial MT"/>
                <a:cs typeface="Arial MT"/>
              </a:rPr>
              <a:t> </a:t>
            </a:r>
            <a:r>
              <a:rPr sz="1020" b="1" dirty="0">
                <a:latin typeface="Arial MT"/>
                <a:cs typeface="Arial MT"/>
              </a:rPr>
              <a:t>ease</a:t>
            </a:r>
            <a:r>
              <a:rPr sz="1020" b="1" spc="-7" dirty="0">
                <a:latin typeface="Arial MT"/>
                <a:cs typeface="Arial MT"/>
              </a:rPr>
              <a:t> </a:t>
            </a:r>
            <a:r>
              <a:rPr sz="1020" b="1" dirty="0">
                <a:latin typeface="Arial MT"/>
                <a:cs typeface="Arial MT"/>
              </a:rPr>
              <a:t>at</a:t>
            </a:r>
            <a:r>
              <a:rPr sz="1020" b="1" spc="-17" dirty="0">
                <a:latin typeface="Arial MT"/>
                <a:cs typeface="Arial MT"/>
              </a:rPr>
              <a:t> </a:t>
            </a:r>
            <a:r>
              <a:rPr sz="1020" b="1" dirty="0">
                <a:latin typeface="Arial MT"/>
                <a:cs typeface="Arial MT"/>
              </a:rPr>
              <a:t>the</a:t>
            </a:r>
            <a:r>
              <a:rPr sz="1020" b="1" spc="-10" dirty="0">
                <a:latin typeface="Arial MT"/>
                <a:cs typeface="Arial MT"/>
              </a:rPr>
              <a:t> </a:t>
            </a:r>
            <a:r>
              <a:rPr sz="1020" b="1" dirty="0">
                <a:latin typeface="Arial MT"/>
                <a:cs typeface="Arial MT"/>
              </a:rPr>
              <a:t>same</a:t>
            </a:r>
            <a:r>
              <a:rPr sz="1020" b="1" spc="-7" dirty="0">
                <a:latin typeface="Arial MT"/>
                <a:cs typeface="Arial MT"/>
              </a:rPr>
              <a:t> </a:t>
            </a:r>
            <a:r>
              <a:rPr sz="1020" b="1" spc="-14" dirty="0">
                <a:latin typeface="Arial MT"/>
                <a:cs typeface="Arial MT"/>
              </a:rPr>
              <a:t>time.</a:t>
            </a:r>
            <a:endParaRPr sz="1020" b="1">
              <a:latin typeface="Arial MT"/>
              <a:cs typeface="Arial MT"/>
            </a:endParaRPr>
          </a:p>
          <a:p>
            <a:pPr>
              <a:spcBef>
                <a:spcPts val="160"/>
              </a:spcBef>
            </a:pPr>
            <a:endParaRPr sz="1020" b="1">
              <a:latin typeface="Arial MT"/>
              <a:cs typeface="Arial MT"/>
            </a:endParaRPr>
          </a:p>
          <a:p>
            <a:pPr marL="17145" marR="194945">
              <a:lnSpc>
                <a:spcPts val="830"/>
              </a:lnSpc>
            </a:pPr>
            <a:r>
              <a:rPr sz="1020" b="1" dirty="0">
                <a:latin typeface="Arial MT"/>
                <a:cs typeface="Arial MT"/>
              </a:rPr>
              <a:t>They</a:t>
            </a:r>
            <a:r>
              <a:rPr sz="1020" b="1" spc="-14" dirty="0">
                <a:latin typeface="Arial MT"/>
                <a:cs typeface="Arial MT"/>
              </a:rPr>
              <a:t> </a:t>
            </a:r>
            <a:r>
              <a:rPr sz="1020" b="1" dirty="0">
                <a:latin typeface="Arial MT"/>
                <a:cs typeface="Arial MT"/>
              </a:rPr>
              <a:t>are</a:t>
            </a:r>
            <a:r>
              <a:rPr sz="1020" b="1" spc="-17" dirty="0">
                <a:latin typeface="Arial MT"/>
                <a:cs typeface="Arial MT"/>
              </a:rPr>
              <a:t> </a:t>
            </a:r>
            <a:r>
              <a:rPr sz="1020" b="1" dirty="0">
                <a:latin typeface="Arial MT"/>
                <a:cs typeface="Arial MT"/>
              </a:rPr>
              <a:t>in</a:t>
            </a:r>
            <a:r>
              <a:rPr sz="1020" b="1" spc="-7" dirty="0">
                <a:latin typeface="Arial MT"/>
                <a:cs typeface="Arial MT"/>
              </a:rPr>
              <a:t> </a:t>
            </a:r>
            <a:r>
              <a:rPr sz="1020" b="1" dirty="0">
                <a:latin typeface="Arial MT"/>
                <a:cs typeface="Arial MT"/>
              </a:rPr>
              <a:t>need</a:t>
            </a:r>
            <a:r>
              <a:rPr sz="1020" b="1" spc="-14" dirty="0">
                <a:latin typeface="Arial MT"/>
                <a:cs typeface="Arial MT"/>
              </a:rPr>
              <a:t> </a:t>
            </a:r>
            <a:r>
              <a:rPr sz="1020" b="1" dirty="0">
                <a:latin typeface="Arial MT"/>
                <a:cs typeface="Arial MT"/>
              </a:rPr>
              <a:t>of</a:t>
            </a:r>
            <a:r>
              <a:rPr sz="1020" b="1" spc="-14" dirty="0">
                <a:latin typeface="Arial MT"/>
                <a:cs typeface="Arial MT"/>
              </a:rPr>
              <a:t> </a:t>
            </a:r>
            <a:r>
              <a:rPr sz="1020" b="1" dirty="0">
                <a:latin typeface="Arial MT"/>
                <a:cs typeface="Arial MT"/>
              </a:rPr>
              <a:t>a</a:t>
            </a:r>
            <a:r>
              <a:rPr sz="1020" b="1" spc="-14" dirty="0">
                <a:latin typeface="Arial MT"/>
                <a:cs typeface="Arial MT"/>
              </a:rPr>
              <a:t> </a:t>
            </a:r>
            <a:r>
              <a:rPr sz="1020" b="1" dirty="0">
                <a:latin typeface="Arial MT"/>
                <a:cs typeface="Arial MT"/>
              </a:rPr>
              <a:t>partner,</a:t>
            </a:r>
            <a:r>
              <a:rPr sz="1020" b="1" spc="-14" dirty="0">
                <a:latin typeface="Arial MT"/>
                <a:cs typeface="Arial MT"/>
              </a:rPr>
              <a:t> </a:t>
            </a:r>
            <a:r>
              <a:rPr sz="1020" b="1" dirty="0">
                <a:latin typeface="Arial MT"/>
                <a:cs typeface="Arial MT"/>
              </a:rPr>
              <a:t>a</a:t>
            </a:r>
            <a:r>
              <a:rPr sz="1020" b="1" spc="-3" dirty="0">
                <a:latin typeface="Arial MT"/>
                <a:cs typeface="Arial MT"/>
              </a:rPr>
              <a:t> </a:t>
            </a:r>
            <a:r>
              <a:rPr sz="1020" b="1" dirty="0">
                <a:latin typeface="Arial MT"/>
                <a:cs typeface="Arial MT"/>
              </a:rPr>
              <a:t>specialist</a:t>
            </a:r>
            <a:r>
              <a:rPr sz="1020" b="1" spc="-7" dirty="0">
                <a:latin typeface="Arial MT"/>
                <a:cs typeface="Arial MT"/>
              </a:rPr>
              <a:t> </a:t>
            </a:r>
            <a:r>
              <a:rPr sz="1020" b="1" dirty="0">
                <a:latin typeface="Arial MT"/>
                <a:cs typeface="Arial MT"/>
              </a:rPr>
              <a:t>who</a:t>
            </a:r>
            <a:r>
              <a:rPr sz="1020" b="1" spc="-7" dirty="0">
                <a:latin typeface="Arial MT"/>
                <a:cs typeface="Arial MT"/>
              </a:rPr>
              <a:t> </a:t>
            </a:r>
            <a:r>
              <a:rPr sz="1020" b="1" dirty="0">
                <a:latin typeface="Arial MT"/>
                <a:cs typeface="Arial MT"/>
              </a:rPr>
              <a:t>can</a:t>
            </a:r>
            <a:r>
              <a:rPr sz="1020" b="1" spc="-14" dirty="0">
                <a:latin typeface="Arial MT"/>
                <a:cs typeface="Arial MT"/>
              </a:rPr>
              <a:t> </a:t>
            </a:r>
            <a:r>
              <a:rPr sz="1020" b="1" dirty="0">
                <a:latin typeface="Arial MT"/>
                <a:cs typeface="Arial MT"/>
              </a:rPr>
              <a:t>design,</a:t>
            </a:r>
            <a:r>
              <a:rPr sz="1020" b="1" spc="-14" dirty="0">
                <a:latin typeface="Arial MT"/>
                <a:cs typeface="Arial MT"/>
              </a:rPr>
              <a:t> </a:t>
            </a:r>
            <a:r>
              <a:rPr sz="1020" b="1" dirty="0">
                <a:latin typeface="Arial MT"/>
                <a:cs typeface="Arial MT"/>
              </a:rPr>
              <a:t>deploy,</a:t>
            </a:r>
            <a:r>
              <a:rPr sz="1020" b="1" spc="-14" dirty="0">
                <a:latin typeface="Arial MT"/>
                <a:cs typeface="Arial MT"/>
              </a:rPr>
              <a:t> </a:t>
            </a:r>
            <a:r>
              <a:rPr sz="1020" b="1" dirty="0">
                <a:latin typeface="Arial MT"/>
                <a:cs typeface="Arial MT"/>
              </a:rPr>
              <a:t>monitor,</a:t>
            </a:r>
            <a:r>
              <a:rPr sz="1020" b="1" spc="-3" dirty="0">
                <a:latin typeface="Arial MT"/>
                <a:cs typeface="Arial MT"/>
              </a:rPr>
              <a:t> </a:t>
            </a:r>
            <a:r>
              <a:rPr sz="1020" b="1" spc="-7" dirty="0">
                <a:latin typeface="Arial MT"/>
                <a:cs typeface="Arial MT"/>
              </a:rPr>
              <a:t>benchmark </a:t>
            </a:r>
            <a:r>
              <a:rPr sz="1020" b="1" dirty="0">
                <a:latin typeface="Arial MT"/>
                <a:cs typeface="Arial MT"/>
              </a:rPr>
              <a:t>and</a:t>
            </a:r>
            <a:r>
              <a:rPr sz="1020" b="1" spc="-17" dirty="0">
                <a:latin typeface="Arial MT"/>
                <a:cs typeface="Arial MT"/>
              </a:rPr>
              <a:t> </a:t>
            </a:r>
            <a:r>
              <a:rPr sz="1020" b="1" dirty="0">
                <a:latin typeface="Arial MT"/>
                <a:cs typeface="Arial MT"/>
              </a:rPr>
              <a:t>optimize</a:t>
            </a:r>
            <a:r>
              <a:rPr sz="1020" b="1" spc="-10" dirty="0">
                <a:latin typeface="Arial MT"/>
                <a:cs typeface="Arial MT"/>
              </a:rPr>
              <a:t> </a:t>
            </a:r>
            <a:r>
              <a:rPr sz="1020" b="1" dirty="0">
                <a:latin typeface="Arial MT"/>
                <a:cs typeface="Arial MT"/>
              </a:rPr>
              <a:t>their</a:t>
            </a:r>
            <a:r>
              <a:rPr sz="1020" b="1" spc="-14" dirty="0">
                <a:latin typeface="Arial MT"/>
                <a:cs typeface="Arial MT"/>
              </a:rPr>
              <a:t> </a:t>
            </a:r>
            <a:r>
              <a:rPr sz="1020" b="1" dirty="0">
                <a:latin typeface="Arial MT"/>
                <a:cs typeface="Arial MT"/>
              </a:rPr>
              <a:t>networks</a:t>
            </a:r>
            <a:r>
              <a:rPr sz="1020" b="1" spc="-10" dirty="0">
                <a:latin typeface="Arial MT"/>
                <a:cs typeface="Arial MT"/>
              </a:rPr>
              <a:t> </a:t>
            </a:r>
            <a:r>
              <a:rPr sz="1020" b="1" dirty="0">
                <a:latin typeface="Arial MT"/>
                <a:cs typeface="Arial MT"/>
              </a:rPr>
              <a:t>so</a:t>
            </a:r>
            <a:r>
              <a:rPr sz="1020" b="1" spc="-7" dirty="0">
                <a:latin typeface="Arial MT"/>
                <a:cs typeface="Arial MT"/>
              </a:rPr>
              <a:t> </a:t>
            </a:r>
            <a:r>
              <a:rPr sz="1020" b="1" dirty="0">
                <a:latin typeface="Arial MT"/>
                <a:cs typeface="Arial MT"/>
              </a:rPr>
              <a:t>that</a:t>
            </a:r>
            <a:r>
              <a:rPr sz="1020" b="1" spc="-10" dirty="0">
                <a:latin typeface="Arial MT"/>
                <a:cs typeface="Arial MT"/>
              </a:rPr>
              <a:t> </a:t>
            </a:r>
            <a:r>
              <a:rPr sz="1020" b="1" dirty="0">
                <a:latin typeface="Arial MT"/>
                <a:cs typeface="Arial MT"/>
              </a:rPr>
              <a:t>they</a:t>
            </a:r>
            <a:r>
              <a:rPr sz="1020" b="1" spc="-10" dirty="0">
                <a:latin typeface="Arial MT"/>
                <a:cs typeface="Arial MT"/>
              </a:rPr>
              <a:t> </a:t>
            </a:r>
            <a:r>
              <a:rPr sz="1020" b="1" dirty="0">
                <a:latin typeface="Arial MT"/>
                <a:cs typeface="Arial MT"/>
              </a:rPr>
              <a:t>can</a:t>
            </a:r>
            <a:r>
              <a:rPr sz="1020" b="1" spc="-14" dirty="0">
                <a:latin typeface="Arial MT"/>
                <a:cs typeface="Arial MT"/>
              </a:rPr>
              <a:t> </a:t>
            </a:r>
            <a:r>
              <a:rPr sz="1020" b="1" dirty="0">
                <a:latin typeface="Arial MT"/>
                <a:cs typeface="Arial MT"/>
              </a:rPr>
              <a:t>focus</a:t>
            </a:r>
            <a:r>
              <a:rPr sz="1020" b="1" spc="-17" dirty="0">
                <a:latin typeface="Arial MT"/>
                <a:cs typeface="Arial MT"/>
              </a:rPr>
              <a:t> </a:t>
            </a:r>
            <a:r>
              <a:rPr sz="1020" b="1" dirty="0">
                <a:latin typeface="Arial MT"/>
                <a:cs typeface="Arial MT"/>
              </a:rPr>
              <a:t>on</a:t>
            </a:r>
            <a:r>
              <a:rPr sz="1020" b="1" spc="-7" dirty="0">
                <a:latin typeface="Arial MT"/>
                <a:cs typeface="Arial MT"/>
              </a:rPr>
              <a:t> </a:t>
            </a:r>
            <a:r>
              <a:rPr sz="1020" b="1" dirty="0">
                <a:latin typeface="Arial MT"/>
                <a:cs typeface="Arial MT"/>
              </a:rPr>
              <a:t>their</a:t>
            </a:r>
            <a:r>
              <a:rPr sz="1020" b="1" spc="-17" dirty="0">
                <a:latin typeface="Arial MT"/>
                <a:cs typeface="Arial MT"/>
              </a:rPr>
              <a:t> </a:t>
            </a:r>
            <a:r>
              <a:rPr sz="1020" b="1" dirty="0">
                <a:latin typeface="Arial MT"/>
                <a:cs typeface="Arial MT"/>
              </a:rPr>
              <a:t>core</a:t>
            </a:r>
            <a:r>
              <a:rPr sz="1020" b="1" spc="-17" dirty="0">
                <a:latin typeface="Arial MT"/>
                <a:cs typeface="Arial MT"/>
              </a:rPr>
              <a:t> </a:t>
            </a:r>
            <a:r>
              <a:rPr sz="1020" b="1" spc="-7" dirty="0">
                <a:latin typeface="Arial MT"/>
                <a:cs typeface="Arial MT"/>
              </a:rPr>
              <a:t>activities.</a:t>
            </a:r>
            <a:endParaRPr sz="1020" b="1">
              <a:latin typeface="Arial MT"/>
              <a:cs typeface="Arial MT"/>
            </a:endParaRPr>
          </a:p>
          <a:p>
            <a:pPr>
              <a:spcBef>
                <a:spcPts val="145"/>
              </a:spcBef>
            </a:pPr>
            <a:endParaRPr sz="1020" b="1">
              <a:latin typeface="Arial MT"/>
              <a:cs typeface="Arial MT"/>
            </a:endParaRPr>
          </a:p>
          <a:p>
            <a:pPr marL="17145" marR="539115">
              <a:lnSpc>
                <a:spcPct val="87000"/>
              </a:lnSpc>
            </a:pPr>
            <a:r>
              <a:rPr sz="1020" b="1" dirty="0">
                <a:latin typeface="Arial MT"/>
                <a:cs typeface="Arial MT"/>
              </a:rPr>
              <a:t>The</a:t>
            </a:r>
            <a:r>
              <a:rPr sz="1020" b="1" spc="-14" dirty="0">
                <a:latin typeface="Arial MT"/>
                <a:cs typeface="Arial MT"/>
              </a:rPr>
              <a:t> </a:t>
            </a:r>
            <a:r>
              <a:rPr sz="1020" b="1" dirty="0">
                <a:latin typeface="Arial MT"/>
                <a:cs typeface="Arial MT"/>
              </a:rPr>
              <a:t>Network</a:t>
            </a:r>
            <a:r>
              <a:rPr sz="1020" b="1" spc="-20" dirty="0">
                <a:latin typeface="Arial MT"/>
                <a:cs typeface="Arial MT"/>
              </a:rPr>
              <a:t> </a:t>
            </a:r>
            <a:r>
              <a:rPr sz="1020" b="1" dirty="0">
                <a:latin typeface="Arial MT"/>
                <a:cs typeface="Arial MT"/>
              </a:rPr>
              <a:t>Engineering</a:t>
            </a:r>
            <a:r>
              <a:rPr sz="1020" b="1" spc="-10" dirty="0">
                <a:latin typeface="Arial MT"/>
                <a:cs typeface="Arial MT"/>
              </a:rPr>
              <a:t> </a:t>
            </a:r>
            <a:r>
              <a:rPr sz="1020" b="1" dirty="0">
                <a:latin typeface="Arial MT"/>
                <a:cs typeface="Arial MT"/>
              </a:rPr>
              <a:t>(NE)</a:t>
            </a:r>
            <a:r>
              <a:rPr sz="1020" b="1" spc="-10" dirty="0">
                <a:latin typeface="Arial MT"/>
                <a:cs typeface="Arial MT"/>
              </a:rPr>
              <a:t> </a:t>
            </a:r>
            <a:r>
              <a:rPr sz="1020" b="1" dirty="0">
                <a:latin typeface="Arial MT"/>
                <a:cs typeface="Arial MT"/>
              </a:rPr>
              <a:t>team</a:t>
            </a:r>
            <a:r>
              <a:rPr sz="1020" b="1" spc="-17" dirty="0">
                <a:latin typeface="Arial MT"/>
                <a:cs typeface="Arial MT"/>
              </a:rPr>
              <a:t> </a:t>
            </a:r>
            <a:r>
              <a:rPr sz="1020" b="1" dirty="0">
                <a:latin typeface="Arial MT"/>
                <a:cs typeface="Arial MT"/>
              </a:rPr>
              <a:t>of</a:t>
            </a:r>
            <a:r>
              <a:rPr sz="1020" b="1" spc="7" dirty="0">
                <a:latin typeface="Arial MT"/>
                <a:cs typeface="Arial MT"/>
              </a:rPr>
              <a:t> </a:t>
            </a:r>
            <a:r>
              <a:rPr sz="1020" b="1" dirty="0">
                <a:latin typeface="Arial MT"/>
                <a:cs typeface="Arial MT"/>
              </a:rPr>
              <a:t>R.D.</a:t>
            </a:r>
            <a:r>
              <a:rPr sz="1020" b="1" spc="-20" dirty="0">
                <a:latin typeface="Arial MT"/>
                <a:cs typeface="Arial MT"/>
              </a:rPr>
              <a:t> </a:t>
            </a:r>
            <a:r>
              <a:rPr sz="1020" b="1" dirty="0">
                <a:latin typeface="Arial MT"/>
                <a:cs typeface="Arial MT"/>
              </a:rPr>
              <a:t>TECH</a:t>
            </a:r>
            <a:r>
              <a:rPr sz="1020" b="1" spc="-17" dirty="0">
                <a:latin typeface="Arial MT"/>
                <a:cs typeface="Arial MT"/>
              </a:rPr>
              <a:t> </a:t>
            </a:r>
            <a:r>
              <a:rPr sz="1020" b="1" dirty="0">
                <a:latin typeface="Arial MT"/>
                <a:cs typeface="Arial MT"/>
              </a:rPr>
              <a:t>INFRA</a:t>
            </a:r>
            <a:r>
              <a:rPr sz="1020" b="1" spc="-7" dirty="0">
                <a:latin typeface="Arial MT"/>
                <a:cs typeface="Arial MT"/>
              </a:rPr>
              <a:t> </a:t>
            </a:r>
            <a:r>
              <a:rPr sz="1020" b="1" dirty="0">
                <a:latin typeface="Arial MT"/>
                <a:cs typeface="Arial MT"/>
              </a:rPr>
              <a:t>has</a:t>
            </a:r>
            <a:r>
              <a:rPr sz="1020" b="1" spc="-17" dirty="0">
                <a:latin typeface="Arial MT"/>
                <a:cs typeface="Arial MT"/>
              </a:rPr>
              <a:t> </a:t>
            </a:r>
            <a:r>
              <a:rPr sz="1020" b="1" dirty="0">
                <a:latin typeface="Arial MT"/>
                <a:cs typeface="Arial MT"/>
              </a:rPr>
              <a:t>a</a:t>
            </a:r>
            <a:r>
              <a:rPr sz="1020" b="1" spc="-10" dirty="0">
                <a:latin typeface="Arial MT"/>
                <a:cs typeface="Arial MT"/>
              </a:rPr>
              <a:t> </a:t>
            </a:r>
            <a:r>
              <a:rPr sz="1020" b="1" dirty="0">
                <a:latin typeface="Arial MT"/>
                <a:cs typeface="Arial MT"/>
              </a:rPr>
              <a:t>strong</a:t>
            </a:r>
            <a:r>
              <a:rPr sz="1020" b="1" spc="-14" dirty="0">
                <a:latin typeface="Arial MT"/>
                <a:cs typeface="Arial MT"/>
              </a:rPr>
              <a:t> </a:t>
            </a:r>
            <a:r>
              <a:rPr sz="1020" b="1" dirty="0">
                <a:latin typeface="Arial MT"/>
                <a:cs typeface="Arial MT"/>
              </a:rPr>
              <a:t>team</a:t>
            </a:r>
            <a:r>
              <a:rPr sz="1020" b="1" spc="-7" dirty="0">
                <a:latin typeface="Arial MT"/>
                <a:cs typeface="Arial MT"/>
              </a:rPr>
              <a:t> </a:t>
            </a:r>
            <a:r>
              <a:rPr sz="1020" b="1" spc="-17" dirty="0">
                <a:latin typeface="Arial MT"/>
                <a:cs typeface="Arial MT"/>
              </a:rPr>
              <a:t>of </a:t>
            </a:r>
            <a:r>
              <a:rPr sz="1020" b="1" dirty="0">
                <a:latin typeface="Arial MT"/>
                <a:cs typeface="Arial MT"/>
              </a:rPr>
              <a:t>Engineers</a:t>
            </a:r>
            <a:r>
              <a:rPr sz="1020" b="1" spc="-14" dirty="0">
                <a:latin typeface="Arial MT"/>
                <a:cs typeface="Arial MT"/>
              </a:rPr>
              <a:t> </a:t>
            </a:r>
            <a:r>
              <a:rPr sz="1020" b="1" dirty="0">
                <a:latin typeface="Arial MT"/>
                <a:cs typeface="Arial MT"/>
              </a:rPr>
              <a:t>who</a:t>
            </a:r>
            <a:r>
              <a:rPr sz="1020" b="1" spc="-17" dirty="0">
                <a:latin typeface="Arial MT"/>
                <a:cs typeface="Arial MT"/>
              </a:rPr>
              <a:t> </a:t>
            </a:r>
            <a:r>
              <a:rPr sz="1020" b="1" dirty="0">
                <a:latin typeface="Arial MT"/>
                <a:cs typeface="Arial MT"/>
              </a:rPr>
              <a:t>can</a:t>
            </a:r>
            <a:r>
              <a:rPr sz="1020" b="1" spc="-17" dirty="0">
                <a:latin typeface="Arial MT"/>
                <a:cs typeface="Arial MT"/>
              </a:rPr>
              <a:t> </a:t>
            </a:r>
            <a:r>
              <a:rPr sz="1020" b="1" dirty="0">
                <a:latin typeface="Arial MT"/>
                <a:cs typeface="Arial MT"/>
              </a:rPr>
              <a:t>provide</a:t>
            </a:r>
            <a:r>
              <a:rPr sz="1020" b="1" spc="-7" dirty="0">
                <a:latin typeface="Arial MT"/>
                <a:cs typeface="Arial MT"/>
              </a:rPr>
              <a:t> </a:t>
            </a:r>
            <a:r>
              <a:rPr sz="1020" b="1" dirty="0">
                <a:latin typeface="Arial MT"/>
                <a:cs typeface="Arial MT"/>
              </a:rPr>
              <a:t>Infra</a:t>
            </a:r>
            <a:r>
              <a:rPr sz="1020" b="1" spc="-10" dirty="0">
                <a:latin typeface="Arial MT"/>
                <a:cs typeface="Arial MT"/>
              </a:rPr>
              <a:t> </a:t>
            </a:r>
            <a:r>
              <a:rPr sz="1020" b="1" dirty="0">
                <a:latin typeface="Arial MT"/>
                <a:cs typeface="Arial MT"/>
              </a:rPr>
              <a:t>Works</a:t>
            </a:r>
            <a:r>
              <a:rPr sz="1020" b="1" spc="-10" dirty="0">
                <a:latin typeface="Arial MT"/>
                <a:cs typeface="Arial MT"/>
              </a:rPr>
              <a:t> </a:t>
            </a:r>
            <a:r>
              <a:rPr sz="1020" b="1" dirty="0">
                <a:latin typeface="Arial MT"/>
                <a:cs typeface="Arial MT"/>
              </a:rPr>
              <a:t>and</a:t>
            </a:r>
            <a:r>
              <a:rPr sz="1020" b="1" spc="-10" dirty="0">
                <a:latin typeface="Arial MT"/>
                <a:cs typeface="Arial MT"/>
              </a:rPr>
              <a:t> </a:t>
            </a:r>
            <a:r>
              <a:rPr sz="1020" b="1" dirty="0">
                <a:latin typeface="Arial MT"/>
                <a:cs typeface="Arial MT"/>
              </a:rPr>
              <a:t>BTS</a:t>
            </a:r>
            <a:r>
              <a:rPr sz="1020" b="1" spc="-10" dirty="0">
                <a:latin typeface="Arial MT"/>
                <a:cs typeface="Arial MT"/>
              </a:rPr>
              <a:t> </a:t>
            </a:r>
            <a:r>
              <a:rPr sz="1020" b="1" dirty="0">
                <a:latin typeface="Arial MT"/>
                <a:cs typeface="Arial MT"/>
              </a:rPr>
              <a:t>Installation</a:t>
            </a:r>
            <a:r>
              <a:rPr sz="1020" b="1" spc="-20" dirty="0">
                <a:latin typeface="Arial MT"/>
                <a:cs typeface="Arial MT"/>
              </a:rPr>
              <a:t> </a:t>
            </a:r>
            <a:r>
              <a:rPr sz="1020" b="1" dirty="0">
                <a:latin typeface="Arial MT"/>
                <a:cs typeface="Arial MT"/>
              </a:rPr>
              <a:t>&amp;</a:t>
            </a:r>
            <a:r>
              <a:rPr sz="1020" b="1" spc="-7" dirty="0">
                <a:latin typeface="Arial MT"/>
                <a:cs typeface="Arial MT"/>
              </a:rPr>
              <a:t> Commissioning </a:t>
            </a:r>
            <a:r>
              <a:rPr sz="1020" b="1" dirty="0">
                <a:latin typeface="Arial MT"/>
                <a:cs typeface="Arial MT"/>
              </a:rPr>
              <a:t>related</a:t>
            </a:r>
            <a:r>
              <a:rPr sz="1020" b="1" spc="-10" dirty="0">
                <a:latin typeface="Arial MT"/>
                <a:cs typeface="Arial MT"/>
              </a:rPr>
              <a:t> </a:t>
            </a:r>
            <a:r>
              <a:rPr sz="1020" b="1" spc="-7" dirty="0">
                <a:latin typeface="Arial MT"/>
                <a:cs typeface="Arial MT"/>
              </a:rPr>
              <a:t>services.</a:t>
            </a:r>
            <a:endParaRPr sz="1020" b="1">
              <a:latin typeface="Arial MT"/>
              <a:cs typeface="Arial MT"/>
            </a:endParaRPr>
          </a:p>
          <a:p>
            <a:pPr>
              <a:spcBef>
                <a:spcPts val="180"/>
              </a:spcBef>
            </a:pPr>
            <a:endParaRPr sz="1020" b="1">
              <a:latin typeface="Arial MT"/>
              <a:cs typeface="Arial MT"/>
            </a:endParaRPr>
          </a:p>
          <a:p>
            <a:pPr marL="17145" marR="3175" algn="just">
              <a:lnSpc>
                <a:spcPct val="92000"/>
              </a:lnSpc>
            </a:pPr>
            <a:r>
              <a:rPr sz="1020" b="1" dirty="0">
                <a:latin typeface="Arial MT"/>
                <a:cs typeface="Arial MT"/>
              </a:rPr>
              <a:t>R.D.</a:t>
            </a:r>
            <a:r>
              <a:rPr sz="1020" b="1" spc="31" dirty="0">
                <a:latin typeface="Arial MT"/>
                <a:cs typeface="Arial MT"/>
              </a:rPr>
              <a:t> </a:t>
            </a:r>
            <a:r>
              <a:rPr sz="1020" b="1" dirty="0">
                <a:latin typeface="Arial MT"/>
                <a:cs typeface="Arial MT"/>
              </a:rPr>
              <a:t>TECH</a:t>
            </a:r>
            <a:r>
              <a:rPr sz="1020" b="1" spc="31" dirty="0">
                <a:latin typeface="Arial MT"/>
                <a:cs typeface="Arial MT"/>
              </a:rPr>
              <a:t> </a:t>
            </a:r>
            <a:r>
              <a:rPr sz="1020" b="1" dirty="0">
                <a:latin typeface="Arial MT"/>
                <a:cs typeface="Arial MT"/>
              </a:rPr>
              <a:t>INFRA</a:t>
            </a:r>
            <a:r>
              <a:rPr sz="1020" b="1" spc="37" dirty="0">
                <a:latin typeface="Arial MT"/>
                <a:cs typeface="Arial MT"/>
              </a:rPr>
              <a:t> </a:t>
            </a:r>
            <a:r>
              <a:rPr sz="1020" b="1" dirty="0">
                <a:latin typeface="Arial MT"/>
                <a:cs typeface="Arial MT"/>
              </a:rPr>
              <a:t>-NE</a:t>
            </a:r>
            <a:r>
              <a:rPr sz="1020" b="1" spc="34" dirty="0">
                <a:latin typeface="Arial MT"/>
                <a:cs typeface="Arial MT"/>
              </a:rPr>
              <a:t> </a:t>
            </a:r>
            <a:r>
              <a:rPr sz="1020" b="1" dirty="0">
                <a:latin typeface="Arial MT"/>
                <a:cs typeface="Arial MT"/>
              </a:rPr>
              <a:t>serves</a:t>
            </a:r>
            <a:r>
              <a:rPr sz="1020" b="1" spc="34" dirty="0">
                <a:latin typeface="Arial MT"/>
                <a:cs typeface="Arial MT"/>
              </a:rPr>
              <a:t> </a:t>
            </a:r>
            <a:r>
              <a:rPr sz="1020" b="1" dirty="0">
                <a:latin typeface="Arial MT"/>
                <a:cs typeface="Arial MT"/>
              </a:rPr>
              <a:t>as</a:t>
            </a:r>
            <a:r>
              <a:rPr sz="1020" b="1" spc="31" dirty="0">
                <a:latin typeface="Arial MT"/>
                <a:cs typeface="Arial MT"/>
              </a:rPr>
              <a:t> </a:t>
            </a:r>
            <a:r>
              <a:rPr sz="1020" b="1" dirty="0">
                <a:latin typeface="Arial MT"/>
                <a:cs typeface="Arial MT"/>
              </a:rPr>
              <a:t>a</a:t>
            </a:r>
            <a:r>
              <a:rPr sz="1020" b="1" spc="34" dirty="0">
                <a:latin typeface="Arial MT"/>
                <a:cs typeface="Arial MT"/>
              </a:rPr>
              <a:t> </a:t>
            </a:r>
            <a:r>
              <a:rPr sz="1020" b="1" dirty="0">
                <a:latin typeface="Arial MT"/>
                <a:cs typeface="Arial MT"/>
              </a:rPr>
              <a:t>vital</a:t>
            </a:r>
            <a:r>
              <a:rPr sz="1020" b="1" spc="27" dirty="0">
                <a:latin typeface="Arial MT"/>
                <a:cs typeface="Arial MT"/>
              </a:rPr>
              <a:t> </a:t>
            </a:r>
            <a:r>
              <a:rPr sz="1020" b="1" dirty="0">
                <a:latin typeface="Arial MT"/>
                <a:cs typeface="Arial MT"/>
              </a:rPr>
              <a:t>link</a:t>
            </a:r>
            <a:r>
              <a:rPr sz="1020" b="1" spc="34" dirty="0">
                <a:latin typeface="Arial MT"/>
                <a:cs typeface="Arial MT"/>
              </a:rPr>
              <a:t> </a:t>
            </a:r>
            <a:r>
              <a:rPr sz="1020" b="1" dirty="0">
                <a:latin typeface="Arial MT"/>
                <a:cs typeface="Arial MT"/>
              </a:rPr>
              <a:t>between</a:t>
            </a:r>
            <a:r>
              <a:rPr sz="1020" b="1" spc="34" dirty="0">
                <a:latin typeface="Arial MT"/>
                <a:cs typeface="Arial MT"/>
              </a:rPr>
              <a:t> </a:t>
            </a:r>
            <a:r>
              <a:rPr sz="1020" b="1" dirty="0">
                <a:latin typeface="Arial MT"/>
                <a:cs typeface="Arial MT"/>
              </a:rPr>
              <a:t>OEMs</a:t>
            </a:r>
            <a:r>
              <a:rPr sz="1020" b="1" spc="31" dirty="0">
                <a:latin typeface="Arial MT"/>
                <a:cs typeface="Arial MT"/>
              </a:rPr>
              <a:t> </a:t>
            </a:r>
            <a:r>
              <a:rPr sz="1020" b="1" dirty="0">
                <a:latin typeface="Arial MT"/>
                <a:cs typeface="Arial MT"/>
              </a:rPr>
              <a:t>and</a:t>
            </a:r>
            <a:r>
              <a:rPr sz="1020" b="1" spc="34" dirty="0">
                <a:latin typeface="Arial MT"/>
                <a:cs typeface="Arial MT"/>
              </a:rPr>
              <a:t> </a:t>
            </a:r>
            <a:r>
              <a:rPr sz="1020" b="1" dirty="0">
                <a:latin typeface="Arial MT"/>
                <a:cs typeface="Arial MT"/>
              </a:rPr>
              <a:t>Operators</a:t>
            </a:r>
            <a:r>
              <a:rPr sz="1020" b="1" spc="31" dirty="0">
                <a:latin typeface="Arial MT"/>
                <a:cs typeface="Arial MT"/>
              </a:rPr>
              <a:t> </a:t>
            </a:r>
            <a:r>
              <a:rPr sz="1020" b="1" dirty="0">
                <a:latin typeface="Arial MT"/>
                <a:cs typeface="Arial MT"/>
              </a:rPr>
              <a:t>leveraging</a:t>
            </a:r>
            <a:r>
              <a:rPr sz="1020" b="1" spc="31" dirty="0">
                <a:latin typeface="Arial MT"/>
                <a:cs typeface="Arial MT"/>
              </a:rPr>
              <a:t> </a:t>
            </a:r>
            <a:r>
              <a:rPr sz="1020" b="1" spc="-17" dirty="0">
                <a:latin typeface="Arial MT"/>
                <a:cs typeface="Arial MT"/>
              </a:rPr>
              <a:t>on </a:t>
            </a:r>
            <a:r>
              <a:rPr sz="1020" b="1" dirty="0">
                <a:latin typeface="Arial MT"/>
                <a:cs typeface="Arial MT"/>
              </a:rPr>
              <a:t>the</a:t>
            </a:r>
            <a:r>
              <a:rPr sz="1020" b="1" spc="20" dirty="0">
                <a:latin typeface="Arial MT"/>
                <a:cs typeface="Arial MT"/>
              </a:rPr>
              <a:t> </a:t>
            </a:r>
            <a:r>
              <a:rPr sz="1020" b="1" dirty="0">
                <a:latin typeface="Arial MT"/>
                <a:cs typeface="Arial MT"/>
              </a:rPr>
              <a:t>expertise</a:t>
            </a:r>
            <a:r>
              <a:rPr sz="1020" b="1" spc="17" dirty="0">
                <a:latin typeface="Arial MT"/>
                <a:cs typeface="Arial MT"/>
              </a:rPr>
              <a:t> </a:t>
            </a:r>
            <a:r>
              <a:rPr sz="1020" b="1" dirty="0">
                <a:latin typeface="Arial MT"/>
                <a:cs typeface="Arial MT"/>
              </a:rPr>
              <a:t>available</a:t>
            </a:r>
            <a:r>
              <a:rPr sz="1020" b="1" spc="14" dirty="0">
                <a:latin typeface="Arial MT"/>
                <a:cs typeface="Arial MT"/>
              </a:rPr>
              <a:t> </a:t>
            </a:r>
            <a:r>
              <a:rPr sz="1020" b="1" dirty="0">
                <a:latin typeface="Arial MT"/>
                <a:cs typeface="Arial MT"/>
              </a:rPr>
              <a:t>with</a:t>
            </a:r>
            <a:r>
              <a:rPr sz="1020" b="1" spc="27" dirty="0">
                <a:latin typeface="Arial MT"/>
                <a:cs typeface="Arial MT"/>
              </a:rPr>
              <a:t> </a:t>
            </a:r>
            <a:r>
              <a:rPr sz="1020" b="1" dirty="0">
                <a:latin typeface="Arial MT"/>
                <a:cs typeface="Arial MT"/>
              </a:rPr>
              <a:t>it</a:t>
            </a:r>
            <a:r>
              <a:rPr sz="1020" b="1" spc="20" dirty="0">
                <a:latin typeface="Arial MT"/>
                <a:cs typeface="Arial MT"/>
              </a:rPr>
              <a:t> </a:t>
            </a:r>
            <a:r>
              <a:rPr sz="1020" b="1" dirty="0">
                <a:latin typeface="Arial MT"/>
                <a:cs typeface="Arial MT"/>
              </a:rPr>
              <a:t>to</a:t>
            </a:r>
            <a:r>
              <a:rPr sz="1020" b="1" spc="27" dirty="0">
                <a:latin typeface="Arial MT"/>
                <a:cs typeface="Arial MT"/>
              </a:rPr>
              <a:t> </a:t>
            </a:r>
            <a:r>
              <a:rPr sz="1020" b="1" dirty="0">
                <a:latin typeface="Arial MT"/>
                <a:cs typeface="Arial MT"/>
              </a:rPr>
              <a:t>plan,</a:t>
            </a:r>
            <a:r>
              <a:rPr sz="1020" b="1" spc="24" dirty="0">
                <a:latin typeface="Arial MT"/>
                <a:cs typeface="Arial MT"/>
              </a:rPr>
              <a:t> </a:t>
            </a:r>
            <a:r>
              <a:rPr sz="1020" b="1" dirty="0">
                <a:latin typeface="Arial MT"/>
                <a:cs typeface="Arial MT"/>
              </a:rPr>
              <a:t>design</a:t>
            </a:r>
            <a:r>
              <a:rPr sz="1020" b="1" spc="17" dirty="0">
                <a:latin typeface="Arial MT"/>
                <a:cs typeface="Arial MT"/>
              </a:rPr>
              <a:t> </a:t>
            </a:r>
            <a:r>
              <a:rPr sz="1020" b="1" dirty="0">
                <a:latin typeface="Arial MT"/>
                <a:cs typeface="Arial MT"/>
              </a:rPr>
              <a:t>and</a:t>
            </a:r>
            <a:r>
              <a:rPr sz="1020" b="1" spc="24" dirty="0">
                <a:latin typeface="Arial MT"/>
                <a:cs typeface="Arial MT"/>
              </a:rPr>
              <a:t> </a:t>
            </a:r>
            <a:r>
              <a:rPr sz="1020" b="1" dirty="0">
                <a:latin typeface="Arial MT"/>
                <a:cs typeface="Arial MT"/>
              </a:rPr>
              <a:t>implement</a:t>
            </a:r>
            <a:r>
              <a:rPr sz="1020" b="1" spc="24" dirty="0">
                <a:latin typeface="Arial MT"/>
                <a:cs typeface="Arial MT"/>
              </a:rPr>
              <a:t> </a:t>
            </a:r>
            <a:r>
              <a:rPr sz="1020" b="1" dirty="0">
                <a:latin typeface="Arial MT"/>
                <a:cs typeface="Arial MT"/>
              </a:rPr>
              <a:t>the</a:t>
            </a:r>
            <a:r>
              <a:rPr sz="1020" b="1" spc="24" dirty="0">
                <a:latin typeface="Arial MT"/>
                <a:cs typeface="Arial MT"/>
              </a:rPr>
              <a:t> </a:t>
            </a:r>
            <a:r>
              <a:rPr sz="1020" b="1" dirty="0">
                <a:latin typeface="Arial MT"/>
                <a:cs typeface="Arial MT"/>
              </a:rPr>
              <a:t>civil</a:t>
            </a:r>
            <a:r>
              <a:rPr sz="1020" b="1" spc="20" dirty="0">
                <a:latin typeface="Arial MT"/>
                <a:cs typeface="Arial MT"/>
              </a:rPr>
              <a:t> </a:t>
            </a:r>
            <a:r>
              <a:rPr sz="1020" b="1" dirty="0">
                <a:latin typeface="Arial MT"/>
                <a:cs typeface="Arial MT"/>
              </a:rPr>
              <a:t>infrastructure</a:t>
            </a:r>
            <a:r>
              <a:rPr sz="1020" b="1" spc="14" dirty="0">
                <a:latin typeface="Arial MT"/>
                <a:cs typeface="Arial MT"/>
              </a:rPr>
              <a:t> </a:t>
            </a:r>
            <a:r>
              <a:rPr sz="1020" b="1" dirty="0">
                <a:latin typeface="Arial MT"/>
                <a:cs typeface="Arial MT"/>
              </a:rPr>
              <a:t>and</a:t>
            </a:r>
            <a:r>
              <a:rPr sz="1020" b="1" spc="17" dirty="0">
                <a:latin typeface="Arial MT"/>
                <a:cs typeface="Arial MT"/>
              </a:rPr>
              <a:t> </a:t>
            </a:r>
            <a:r>
              <a:rPr sz="1020" b="1" spc="-17" dirty="0">
                <a:latin typeface="Arial MT"/>
                <a:cs typeface="Arial MT"/>
              </a:rPr>
              <a:t>the </a:t>
            </a:r>
            <a:r>
              <a:rPr sz="1020" b="1" dirty="0">
                <a:latin typeface="Arial MT"/>
                <a:cs typeface="Arial MT"/>
              </a:rPr>
              <a:t>Electrical</a:t>
            </a:r>
            <a:r>
              <a:rPr sz="1020" b="1" spc="259" dirty="0">
                <a:latin typeface="Arial MT"/>
                <a:cs typeface="Arial MT"/>
              </a:rPr>
              <a:t> </a:t>
            </a:r>
            <a:r>
              <a:rPr sz="1020" b="1" dirty="0">
                <a:latin typeface="Arial MT"/>
                <a:cs typeface="Arial MT"/>
              </a:rPr>
              <a:t>Indoor</a:t>
            </a:r>
            <a:r>
              <a:rPr sz="1020" b="1" spc="259" dirty="0">
                <a:latin typeface="Arial MT"/>
                <a:cs typeface="Arial MT"/>
              </a:rPr>
              <a:t> </a:t>
            </a:r>
            <a:r>
              <a:rPr sz="1020" b="1" dirty="0">
                <a:latin typeface="Arial MT"/>
                <a:cs typeface="Arial MT"/>
              </a:rPr>
              <a:t>&amp;</a:t>
            </a:r>
            <a:r>
              <a:rPr sz="1020" b="1" spc="262" dirty="0">
                <a:latin typeface="Arial MT"/>
                <a:cs typeface="Arial MT"/>
              </a:rPr>
              <a:t> </a:t>
            </a:r>
            <a:r>
              <a:rPr sz="1020" b="1" dirty="0">
                <a:latin typeface="Arial MT"/>
                <a:cs typeface="Arial MT"/>
              </a:rPr>
              <a:t>Outdoor</a:t>
            </a:r>
            <a:r>
              <a:rPr sz="1020" b="1" spc="262" dirty="0">
                <a:latin typeface="Arial MT"/>
                <a:cs typeface="Arial MT"/>
              </a:rPr>
              <a:t> </a:t>
            </a:r>
            <a:r>
              <a:rPr sz="1020" b="1" dirty="0">
                <a:latin typeface="Arial MT"/>
                <a:cs typeface="Arial MT"/>
              </a:rPr>
              <a:t>works</a:t>
            </a:r>
            <a:r>
              <a:rPr sz="1020" b="1" spc="259" dirty="0">
                <a:latin typeface="Arial MT"/>
                <a:cs typeface="Arial MT"/>
              </a:rPr>
              <a:t> </a:t>
            </a:r>
            <a:r>
              <a:rPr sz="1020" b="1" dirty="0">
                <a:latin typeface="Arial MT"/>
                <a:cs typeface="Arial MT"/>
              </a:rPr>
              <a:t>for</a:t>
            </a:r>
            <a:r>
              <a:rPr sz="1020" b="1" spc="259" dirty="0">
                <a:latin typeface="Arial MT"/>
                <a:cs typeface="Arial MT"/>
              </a:rPr>
              <a:t> </a:t>
            </a:r>
            <a:r>
              <a:rPr sz="1020" b="1" dirty="0">
                <a:latin typeface="Arial MT"/>
                <a:cs typeface="Arial MT"/>
              </a:rPr>
              <a:t>its</a:t>
            </a:r>
            <a:r>
              <a:rPr sz="1020" b="1" spc="259" dirty="0">
                <a:latin typeface="Arial MT"/>
                <a:cs typeface="Arial MT"/>
              </a:rPr>
              <a:t> </a:t>
            </a:r>
            <a:r>
              <a:rPr sz="1020" b="1" dirty="0">
                <a:latin typeface="Arial MT"/>
                <a:cs typeface="Arial MT"/>
              </a:rPr>
              <a:t>customers.</a:t>
            </a:r>
            <a:r>
              <a:rPr sz="1020" b="1" spc="283" dirty="0">
                <a:latin typeface="Arial MT"/>
                <a:cs typeface="Arial MT"/>
              </a:rPr>
              <a:t> </a:t>
            </a:r>
            <a:r>
              <a:rPr sz="1020" b="1" dirty="0">
                <a:latin typeface="Arial MT"/>
                <a:cs typeface="Arial MT"/>
              </a:rPr>
              <a:t>R.D.</a:t>
            </a:r>
            <a:r>
              <a:rPr sz="1020" b="1" spc="259" dirty="0">
                <a:latin typeface="Arial MT"/>
                <a:cs typeface="Arial MT"/>
              </a:rPr>
              <a:t> </a:t>
            </a:r>
            <a:r>
              <a:rPr sz="1020" b="1" dirty="0">
                <a:latin typeface="Arial MT"/>
                <a:cs typeface="Arial MT"/>
              </a:rPr>
              <a:t>TECH</a:t>
            </a:r>
            <a:r>
              <a:rPr sz="1020" b="1" spc="259" dirty="0">
                <a:latin typeface="Arial MT"/>
                <a:cs typeface="Arial MT"/>
              </a:rPr>
              <a:t> </a:t>
            </a:r>
            <a:r>
              <a:rPr sz="1020" b="1" dirty="0">
                <a:latin typeface="Arial MT"/>
                <a:cs typeface="Arial MT"/>
              </a:rPr>
              <a:t>INFRA</a:t>
            </a:r>
            <a:r>
              <a:rPr sz="1020" b="1" spc="266" dirty="0">
                <a:latin typeface="Arial MT"/>
                <a:cs typeface="Arial MT"/>
              </a:rPr>
              <a:t> </a:t>
            </a:r>
            <a:r>
              <a:rPr sz="1020" b="1" dirty="0">
                <a:latin typeface="Arial MT"/>
                <a:cs typeface="Arial MT"/>
              </a:rPr>
              <a:t>believes</a:t>
            </a:r>
            <a:r>
              <a:rPr sz="1020" b="1" spc="262" dirty="0">
                <a:latin typeface="Arial MT"/>
                <a:cs typeface="Arial MT"/>
              </a:rPr>
              <a:t> </a:t>
            </a:r>
            <a:r>
              <a:rPr sz="1020" b="1" spc="-17" dirty="0">
                <a:latin typeface="Arial MT"/>
                <a:cs typeface="Arial MT"/>
              </a:rPr>
              <a:t>in </a:t>
            </a:r>
            <a:r>
              <a:rPr sz="1020" b="1" dirty="0">
                <a:latin typeface="Arial MT"/>
                <a:cs typeface="Arial MT"/>
              </a:rPr>
              <a:t>partnering</a:t>
            </a:r>
            <a:r>
              <a:rPr sz="1020" b="1" spc="126" dirty="0">
                <a:latin typeface="Arial MT"/>
                <a:cs typeface="Arial MT"/>
              </a:rPr>
              <a:t> </a:t>
            </a:r>
            <a:r>
              <a:rPr sz="1020" b="1" dirty="0">
                <a:latin typeface="Arial MT"/>
                <a:cs typeface="Arial MT"/>
              </a:rPr>
              <a:t>with</a:t>
            </a:r>
            <a:r>
              <a:rPr sz="1020" b="1" spc="130" dirty="0">
                <a:latin typeface="Arial MT"/>
                <a:cs typeface="Arial MT"/>
              </a:rPr>
              <a:t> </a:t>
            </a:r>
            <a:r>
              <a:rPr sz="1020" b="1" dirty="0">
                <a:latin typeface="Arial MT"/>
                <a:cs typeface="Arial MT"/>
              </a:rPr>
              <a:t>its</a:t>
            </a:r>
            <a:r>
              <a:rPr sz="1020" b="1" spc="119" dirty="0">
                <a:latin typeface="Arial MT"/>
                <a:cs typeface="Arial MT"/>
              </a:rPr>
              <a:t> </a:t>
            </a:r>
            <a:r>
              <a:rPr sz="1020" b="1" dirty="0">
                <a:latin typeface="Arial MT"/>
                <a:cs typeface="Arial MT"/>
              </a:rPr>
              <a:t>customers</a:t>
            </a:r>
            <a:r>
              <a:rPr sz="1020" b="1" spc="123" dirty="0">
                <a:latin typeface="Arial MT"/>
                <a:cs typeface="Arial MT"/>
              </a:rPr>
              <a:t> </a:t>
            </a:r>
            <a:r>
              <a:rPr sz="1020" b="1" dirty="0">
                <a:latin typeface="Arial MT"/>
                <a:cs typeface="Arial MT"/>
              </a:rPr>
              <a:t>to</a:t>
            </a:r>
            <a:r>
              <a:rPr sz="1020" b="1" spc="119" dirty="0">
                <a:latin typeface="Arial MT"/>
                <a:cs typeface="Arial MT"/>
              </a:rPr>
              <a:t> </a:t>
            </a:r>
            <a:r>
              <a:rPr sz="1020" b="1" dirty="0">
                <a:latin typeface="Arial MT"/>
                <a:cs typeface="Arial MT"/>
              </a:rPr>
              <a:t>add</a:t>
            </a:r>
            <a:r>
              <a:rPr sz="1020" b="1" spc="126" dirty="0">
                <a:latin typeface="Arial MT"/>
                <a:cs typeface="Arial MT"/>
              </a:rPr>
              <a:t> </a:t>
            </a:r>
            <a:r>
              <a:rPr sz="1020" b="1" dirty="0">
                <a:latin typeface="Arial MT"/>
                <a:cs typeface="Arial MT"/>
              </a:rPr>
              <a:t>value</a:t>
            </a:r>
            <a:r>
              <a:rPr sz="1020" b="1" spc="116" dirty="0">
                <a:latin typeface="Arial MT"/>
                <a:cs typeface="Arial MT"/>
              </a:rPr>
              <a:t> </a:t>
            </a:r>
            <a:r>
              <a:rPr sz="1020" b="1" dirty="0">
                <a:latin typeface="Arial MT"/>
                <a:cs typeface="Arial MT"/>
              </a:rPr>
              <a:t>and</a:t>
            </a:r>
            <a:r>
              <a:rPr sz="1020" b="1" spc="119" dirty="0">
                <a:latin typeface="Arial MT"/>
                <a:cs typeface="Arial MT"/>
              </a:rPr>
              <a:t> </a:t>
            </a:r>
            <a:r>
              <a:rPr sz="1020" b="1" dirty="0">
                <a:latin typeface="Arial MT"/>
                <a:cs typeface="Arial MT"/>
              </a:rPr>
              <a:t>work</a:t>
            </a:r>
            <a:r>
              <a:rPr sz="1020" b="1" spc="116" dirty="0">
                <a:latin typeface="Arial MT"/>
                <a:cs typeface="Arial MT"/>
              </a:rPr>
              <a:t> </a:t>
            </a:r>
            <a:r>
              <a:rPr sz="1020" b="1" dirty="0">
                <a:latin typeface="Arial MT"/>
                <a:cs typeface="Arial MT"/>
              </a:rPr>
              <a:t>productively</a:t>
            </a:r>
            <a:r>
              <a:rPr sz="1020" b="1" spc="116" dirty="0">
                <a:latin typeface="Arial MT"/>
                <a:cs typeface="Arial MT"/>
              </a:rPr>
              <a:t> </a:t>
            </a:r>
            <a:r>
              <a:rPr sz="1020" b="1" dirty="0">
                <a:latin typeface="Arial MT"/>
                <a:cs typeface="Arial MT"/>
              </a:rPr>
              <a:t>towards</a:t>
            </a:r>
            <a:r>
              <a:rPr sz="1020" b="1" spc="119" dirty="0">
                <a:latin typeface="Arial MT"/>
                <a:cs typeface="Arial MT"/>
              </a:rPr>
              <a:t> </a:t>
            </a:r>
            <a:r>
              <a:rPr sz="1020" b="1" dirty="0">
                <a:latin typeface="Arial MT"/>
                <a:cs typeface="Arial MT"/>
              </a:rPr>
              <a:t>achieving</a:t>
            </a:r>
            <a:r>
              <a:rPr sz="1020" b="1" spc="119" dirty="0">
                <a:latin typeface="Arial MT"/>
                <a:cs typeface="Arial MT"/>
              </a:rPr>
              <a:t> </a:t>
            </a:r>
            <a:r>
              <a:rPr sz="1020" b="1" spc="-17" dirty="0">
                <a:latin typeface="Arial MT"/>
                <a:cs typeface="Arial MT"/>
              </a:rPr>
              <a:t>the </a:t>
            </a:r>
            <a:r>
              <a:rPr sz="1020" b="1" spc="-7" dirty="0">
                <a:latin typeface="Arial MT"/>
                <a:cs typeface="Arial MT"/>
              </a:rPr>
              <a:t>goals.</a:t>
            </a:r>
            <a:endParaRPr sz="1020" b="1">
              <a:latin typeface="Arial MT"/>
              <a:cs typeface="Arial MT"/>
            </a:endParaRPr>
          </a:p>
          <a:p>
            <a:pPr>
              <a:lnSpc>
                <a:spcPct val="100000"/>
              </a:lnSpc>
            </a:pPr>
            <a:endParaRPr sz="1020" b="1">
              <a:latin typeface="Arial MT"/>
              <a:cs typeface="Arial MT"/>
            </a:endParaRPr>
          </a:p>
          <a:p>
            <a:pPr>
              <a:spcBef>
                <a:spcPts val="170"/>
              </a:spcBef>
            </a:pPr>
            <a:endParaRPr sz="1020" b="1">
              <a:latin typeface="Arial MT"/>
              <a:cs typeface="Arial MT"/>
            </a:endParaRPr>
          </a:p>
          <a:p>
            <a:pPr marL="17145">
              <a:spcBef>
                <a:spcPts val="5"/>
              </a:spcBef>
            </a:pPr>
            <a:r>
              <a:rPr sz="1020" b="1" dirty="0">
                <a:solidFill>
                  <a:srgbClr val="000080"/>
                </a:solidFill>
                <a:latin typeface="Arial MT"/>
                <a:cs typeface="Arial MT"/>
              </a:rPr>
              <a:t>Shelter,</a:t>
            </a:r>
            <a:r>
              <a:rPr sz="1020" b="1" spc="-20" dirty="0">
                <a:solidFill>
                  <a:srgbClr val="000080"/>
                </a:solidFill>
                <a:latin typeface="Arial MT"/>
                <a:cs typeface="Arial MT"/>
              </a:rPr>
              <a:t> </a:t>
            </a:r>
            <a:r>
              <a:rPr sz="1020" b="1" dirty="0">
                <a:solidFill>
                  <a:srgbClr val="000080"/>
                </a:solidFill>
                <a:latin typeface="Arial MT"/>
                <a:cs typeface="Arial MT"/>
              </a:rPr>
              <a:t>Civil</a:t>
            </a:r>
            <a:r>
              <a:rPr sz="1020" b="1" spc="-14" dirty="0">
                <a:solidFill>
                  <a:srgbClr val="000080"/>
                </a:solidFill>
                <a:latin typeface="Arial MT"/>
                <a:cs typeface="Arial MT"/>
              </a:rPr>
              <a:t> </a:t>
            </a:r>
            <a:r>
              <a:rPr sz="1020" b="1" dirty="0">
                <a:solidFill>
                  <a:srgbClr val="000080"/>
                </a:solidFill>
                <a:latin typeface="Arial MT"/>
                <a:cs typeface="Arial MT"/>
              </a:rPr>
              <a:t>&amp;</a:t>
            </a:r>
            <a:r>
              <a:rPr sz="1020" b="1" spc="-10" dirty="0">
                <a:solidFill>
                  <a:srgbClr val="000080"/>
                </a:solidFill>
                <a:latin typeface="Arial MT"/>
                <a:cs typeface="Arial MT"/>
              </a:rPr>
              <a:t> </a:t>
            </a:r>
            <a:r>
              <a:rPr sz="1020" b="1" dirty="0">
                <a:solidFill>
                  <a:srgbClr val="000080"/>
                </a:solidFill>
                <a:latin typeface="Arial MT"/>
                <a:cs typeface="Arial MT"/>
              </a:rPr>
              <a:t>Electrical</a:t>
            </a:r>
            <a:r>
              <a:rPr sz="1020" b="1" spc="-10" dirty="0">
                <a:solidFill>
                  <a:srgbClr val="000080"/>
                </a:solidFill>
                <a:latin typeface="Arial MT"/>
                <a:cs typeface="Arial MT"/>
              </a:rPr>
              <a:t> </a:t>
            </a:r>
            <a:r>
              <a:rPr sz="1020" b="1" spc="-7" dirty="0">
                <a:solidFill>
                  <a:srgbClr val="000080"/>
                </a:solidFill>
                <a:latin typeface="Arial MT"/>
                <a:cs typeface="Arial MT"/>
              </a:rPr>
              <a:t>Infrastructure</a:t>
            </a:r>
            <a:endParaRPr sz="1020" b="1">
              <a:latin typeface="Arial MT"/>
              <a:cs typeface="Arial MT"/>
            </a:endParaRPr>
          </a:p>
          <a:p>
            <a:pPr>
              <a:spcBef>
                <a:spcPts val="540"/>
              </a:spcBef>
            </a:pPr>
            <a:endParaRPr sz="1020" b="1">
              <a:latin typeface="Arial MT"/>
              <a:cs typeface="Arial MT"/>
            </a:endParaRPr>
          </a:p>
          <a:p>
            <a:pPr marL="17145" marR="587375">
              <a:lnSpc>
                <a:spcPts val="885"/>
              </a:lnSpc>
            </a:pPr>
            <a:r>
              <a:rPr sz="1020" b="1" dirty="0">
                <a:latin typeface="Arial MT"/>
                <a:cs typeface="Arial MT"/>
              </a:rPr>
              <a:t>R.D.</a:t>
            </a:r>
            <a:r>
              <a:rPr sz="1020" b="1" spc="-14" dirty="0">
                <a:latin typeface="Arial MT"/>
                <a:cs typeface="Arial MT"/>
              </a:rPr>
              <a:t> </a:t>
            </a:r>
            <a:r>
              <a:rPr sz="1020" b="1" dirty="0">
                <a:latin typeface="Arial MT"/>
                <a:cs typeface="Arial MT"/>
              </a:rPr>
              <a:t>TECH</a:t>
            </a:r>
            <a:r>
              <a:rPr sz="1020" b="1" spc="-14" dirty="0">
                <a:latin typeface="Arial MT"/>
                <a:cs typeface="Arial MT"/>
              </a:rPr>
              <a:t> </a:t>
            </a:r>
            <a:r>
              <a:rPr sz="1020" b="1" dirty="0">
                <a:latin typeface="Arial MT"/>
                <a:cs typeface="Arial MT"/>
              </a:rPr>
              <a:t>INFRA</a:t>
            </a:r>
            <a:r>
              <a:rPr sz="1020" b="1" spc="-7" dirty="0">
                <a:latin typeface="Arial MT"/>
                <a:cs typeface="Arial MT"/>
              </a:rPr>
              <a:t> </a:t>
            </a:r>
            <a:r>
              <a:rPr sz="1020" b="1" dirty="0">
                <a:latin typeface="Arial MT"/>
                <a:cs typeface="Arial MT"/>
              </a:rPr>
              <a:t>offerings</a:t>
            </a:r>
            <a:r>
              <a:rPr sz="1020" b="1" spc="-14" dirty="0">
                <a:latin typeface="Arial MT"/>
                <a:cs typeface="Arial MT"/>
              </a:rPr>
              <a:t> </a:t>
            </a:r>
            <a:r>
              <a:rPr sz="1020" b="1" dirty="0">
                <a:latin typeface="Arial MT"/>
                <a:cs typeface="Arial MT"/>
              </a:rPr>
              <a:t>in</a:t>
            </a:r>
            <a:r>
              <a:rPr sz="1020" b="1" spc="-10" dirty="0">
                <a:latin typeface="Arial MT"/>
                <a:cs typeface="Arial MT"/>
              </a:rPr>
              <a:t> </a:t>
            </a:r>
            <a:r>
              <a:rPr sz="1020" b="1" dirty="0">
                <a:latin typeface="Arial MT"/>
                <a:cs typeface="Arial MT"/>
              </a:rPr>
              <a:t>this</a:t>
            </a:r>
            <a:r>
              <a:rPr sz="1020" b="1" spc="-20" dirty="0">
                <a:latin typeface="Arial MT"/>
                <a:cs typeface="Arial MT"/>
              </a:rPr>
              <a:t> </a:t>
            </a:r>
            <a:r>
              <a:rPr sz="1020" b="1" dirty="0">
                <a:latin typeface="Arial MT"/>
                <a:cs typeface="Arial MT"/>
              </a:rPr>
              <a:t>domain</a:t>
            </a:r>
            <a:r>
              <a:rPr sz="1020" b="1" spc="-17" dirty="0">
                <a:latin typeface="Arial MT"/>
                <a:cs typeface="Arial MT"/>
              </a:rPr>
              <a:t> </a:t>
            </a:r>
            <a:r>
              <a:rPr sz="1020" b="1" dirty="0">
                <a:latin typeface="Arial MT"/>
                <a:cs typeface="Arial MT"/>
              </a:rPr>
              <a:t>can</a:t>
            </a:r>
            <a:r>
              <a:rPr sz="1020" b="1" spc="-10" dirty="0">
                <a:latin typeface="Arial MT"/>
                <a:cs typeface="Arial MT"/>
              </a:rPr>
              <a:t> </a:t>
            </a:r>
            <a:r>
              <a:rPr sz="1020" b="1" dirty="0">
                <a:latin typeface="Arial MT"/>
                <a:cs typeface="Arial MT"/>
              </a:rPr>
              <a:t>be</a:t>
            </a:r>
            <a:r>
              <a:rPr sz="1020" b="1" spc="-20" dirty="0">
                <a:latin typeface="Arial MT"/>
                <a:cs typeface="Arial MT"/>
              </a:rPr>
              <a:t> </a:t>
            </a:r>
            <a:r>
              <a:rPr sz="1020" b="1" dirty="0">
                <a:latin typeface="Arial MT"/>
                <a:cs typeface="Arial MT"/>
              </a:rPr>
              <a:t>grouped</a:t>
            </a:r>
            <a:r>
              <a:rPr sz="1020" b="1" spc="-10" dirty="0">
                <a:latin typeface="Arial MT"/>
                <a:cs typeface="Arial MT"/>
              </a:rPr>
              <a:t> </a:t>
            </a:r>
            <a:r>
              <a:rPr sz="1020" b="1" dirty="0">
                <a:latin typeface="Arial MT"/>
                <a:cs typeface="Arial MT"/>
              </a:rPr>
              <a:t>under</a:t>
            </a:r>
            <a:r>
              <a:rPr sz="1020" b="1" spc="-10" dirty="0">
                <a:latin typeface="Arial MT"/>
                <a:cs typeface="Arial MT"/>
              </a:rPr>
              <a:t> </a:t>
            </a:r>
            <a:r>
              <a:rPr sz="1020" b="1" dirty="0">
                <a:latin typeface="Arial MT"/>
                <a:cs typeface="Arial MT"/>
              </a:rPr>
              <a:t>the</a:t>
            </a:r>
            <a:r>
              <a:rPr sz="1020" b="1" spc="-10" dirty="0">
                <a:latin typeface="Arial MT"/>
                <a:cs typeface="Arial MT"/>
              </a:rPr>
              <a:t> </a:t>
            </a:r>
            <a:r>
              <a:rPr sz="1020" b="1" spc="-7" dirty="0">
                <a:latin typeface="Arial MT"/>
                <a:cs typeface="Arial MT"/>
              </a:rPr>
              <a:t>following headings:</a:t>
            </a:r>
            <a:endParaRPr sz="1020" b="1">
              <a:latin typeface="Arial MT"/>
              <a:cs typeface="Arial MT"/>
            </a:endParaRPr>
          </a:p>
          <a:p>
            <a:pPr>
              <a:spcBef>
                <a:spcPts val="690"/>
              </a:spcBef>
            </a:pPr>
            <a:endParaRPr sz="1020" b="1">
              <a:latin typeface="Arial MT"/>
              <a:cs typeface="Arial MT"/>
            </a:endParaRPr>
          </a:p>
          <a:p>
            <a:pPr marL="94615"/>
            <a:r>
              <a:rPr sz="1020" b="1" dirty="0">
                <a:latin typeface="Arial MT"/>
                <a:cs typeface="Arial MT"/>
              </a:rPr>
              <a:t>I.</a:t>
            </a:r>
            <a:r>
              <a:rPr sz="1020" b="1" spc="-10" dirty="0">
                <a:latin typeface="Arial MT"/>
                <a:cs typeface="Arial MT"/>
              </a:rPr>
              <a:t> </a:t>
            </a:r>
            <a:r>
              <a:rPr sz="1020" b="1" dirty="0">
                <a:latin typeface="Arial MT"/>
                <a:cs typeface="Arial MT"/>
              </a:rPr>
              <a:t>Site</a:t>
            </a:r>
            <a:r>
              <a:rPr sz="1020" b="1" spc="-14" dirty="0">
                <a:latin typeface="Arial MT"/>
                <a:cs typeface="Arial MT"/>
              </a:rPr>
              <a:t> </a:t>
            </a:r>
            <a:r>
              <a:rPr sz="1020" b="1" spc="-7" dirty="0">
                <a:latin typeface="Arial MT"/>
                <a:cs typeface="Arial MT"/>
              </a:rPr>
              <a:t>Acquisition</a:t>
            </a:r>
            <a:endParaRPr sz="1020" b="1">
              <a:latin typeface="Arial MT"/>
              <a:cs typeface="Arial MT"/>
            </a:endParaRPr>
          </a:p>
          <a:p>
            <a:pPr>
              <a:spcBef>
                <a:spcPts val="295"/>
              </a:spcBef>
            </a:pPr>
            <a:endParaRPr sz="1020" b="1">
              <a:latin typeface="Arial MT"/>
              <a:cs typeface="Arial MT"/>
            </a:endParaRPr>
          </a:p>
          <a:p>
            <a:pPr marL="17145" marR="6350" algn="just">
              <a:lnSpc>
                <a:spcPct val="92000"/>
              </a:lnSpc>
            </a:pPr>
            <a:r>
              <a:rPr sz="1020" b="1" dirty="0">
                <a:latin typeface="Arial MT"/>
                <a:cs typeface="Arial MT"/>
              </a:rPr>
              <a:t>R.D.</a:t>
            </a:r>
            <a:r>
              <a:rPr sz="1020" b="1" spc="286" dirty="0">
                <a:latin typeface="Arial MT"/>
                <a:cs typeface="Arial MT"/>
              </a:rPr>
              <a:t> </a:t>
            </a:r>
            <a:r>
              <a:rPr sz="1020" b="1" dirty="0">
                <a:latin typeface="Arial MT"/>
                <a:cs typeface="Arial MT"/>
              </a:rPr>
              <a:t>TECH</a:t>
            </a:r>
            <a:r>
              <a:rPr sz="1020" b="1" spc="283" dirty="0">
                <a:latin typeface="Arial MT"/>
                <a:cs typeface="Arial MT"/>
              </a:rPr>
              <a:t> </a:t>
            </a:r>
            <a:r>
              <a:rPr sz="1020" b="1" dirty="0">
                <a:latin typeface="Arial MT"/>
                <a:cs typeface="Arial MT"/>
              </a:rPr>
              <a:t>INFRA</a:t>
            </a:r>
            <a:r>
              <a:rPr sz="1020" b="1" spc="290" dirty="0">
                <a:latin typeface="Arial MT"/>
                <a:cs typeface="Arial MT"/>
              </a:rPr>
              <a:t> </a:t>
            </a:r>
            <a:r>
              <a:rPr sz="1020" b="1" dirty="0">
                <a:latin typeface="Arial MT"/>
                <a:cs typeface="Arial MT"/>
              </a:rPr>
              <a:t>has</a:t>
            </a:r>
            <a:r>
              <a:rPr sz="1020" b="1" spc="286" dirty="0">
                <a:latin typeface="Arial MT"/>
                <a:cs typeface="Arial MT"/>
              </a:rPr>
              <a:t> </a:t>
            </a:r>
            <a:r>
              <a:rPr sz="1020" b="1" dirty="0">
                <a:latin typeface="Arial MT"/>
                <a:cs typeface="Arial MT"/>
              </a:rPr>
              <a:t>employed</a:t>
            </a:r>
            <a:r>
              <a:rPr sz="1020" b="1" spc="279" dirty="0">
                <a:latin typeface="Arial MT"/>
                <a:cs typeface="Arial MT"/>
              </a:rPr>
              <a:t> </a:t>
            </a:r>
            <a:r>
              <a:rPr sz="1020" b="1" dirty="0">
                <a:latin typeface="Arial MT"/>
                <a:cs typeface="Arial MT"/>
              </a:rPr>
              <a:t>people</a:t>
            </a:r>
            <a:r>
              <a:rPr sz="1020" b="1" spc="279" dirty="0">
                <a:latin typeface="Arial MT"/>
                <a:cs typeface="Arial MT"/>
              </a:rPr>
              <a:t> </a:t>
            </a:r>
            <a:r>
              <a:rPr sz="1020" b="1" dirty="0">
                <a:latin typeface="Arial MT"/>
                <a:cs typeface="Arial MT"/>
              </a:rPr>
              <a:t>who</a:t>
            </a:r>
            <a:r>
              <a:rPr sz="1020" b="1" spc="290" dirty="0">
                <a:latin typeface="Arial MT"/>
                <a:cs typeface="Arial MT"/>
              </a:rPr>
              <a:t> </a:t>
            </a:r>
            <a:r>
              <a:rPr sz="1020" b="1" dirty="0">
                <a:latin typeface="Arial MT"/>
                <a:cs typeface="Arial MT"/>
              </a:rPr>
              <a:t>can</a:t>
            </a:r>
            <a:r>
              <a:rPr sz="1020" b="1" spc="279" dirty="0">
                <a:latin typeface="Arial MT"/>
                <a:cs typeface="Arial MT"/>
              </a:rPr>
              <a:t> </a:t>
            </a:r>
            <a:r>
              <a:rPr sz="1020" b="1" dirty="0">
                <a:latin typeface="Arial MT"/>
                <a:cs typeface="Arial MT"/>
              </a:rPr>
              <a:t>acquire</a:t>
            </a:r>
            <a:r>
              <a:rPr sz="1020" b="1" spc="286" dirty="0">
                <a:latin typeface="Arial MT"/>
                <a:cs typeface="Arial MT"/>
              </a:rPr>
              <a:t> </a:t>
            </a:r>
            <a:r>
              <a:rPr sz="1020" b="1" dirty="0">
                <a:latin typeface="Arial MT"/>
                <a:cs typeface="Arial MT"/>
              </a:rPr>
              <a:t>the</a:t>
            </a:r>
            <a:r>
              <a:rPr sz="1020" b="1" spc="286" dirty="0">
                <a:latin typeface="Arial MT"/>
                <a:cs typeface="Arial MT"/>
              </a:rPr>
              <a:t> </a:t>
            </a:r>
            <a:r>
              <a:rPr sz="1020" b="1" dirty="0">
                <a:latin typeface="Arial MT"/>
                <a:cs typeface="Arial MT"/>
              </a:rPr>
              <a:t>sites</a:t>
            </a:r>
            <a:r>
              <a:rPr sz="1020" b="1" spc="276" dirty="0">
                <a:latin typeface="Arial MT"/>
                <a:cs typeface="Arial MT"/>
              </a:rPr>
              <a:t> </a:t>
            </a:r>
            <a:r>
              <a:rPr sz="1020" b="1" dirty="0">
                <a:latin typeface="Arial MT"/>
                <a:cs typeface="Arial MT"/>
              </a:rPr>
              <a:t>based</a:t>
            </a:r>
            <a:r>
              <a:rPr sz="1020" b="1" spc="279" dirty="0">
                <a:latin typeface="Arial MT"/>
                <a:cs typeface="Arial MT"/>
              </a:rPr>
              <a:t> </a:t>
            </a:r>
            <a:r>
              <a:rPr sz="1020" b="1" dirty="0">
                <a:latin typeface="Arial MT"/>
                <a:cs typeface="Arial MT"/>
              </a:rPr>
              <a:t>on</a:t>
            </a:r>
            <a:r>
              <a:rPr sz="1020" b="1" spc="283" dirty="0">
                <a:latin typeface="Arial MT"/>
                <a:cs typeface="Arial MT"/>
              </a:rPr>
              <a:t> </a:t>
            </a:r>
            <a:r>
              <a:rPr sz="1020" b="1" spc="-17" dirty="0">
                <a:latin typeface="Arial MT"/>
                <a:cs typeface="Arial MT"/>
              </a:rPr>
              <a:t>the </a:t>
            </a:r>
            <a:r>
              <a:rPr sz="1020" b="1" dirty="0">
                <a:latin typeface="Arial MT"/>
                <a:cs typeface="Arial MT"/>
              </a:rPr>
              <a:t>guidelines</a:t>
            </a:r>
            <a:r>
              <a:rPr sz="1020" b="1" spc="92" dirty="0">
                <a:latin typeface="Arial MT"/>
                <a:cs typeface="Arial MT"/>
              </a:rPr>
              <a:t> </a:t>
            </a:r>
            <a:r>
              <a:rPr sz="1020" b="1" dirty="0">
                <a:latin typeface="Arial MT"/>
                <a:cs typeface="Arial MT"/>
              </a:rPr>
              <a:t>by</a:t>
            </a:r>
            <a:r>
              <a:rPr sz="1020" b="1" spc="95" dirty="0">
                <a:latin typeface="Arial MT"/>
                <a:cs typeface="Arial MT"/>
              </a:rPr>
              <a:t> </a:t>
            </a:r>
            <a:r>
              <a:rPr sz="1020" b="1" dirty="0">
                <a:latin typeface="Arial MT"/>
                <a:cs typeface="Arial MT"/>
              </a:rPr>
              <a:t>the</a:t>
            </a:r>
            <a:r>
              <a:rPr sz="1020" b="1" spc="99" dirty="0">
                <a:latin typeface="Arial MT"/>
                <a:cs typeface="Arial MT"/>
              </a:rPr>
              <a:t> </a:t>
            </a:r>
            <a:r>
              <a:rPr sz="1020" b="1" dirty="0">
                <a:latin typeface="Arial MT"/>
                <a:cs typeface="Arial MT"/>
              </a:rPr>
              <a:t>Operator.</a:t>
            </a:r>
            <a:r>
              <a:rPr sz="1020" b="1" spc="95" dirty="0">
                <a:latin typeface="Arial MT"/>
                <a:cs typeface="Arial MT"/>
              </a:rPr>
              <a:t> </a:t>
            </a:r>
            <a:r>
              <a:rPr sz="1020" b="1" dirty="0">
                <a:latin typeface="Arial MT"/>
                <a:cs typeface="Arial MT"/>
              </a:rPr>
              <a:t>This</a:t>
            </a:r>
            <a:r>
              <a:rPr sz="1020" b="1" spc="95" dirty="0">
                <a:latin typeface="Arial MT"/>
                <a:cs typeface="Arial MT"/>
              </a:rPr>
              <a:t> </a:t>
            </a:r>
            <a:r>
              <a:rPr sz="1020" b="1" dirty="0">
                <a:latin typeface="Arial MT"/>
                <a:cs typeface="Arial MT"/>
              </a:rPr>
              <a:t>is</a:t>
            </a:r>
            <a:r>
              <a:rPr sz="1020" b="1" spc="95" dirty="0">
                <a:latin typeface="Arial MT"/>
                <a:cs typeface="Arial MT"/>
              </a:rPr>
              <a:t> </a:t>
            </a:r>
            <a:r>
              <a:rPr sz="1020" b="1" dirty="0">
                <a:latin typeface="Arial MT"/>
                <a:cs typeface="Arial MT"/>
              </a:rPr>
              <a:t>the</a:t>
            </a:r>
            <a:r>
              <a:rPr sz="1020" b="1" spc="99" dirty="0">
                <a:latin typeface="Arial MT"/>
                <a:cs typeface="Arial MT"/>
              </a:rPr>
              <a:t> </a:t>
            </a:r>
            <a:r>
              <a:rPr sz="1020" b="1" dirty="0">
                <a:latin typeface="Arial MT"/>
                <a:cs typeface="Arial MT"/>
              </a:rPr>
              <a:t>most</a:t>
            </a:r>
            <a:r>
              <a:rPr sz="1020" b="1" spc="89" dirty="0">
                <a:latin typeface="Arial MT"/>
                <a:cs typeface="Arial MT"/>
              </a:rPr>
              <a:t> </a:t>
            </a:r>
            <a:r>
              <a:rPr sz="1020" b="1" dirty="0">
                <a:latin typeface="Arial MT"/>
                <a:cs typeface="Arial MT"/>
              </a:rPr>
              <a:t>preliminary</a:t>
            </a:r>
            <a:r>
              <a:rPr sz="1020" b="1" spc="92" dirty="0">
                <a:latin typeface="Arial MT"/>
                <a:cs typeface="Arial MT"/>
              </a:rPr>
              <a:t> </a:t>
            </a:r>
            <a:r>
              <a:rPr sz="1020" b="1" dirty="0">
                <a:latin typeface="Arial MT"/>
                <a:cs typeface="Arial MT"/>
              </a:rPr>
              <a:t>process</a:t>
            </a:r>
            <a:r>
              <a:rPr sz="1020" b="1" spc="95" dirty="0">
                <a:latin typeface="Arial MT"/>
                <a:cs typeface="Arial MT"/>
              </a:rPr>
              <a:t> </a:t>
            </a:r>
            <a:r>
              <a:rPr sz="1020" b="1" dirty="0">
                <a:latin typeface="Arial MT"/>
                <a:cs typeface="Arial MT"/>
              </a:rPr>
              <a:t>in</a:t>
            </a:r>
            <a:r>
              <a:rPr sz="1020" b="1" spc="99" dirty="0">
                <a:latin typeface="Arial MT"/>
                <a:cs typeface="Arial MT"/>
              </a:rPr>
              <a:t> </a:t>
            </a:r>
            <a:r>
              <a:rPr sz="1020" b="1" dirty="0">
                <a:latin typeface="Arial MT"/>
                <a:cs typeface="Arial MT"/>
              </a:rPr>
              <a:t>the</a:t>
            </a:r>
            <a:r>
              <a:rPr sz="1020" b="1" spc="99" dirty="0">
                <a:latin typeface="Arial MT"/>
                <a:cs typeface="Arial MT"/>
              </a:rPr>
              <a:t> </a:t>
            </a:r>
            <a:r>
              <a:rPr sz="1020" b="1" dirty="0">
                <a:latin typeface="Arial MT"/>
                <a:cs typeface="Arial MT"/>
              </a:rPr>
              <a:t>infra</a:t>
            </a:r>
            <a:r>
              <a:rPr sz="1020" b="1" spc="99" dirty="0">
                <a:latin typeface="Arial MT"/>
                <a:cs typeface="Arial MT"/>
              </a:rPr>
              <a:t> </a:t>
            </a:r>
            <a:r>
              <a:rPr sz="1020" b="1" dirty="0">
                <a:latin typeface="Arial MT"/>
                <a:cs typeface="Arial MT"/>
              </a:rPr>
              <a:t>rollout.</a:t>
            </a:r>
            <a:r>
              <a:rPr sz="1020" b="1" spc="99" dirty="0">
                <a:latin typeface="Arial MT"/>
                <a:cs typeface="Arial MT"/>
              </a:rPr>
              <a:t> </a:t>
            </a:r>
            <a:r>
              <a:rPr sz="1020" b="1" spc="-17" dirty="0">
                <a:latin typeface="Arial MT"/>
                <a:cs typeface="Arial MT"/>
              </a:rPr>
              <a:t>The </a:t>
            </a:r>
            <a:r>
              <a:rPr sz="1020" b="1" dirty="0">
                <a:latin typeface="Arial MT"/>
                <a:cs typeface="Arial MT"/>
              </a:rPr>
              <a:t>sites</a:t>
            </a:r>
            <a:r>
              <a:rPr sz="1020" b="1" spc="72" dirty="0">
                <a:latin typeface="Arial MT"/>
                <a:cs typeface="Arial MT"/>
              </a:rPr>
              <a:t> </a:t>
            </a:r>
            <a:r>
              <a:rPr sz="1020" b="1" dirty="0">
                <a:latin typeface="Arial MT"/>
                <a:cs typeface="Arial MT"/>
              </a:rPr>
              <a:t>have</a:t>
            </a:r>
            <a:r>
              <a:rPr sz="1020" b="1" spc="72" dirty="0">
                <a:latin typeface="Arial MT"/>
                <a:cs typeface="Arial MT"/>
              </a:rPr>
              <a:t> </a:t>
            </a:r>
            <a:r>
              <a:rPr sz="1020" b="1" dirty="0">
                <a:latin typeface="Arial MT"/>
                <a:cs typeface="Arial MT"/>
              </a:rPr>
              <a:t>to</a:t>
            </a:r>
            <a:r>
              <a:rPr sz="1020" b="1" spc="75" dirty="0">
                <a:latin typeface="Arial MT"/>
                <a:cs typeface="Arial MT"/>
              </a:rPr>
              <a:t> </a:t>
            </a:r>
            <a:r>
              <a:rPr sz="1020" b="1" dirty="0">
                <a:latin typeface="Arial MT"/>
                <a:cs typeface="Arial MT"/>
              </a:rPr>
              <a:t>be</a:t>
            </a:r>
            <a:r>
              <a:rPr sz="1020" b="1" spc="72" dirty="0">
                <a:latin typeface="Arial MT"/>
                <a:cs typeface="Arial MT"/>
              </a:rPr>
              <a:t> </a:t>
            </a:r>
            <a:r>
              <a:rPr sz="1020" b="1" dirty="0">
                <a:latin typeface="Arial MT"/>
                <a:cs typeface="Arial MT"/>
              </a:rPr>
              <a:t>cleared</a:t>
            </a:r>
            <a:r>
              <a:rPr sz="1020" b="1" spc="72" dirty="0">
                <a:latin typeface="Arial MT"/>
                <a:cs typeface="Arial MT"/>
              </a:rPr>
              <a:t> </a:t>
            </a:r>
            <a:r>
              <a:rPr sz="1020" b="1" dirty="0">
                <a:latin typeface="Arial MT"/>
                <a:cs typeface="Arial MT"/>
              </a:rPr>
              <a:t>on</a:t>
            </a:r>
            <a:r>
              <a:rPr sz="1020" b="1" spc="72" dirty="0">
                <a:latin typeface="Arial MT"/>
                <a:cs typeface="Arial MT"/>
              </a:rPr>
              <a:t> </a:t>
            </a:r>
            <a:r>
              <a:rPr sz="1020" b="1" dirty="0">
                <a:latin typeface="Arial MT"/>
                <a:cs typeface="Arial MT"/>
              </a:rPr>
              <a:t>the</a:t>
            </a:r>
            <a:r>
              <a:rPr sz="1020" b="1" spc="72" dirty="0">
                <a:latin typeface="Arial MT"/>
                <a:cs typeface="Arial MT"/>
              </a:rPr>
              <a:t> </a:t>
            </a:r>
            <a:r>
              <a:rPr sz="1020" b="1" dirty="0">
                <a:latin typeface="Arial MT"/>
                <a:cs typeface="Arial MT"/>
              </a:rPr>
              <a:t>legal</a:t>
            </a:r>
            <a:r>
              <a:rPr sz="1020" b="1" spc="65" dirty="0">
                <a:latin typeface="Arial MT"/>
                <a:cs typeface="Arial MT"/>
              </a:rPr>
              <a:t> </a:t>
            </a:r>
            <a:r>
              <a:rPr sz="1020" b="1" dirty="0">
                <a:latin typeface="Arial MT"/>
                <a:cs typeface="Arial MT"/>
              </a:rPr>
              <a:t>guidelines</a:t>
            </a:r>
            <a:r>
              <a:rPr sz="1020" b="1" spc="72" dirty="0">
                <a:latin typeface="Arial MT"/>
                <a:cs typeface="Arial MT"/>
              </a:rPr>
              <a:t> </a:t>
            </a:r>
            <a:r>
              <a:rPr sz="1020" b="1" dirty="0">
                <a:latin typeface="Arial MT"/>
                <a:cs typeface="Arial MT"/>
              </a:rPr>
              <a:t>set</a:t>
            </a:r>
            <a:r>
              <a:rPr sz="1020" b="1" spc="65" dirty="0">
                <a:latin typeface="Arial MT"/>
                <a:cs typeface="Arial MT"/>
              </a:rPr>
              <a:t> </a:t>
            </a:r>
            <a:r>
              <a:rPr sz="1020" b="1" dirty="0">
                <a:latin typeface="Arial MT"/>
                <a:cs typeface="Arial MT"/>
              </a:rPr>
              <a:t>by</a:t>
            </a:r>
            <a:r>
              <a:rPr sz="1020" b="1" spc="72" dirty="0">
                <a:latin typeface="Arial MT"/>
                <a:cs typeface="Arial MT"/>
              </a:rPr>
              <a:t> </a:t>
            </a:r>
            <a:r>
              <a:rPr sz="1020" b="1" dirty="0">
                <a:latin typeface="Arial MT"/>
                <a:cs typeface="Arial MT"/>
              </a:rPr>
              <a:t>the</a:t>
            </a:r>
            <a:r>
              <a:rPr sz="1020" b="1" spc="72" dirty="0">
                <a:latin typeface="Arial MT"/>
                <a:cs typeface="Arial MT"/>
              </a:rPr>
              <a:t> </a:t>
            </a:r>
            <a:r>
              <a:rPr sz="1020" b="1" dirty="0">
                <a:latin typeface="Arial MT"/>
                <a:cs typeface="Arial MT"/>
              </a:rPr>
              <a:t>operator.</a:t>
            </a:r>
            <a:r>
              <a:rPr sz="1020" b="1" spc="72" dirty="0">
                <a:latin typeface="Arial MT"/>
                <a:cs typeface="Arial MT"/>
              </a:rPr>
              <a:t> </a:t>
            </a:r>
            <a:r>
              <a:rPr sz="1020" b="1" dirty="0">
                <a:latin typeface="Arial MT"/>
                <a:cs typeface="Arial MT"/>
              </a:rPr>
              <a:t>Various</a:t>
            </a:r>
            <a:r>
              <a:rPr sz="1020" b="1" spc="61" dirty="0">
                <a:latin typeface="Arial MT"/>
                <a:cs typeface="Arial MT"/>
              </a:rPr>
              <a:t> </a:t>
            </a:r>
            <a:r>
              <a:rPr sz="1020" b="1" dirty="0">
                <a:latin typeface="Arial MT"/>
                <a:cs typeface="Arial MT"/>
              </a:rPr>
              <a:t>aspects</a:t>
            </a:r>
            <a:r>
              <a:rPr sz="1020" b="1" spc="75" dirty="0">
                <a:latin typeface="Arial MT"/>
                <a:cs typeface="Arial MT"/>
              </a:rPr>
              <a:t> </a:t>
            </a:r>
            <a:r>
              <a:rPr sz="1020" b="1" spc="-17" dirty="0">
                <a:latin typeface="Arial MT"/>
                <a:cs typeface="Arial MT"/>
              </a:rPr>
              <a:t>are </a:t>
            </a:r>
            <a:r>
              <a:rPr sz="1020" b="1" dirty="0">
                <a:latin typeface="Arial MT"/>
                <a:cs typeface="Arial MT"/>
              </a:rPr>
              <a:t>vetted</a:t>
            </a:r>
            <a:r>
              <a:rPr sz="1020" b="1" spc="44" dirty="0">
                <a:latin typeface="Arial MT"/>
                <a:cs typeface="Arial MT"/>
              </a:rPr>
              <a:t> </a:t>
            </a:r>
            <a:r>
              <a:rPr sz="1020" b="1" dirty="0">
                <a:latin typeface="Arial MT"/>
                <a:cs typeface="Arial MT"/>
              </a:rPr>
              <a:t>that</a:t>
            </a:r>
            <a:r>
              <a:rPr sz="1020" b="1" spc="48" dirty="0">
                <a:latin typeface="Arial MT"/>
                <a:cs typeface="Arial MT"/>
              </a:rPr>
              <a:t> </a:t>
            </a:r>
            <a:r>
              <a:rPr sz="1020" b="1" dirty="0">
                <a:latin typeface="Arial MT"/>
                <a:cs typeface="Arial MT"/>
              </a:rPr>
              <a:t>would</a:t>
            </a:r>
            <a:r>
              <a:rPr sz="1020" b="1" spc="37" dirty="0">
                <a:latin typeface="Arial MT"/>
                <a:cs typeface="Arial MT"/>
              </a:rPr>
              <a:t> </a:t>
            </a:r>
            <a:r>
              <a:rPr sz="1020" b="1" dirty="0">
                <a:latin typeface="Arial MT"/>
                <a:cs typeface="Arial MT"/>
              </a:rPr>
              <a:t>make</a:t>
            </a:r>
            <a:r>
              <a:rPr sz="1020" b="1" spc="48" dirty="0">
                <a:latin typeface="Arial MT"/>
                <a:cs typeface="Arial MT"/>
              </a:rPr>
              <a:t> </a:t>
            </a:r>
            <a:r>
              <a:rPr sz="1020" b="1" dirty="0">
                <a:latin typeface="Arial MT"/>
                <a:cs typeface="Arial MT"/>
              </a:rPr>
              <a:t>the</a:t>
            </a:r>
            <a:r>
              <a:rPr sz="1020" b="1" spc="44" dirty="0">
                <a:latin typeface="Arial MT"/>
                <a:cs typeface="Arial MT"/>
              </a:rPr>
              <a:t> </a:t>
            </a:r>
            <a:r>
              <a:rPr sz="1020" b="1" dirty="0">
                <a:latin typeface="Arial MT"/>
                <a:cs typeface="Arial MT"/>
              </a:rPr>
              <a:t>site</a:t>
            </a:r>
            <a:r>
              <a:rPr sz="1020" b="1" spc="41" dirty="0">
                <a:latin typeface="Arial MT"/>
                <a:cs typeface="Arial MT"/>
              </a:rPr>
              <a:t> </a:t>
            </a:r>
            <a:r>
              <a:rPr sz="1020" b="1" dirty="0">
                <a:latin typeface="Arial MT"/>
                <a:cs typeface="Arial MT"/>
              </a:rPr>
              <a:t>feasible</a:t>
            </a:r>
            <a:r>
              <a:rPr sz="1020" b="1" spc="48" dirty="0">
                <a:latin typeface="Arial MT"/>
                <a:cs typeface="Arial MT"/>
              </a:rPr>
              <a:t> </a:t>
            </a:r>
            <a:r>
              <a:rPr sz="1020" b="1" dirty="0">
                <a:latin typeface="Arial MT"/>
                <a:cs typeface="Arial MT"/>
              </a:rPr>
              <a:t>for</a:t>
            </a:r>
            <a:r>
              <a:rPr sz="1020" b="1" spc="41" dirty="0">
                <a:latin typeface="Arial MT"/>
                <a:cs typeface="Arial MT"/>
              </a:rPr>
              <a:t> </a:t>
            </a:r>
            <a:r>
              <a:rPr sz="1020" b="1" dirty="0">
                <a:latin typeface="Arial MT"/>
                <a:cs typeface="Arial MT"/>
              </a:rPr>
              <a:t>building.</a:t>
            </a:r>
            <a:r>
              <a:rPr sz="1020" b="1" spc="41" dirty="0">
                <a:latin typeface="Arial MT"/>
                <a:cs typeface="Arial MT"/>
              </a:rPr>
              <a:t> </a:t>
            </a:r>
            <a:r>
              <a:rPr sz="1020" b="1" dirty="0">
                <a:latin typeface="Arial MT"/>
                <a:cs typeface="Arial MT"/>
              </a:rPr>
              <a:t>Also</a:t>
            </a:r>
            <a:r>
              <a:rPr sz="1020" b="1" spc="41" dirty="0">
                <a:latin typeface="Arial MT"/>
                <a:cs typeface="Arial MT"/>
              </a:rPr>
              <a:t> </a:t>
            </a:r>
            <a:r>
              <a:rPr sz="1020" b="1" dirty="0">
                <a:latin typeface="Arial MT"/>
                <a:cs typeface="Arial MT"/>
              </a:rPr>
              <a:t>the</a:t>
            </a:r>
            <a:r>
              <a:rPr sz="1020" b="1" spc="37" dirty="0">
                <a:latin typeface="Arial MT"/>
                <a:cs typeface="Arial MT"/>
              </a:rPr>
              <a:t> </a:t>
            </a:r>
            <a:r>
              <a:rPr sz="1020" b="1" dirty="0">
                <a:latin typeface="Arial MT"/>
                <a:cs typeface="Arial MT"/>
              </a:rPr>
              <a:t>electricity</a:t>
            </a:r>
            <a:r>
              <a:rPr sz="1020" b="1" spc="48" dirty="0">
                <a:latin typeface="Arial MT"/>
                <a:cs typeface="Arial MT"/>
              </a:rPr>
              <a:t> </a:t>
            </a:r>
            <a:r>
              <a:rPr sz="1020" b="1" dirty="0">
                <a:latin typeface="Arial MT"/>
                <a:cs typeface="Arial MT"/>
              </a:rPr>
              <a:t>power</a:t>
            </a:r>
            <a:r>
              <a:rPr sz="1020" b="1" spc="41" dirty="0">
                <a:latin typeface="Arial MT"/>
                <a:cs typeface="Arial MT"/>
              </a:rPr>
              <a:t> </a:t>
            </a:r>
            <a:r>
              <a:rPr sz="1020" b="1" dirty="0">
                <a:latin typeface="Arial MT"/>
                <a:cs typeface="Arial MT"/>
              </a:rPr>
              <a:t>required</a:t>
            </a:r>
            <a:r>
              <a:rPr sz="1020" b="1" spc="48" dirty="0">
                <a:latin typeface="Arial MT"/>
                <a:cs typeface="Arial MT"/>
              </a:rPr>
              <a:t> </a:t>
            </a:r>
            <a:r>
              <a:rPr sz="1020" b="1" spc="-17" dirty="0">
                <a:latin typeface="Arial MT"/>
                <a:cs typeface="Arial MT"/>
              </a:rPr>
              <a:t>to </a:t>
            </a:r>
            <a:r>
              <a:rPr sz="1020" b="1" dirty="0">
                <a:latin typeface="Arial MT"/>
                <a:cs typeface="Arial MT"/>
              </a:rPr>
              <a:t>operate</a:t>
            </a:r>
            <a:r>
              <a:rPr sz="1020" b="1" spc="-14" dirty="0">
                <a:latin typeface="Arial MT"/>
                <a:cs typeface="Arial MT"/>
              </a:rPr>
              <a:t> </a:t>
            </a:r>
            <a:r>
              <a:rPr sz="1020" b="1" dirty="0">
                <a:latin typeface="Arial MT"/>
                <a:cs typeface="Arial MT"/>
              </a:rPr>
              <a:t>the</a:t>
            </a:r>
            <a:r>
              <a:rPr sz="1020" b="1" spc="-17" dirty="0">
                <a:latin typeface="Arial MT"/>
                <a:cs typeface="Arial MT"/>
              </a:rPr>
              <a:t> </a:t>
            </a:r>
            <a:r>
              <a:rPr sz="1020" b="1" dirty="0">
                <a:latin typeface="Arial MT"/>
                <a:cs typeface="Arial MT"/>
              </a:rPr>
              <a:t>equipments</a:t>
            </a:r>
            <a:r>
              <a:rPr sz="1020" b="1" spc="-10" dirty="0">
                <a:latin typeface="Arial MT"/>
                <a:cs typeface="Arial MT"/>
              </a:rPr>
              <a:t> </a:t>
            </a:r>
            <a:r>
              <a:rPr sz="1020" b="1" dirty="0">
                <a:latin typeface="Arial MT"/>
                <a:cs typeface="Arial MT"/>
              </a:rPr>
              <a:t>should</a:t>
            </a:r>
            <a:r>
              <a:rPr sz="1020" b="1" spc="-14" dirty="0">
                <a:latin typeface="Arial MT"/>
                <a:cs typeface="Arial MT"/>
              </a:rPr>
              <a:t> </a:t>
            </a:r>
            <a:r>
              <a:rPr sz="1020" b="1" dirty="0">
                <a:latin typeface="Arial MT"/>
                <a:cs typeface="Arial MT"/>
              </a:rPr>
              <a:t>be</a:t>
            </a:r>
            <a:r>
              <a:rPr sz="1020" b="1" spc="-17" dirty="0">
                <a:latin typeface="Arial MT"/>
                <a:cs typeface="Arial MT"/>
              </a:rPr>
              <a:t> </a:t>
            </a:r>
            <a:r>
              <a:rPr sz="1020" b="1" dirty="0">
                <a:latin typeface="Arial MT"/>
                <a:cs typeface="Arial MT"/>
              </a:rPr>
              <a:t>easily</a:t>
            </a:r>
            <a:r>
              <a:rPr sz="1020" b="1" spc="-17" dirty="0">
                <a:latin typeface="Arial MT"/>
                <a:cs typeface="Arial MT"/>
              </a:rPr>
              <a:t> </a:t>
            </a:r>
            <a:r>
              <a:rPr sz="1020" b="1" dirty="0">
                <a:latin typeface="Arial MT"/>
                <a:cs typeface="Arial MT"/>
              </a:rPr>
              <a:t>made</a:t>
            </a:r>
            <a:r>
              <a:rPr sz="1020" b="1" spc="-10" dirty="0">
                <a:latin typeface="Arial MT"/>
                <a:cs typeface="Arial MT"/>
              </a:rPr>
              <a:t> </a:t>
            </a:r>
            <a:r>
              <a:rPr sz="1020" b="1" spc="-7" dirty="0">
                <a:latin typeface="Arial MT"/>
                <a:cs typeface="Arial MT"/>
              </a:rPr>
              <a:t>available.</a:t>
            </a:r>
            <a:endParaRPr sz="1020" b="1">
              <a:latin typeface="Arial MT"/>
              <a:cs typeface="Arial MT"/>
            </a:endParaRPr>
          </a:p>
          <a:p>
            <a:pPr>
              <a:spcBef>
                <a:spcPts val="695"/>
              </a:spcBef>
            </a:pPr>
            <a:endParaRPr sz="1020" b="1">
              <a:latin typeface="Arial MT"/>
              <a:cs typeface="Arial MT"/>
            </a:endParaRPr>
          </a:p>
          <a:p>
            <a:pPr marL="52070">
              <a:spcBef>
                <a:spcPts val="5"/>
              </a:spcBef>
            </a:pPr>
            <a:r>
              <a:rPr sz="1020" b="1" dirty="0">
                <a:latin typeface="Arial MT"/>
                <a:cs typeface="Arial MT"/>
              </a:rPr>
              <a:t>II.</a:t>
            </a:r>
            <a:r>
              <a:rPr sz="1020" b="1" spc="-14" dirty="0">
                <a:latin typeface="Arial MT"/>
                <a:cs typeface="Arial MT"/>
              </a:rPr>
              <a:t> </a:t>
            </a:r>
            <a:r>
              <a:rPr sz="1020" b="1" dirty="0">
                <a:latin typeface="Arial MT"/>
                <a:cs typeface="Arial MT"/>
              </a:rPr>
              <a:t>Site</a:t>
            </a:r>
            <a:r>
              <a:rPr sz="1020" b="1" spc="-14" dirty="0">
                <a:latin typeface="Arial MT"/>
                <a:cs typeface="Arial MT"/>
              </a:rPr>
              <a:t> </a:t>
            </a:r>
            <a:r>
              <a:rPr sz="1020" b="1" spc="-7" dirty="0">
                <a:latin typeface="Arial MT"/>
                <a:cs typeface="Arial MT"/>
              </a:rPr>
              <a:t>Permissions</a:t>
            </a:r>
            <a:endParaRPr sz="1020" b="1">
              <a:latin typeface="Arial MT"/>
              <a:cs typeface="Arial MT"/>
            </a:endParaRPr>
          </a:p>
          <a:p>
            <a:pPr marL="8890" marR="468630">
              <a:lnSpc>
                <a:spcPts val="830"/>
              </a:lnSpc>
              <a:spcBef>
                <a:spcPts val="820"/>
              </a:spcBef>
            </a:pPr>
            <a:r>
              <a:rPr sz="1020" b="1" dirty="0">
                <a:latin typeface="Arial MT"/>
                <a:cs typeface="Arial MT"/>
              </a:rPr>
              <a:t>R.D.</a:t>
            </a:r>
            <a:r>
              <a:rPr sz="1020" b="1" spc="-14" dirty="0">
                <a:latin typeface="Arial MT"/>
                <a:cs typeface="Arial MT"/>
              </a:rPr>
              <a:t> </a:t>
            </a:r>
            <a:r>
              <a:rPr sz="1020" b="1" dirty="0">
                <a:latin typeface="Arial MT"/>
                <a:cs typeface="Arial MT"/>
              </a:rPr>
              <a:t>TECH</a:t>
            </a:r>
            <a:r>
              <a:rPr sz="1020" b="1" spc="-17" dirty="0">
                <a:latin typeface="Arial MT"/>
                <a:cs typeface="Arial MT"/>
              </a:rPr>
              <a:t> </a:t>
            </a:r>
            <a:r>
              <a:rPr sz="1020" b="1" dirty="0">
                <a:latin typeface="Arial MT"/>
                <a:cs typeface="Arial MT"/>
              </a:rPr>
              <a:t>INFRA</a:t>
            </a:r>
            <a:r>
              <a:rPr sz="1020" b="1" spc="-10" dirty="0">
                <a:latin typeface="Arial MT"/>
                <a:cs typeface="Arial MT"/>
              </a:rPr>
              <a:t> </a:t>
            </a:r>
            <a:r>
              <a:rPr sz="1020" b="1" dirty="0">
                <a:latin typeface="Arial MT"/>
                <a:cs typeface="Arial MT"/>
              </a:rPr>
              <a:t>has</a:t>
            </a:r>
            <a:r>
              <a:rPr sz="1020" b="1" spc="-20" dirty="0">
                <a:latin typeface="Arial MT"/>
                <a:cs typeface="Arial MT"/>
              </a:rPr>
              <a:t> </a:t>
            </a:r>
            <a:r>
              <a:rPr sz="1020" b="1" dirty="0">
                <a:latin typeface="Arial MT"/>
                <a:cs typeface="Arial MT"/>
              </a:rPr>
              <a:t>Liaisioning</a:t>
            </a:r>
            <a:r>
              <a:rPr sz="1020" b="1" spc="-14" dirty="0">
                <a:latin typeface="Arial MT"/>
                <a:cs typeface="Arial MT"/>
              </a:rPr>
              <a:t> </a:t>
            </a:r>
            <a:r>
              <a:rPr sz="1020" b="1" dirty="0">
                <a:latin typeface="Arial MT"/>
                <a:cs typeface="Arial MT"/>
              </a:rPr>
              <a:t>officers</a:t>
            </a:r>
            <a:r>
              <a:rPr sz="1020" b="1" spc="-14" dirty="0">
                <a:latin typeface="Arial MT"/>
                <a:cs typeface="Arial MT"/>
              </a:rPr>
              <a:t> </a:t>
            </a:r>
            <a:r>
              <a:rPr sz="1020" b="1" dirty="0">
                <a:latin typeface="Arial MT"/>
                <a:cs typeface="Arial MT"/>
              </a:rPr>
              <a:t>who</a:t>
            </a:r>
            <a:r>
              <a:rPr sz="1020" b="1" spc="-10" dirty="0">
                <a:latin typeface="Arial MT"/>
                <a:cs typeface="Arial MT"/>
              </a:rPr>
              <a:t> </a:t>
            </a:r>
            <a:r>
              <a:rPr sz="1020" b="1" dirty="0">
                <a:latin typeface="Arial MT"/>
                <a:cs typeface="Arial MT"/>
              </a:rPr>
              <a:t>work</a:t>
            </a:r>
            <a:r>
              <a:rPr sz="1020" b="1" spc="-14" dirty="0">
                <a:latin typeface="Arial MT"/>
                <a:cs typeface="Arial MT"/>
              </a:rPr>
              <a:t> </a:t>
            </a:r>
            <a:r>
              <a:rPr sz="1020" b="1" dirty="0">
                <a:latin typeface="Arial MT"/>
                <a:cs typeface="Arial MT"/>
              </a:rPr>
              <a:t>with</a:t>
            </a:r>
            <a:r>
              <a:rPr sz="1020" b="1" spc="-14" dirty="0">
                <a:latin typeface="Arial MT"/>
                <a:cs typeface="Arial MT"/>
              </a:rPr>
              <a:t> </a:t>
            </a:r>
            <a:r>
              <a:rPr sz="1020" b="1" dirty="0">
                <a:latin typeface="Arial MT"/>
                <a:cs typeface="Arial MT"/>
              </a:rPr>
              <a:t>the</a:t>
            </a:r>
            <a:r>
              <a:rPr sz="1020" b="1" spc="-10" dirty="0">
                <a:latin typeface="Arial MT"/>
                <a:cs typeface="Arial MT"/>
              </a:rPr>
              <a:t> </a:t>
            </a:r>
            <a:r>
              <a:rPr sz="1020" b="1" dirty="0">
                <a:latin typeface="Arial MT"/>
                <a:cs typeface="Arial MT"/>
              </a:rPr>
              <a:t>various</a:t>
            </a:r>
            <a:r>
              <a:rPr sz="1020" b="1" spc="-24" dirty="0">
                <a:latin typeface="Arial MT"/>
                <a:cs typeface="Arial MT"/>
              </a:rPr>
              <a:t> </a:t>
            </a:r>
            <a:r>
              <a:rPr sz="1020" b="1" spc="-7" dirty="0">
                <a:latin typeface="Arial MT"/>
                <a:cs typeface="Arial MT"/>
              </a:rPr>
              <a:t>government </a:t>
            </a:r>
            <a:r>
              <a:rPr sz="1020" b="1" dirty="0">
                <a:latin typeface="Arial MT"/>
                <a:cs typeface="Arial MT"/>
              </a:rPr>
              <a:t>bodies</a:t>
            </a:r>
            <a:r>
              <a:rPr sz="1020" b="1" spc="-20" dirty="0">
                <a:latin typeface="Arial MT"/>
                <a:cs typeface="Arial MT"/>
              </a:rPr>
              <a:t> </a:t>
            </a:r>
            <a:r>
              <a:rPr sz="1020" b="1" dirty="0">
                <a:latin typeface="Arial MT"/>
                <a:cs typeface="Arial MT"/>
              </a:rPr>
              <a:t>to</a:t>
            </a:r>
            <a:r>
              <a:rPr sz="1020" b="1" spc="-20" dirty="0">
                <a:latin typeface="Arial MT"/>
                <a:cs typeface="Arial MT"/>
              </a:rPr>
              <a:t> </a:t>
            </a:r>
            <a:r>
              <a:rPr sz="1020" b="1" dirty="0">
                <a:latin typeface="Arial MT"/>
                <a:cs typeface="Arial MT"/>
              </a:rPr>
              <a:t>acquire</a:t>
            </a:r>
            <a:r>
              <a:rPr sz="1020" b="1" spc="-20" dirty="0">
                <a:latin typeface="Arial MT"/>
                <a:cs typeface="Arial MT"/>
              </a:rPr>
              <a:t> </a:t>
            </a:r>
            <a:r>
              <a:rPr sz="1020" b="1" dirty="0">
                <a:latin typeface="Arial MT"/>
                <a:cs typeface="Arial MT"/>
              </a:rPr>
              <a:t>the</a:t>
            </a:r>
            <a:r>
              <a:rPr sz="1020" b="1" spc="-17" dirty="0">
                <a:latin typeface="Arial MT"/>
                <a:cs typeface="Arial MT"/>
              </a:rPr>
              <a:t> </a:t>
            </a:r>
            <a:r>
              <a:rPr sz="1020" b="1" dirty="0">
                <a:latin typeface="Arial MT"/>
                <a:cs typeface="Arial MT"/>
              </a:rPr>
              <a:t>necessary</a:t>
            </a:r>
            <a:r>
              <a:rPr sz="1020" b="1" spc="-14" dirty="0">
                <a:latin typeface="Arial MT"/>
                <a:cs typeface="Arial MT"/>
              </a:rPr>
              <a:t> </a:t>
            </a:r>
            <a:r>
              <a:rPr sz="1020" b="1" dirty="0">
                <a:latin typeface="Arial MT"/>
                <a:cs typeface="Arial MT"/>
              </a:rPr>
              <a:t>permissions.</a:t>
            </a:r>
            <a:r>
              <a:rPr sz="1020" b="1" spc="-20" dirty="0">
                <a:latin typeface="Arial MT"/>
                <a:cs typeface="Arial MT"/>
              </a:rPr>
              <a:t> </a:t>
            </a:r>
            <a:r>
              <a:rPr sz="1020" b="1" dirty="0">
                <a:latin typeface="Arial MT"/>
                <a:cs typeface="Arial MT"/>
              </a:rPr>
              <a:t>The</a:t>
            </a:r>
            <a:r>
              <a:rPr sz="1020" b="1" spc="-14" dirty="0">
                <a:latin typeface="Arial MT"/>
                <a:cs typeface="Arial MT"/>
              </a:rPr>
              <a:t> </a:t>
            </a:r>
            <a:r>
              <a:rPr sz="1020" b="1" dirty="0">
                <a:latin typeface="Arial MT"/>
                <a:cs typeface="Arial MT"/>
              </a:rPr>
              <a:t>permissions</a:t>
            </a:r>
            <a:r>
              <a:rPr sz="1020" b="1" spc="-24" dirty="0">
                <a:latin typeface="Arial MT"/>
                <a:cs typeface="Arial MT"/>
              </a:rPr>
              <a:t> </a:t>
            </a:r>
            <a:r>
              <a:rPr sz="1020" b="1" dirty="0">
                <a:latin typeface="Arial MT"/>
                <a:cs typeface="Arial MT"/>
              </a:rPr>
              <a:t>may</a:t>
            </a:r>
            <a:r>
              <a:rPr sz="1020" b="1" spc="-14" dirty="0">
                <a:latin typeface="Arial MT"/>
                <a:cs typeface="Arial MT"/>
              </a:rPr>
              <a:t> </a:t>
            </a:r>
            <a:r>
              <a:rPr sz="1020" b="1" spc="-7" dirty="0">
                <a:latin typeface="Arial MT"/>
                <a:cs typeface="Arial MT"/>
              </a:rPr>
              <a:t>include:</a:t>
            </a:r>
            <a:endParaRPr sz="1020" b="1">
              <a:latin typeface="Arial MT"/>
              <a:cs typeface="Arial MT"/>
            </a:endParaRPr>
          </a:p>
          <a:p>
            <a:pPr>
              <a:spcBef>
                <a:spcPts val="590"/>
              </a:spcBef>
            </a:pPr>
            <a:endParaRPr sz="1020" b="1">
              <a:latin typeface="Arial MT"/>
              <a:cs typeface="Arial MT"/>
            </a:endParaRPr>
          </a:p>
          <a:p>
            <a:pPr marL="796290" indent="-311785">
              <a:lnSpc>
                <a:spcPts val="955"/>
              </a:lnSpc>
              <a:buFont typeface="Courier New" panose="02070309020205020404"/>
              <a:buChar char="o"/>
              <a:tabLst>
                <a:tab pos="795655" algn="l"/>
              </a:tabLst>
            </a:pPr>
            <a:r>
              <a:rPr sz="1020" b="1" dirty="0">
                <a:latin typeface="Arial MT"/>
                <a:cs typeface="Arial MT"/>
              </a:rPr>
              <a:t>Municipal</a:t>
            </a:r>
            <a:r>
              <a:rPr sz="1020" b="1" spc="-17" dirty="0">
                <a:latin typeface="Arial MT"/>
                <a:cs typeface="Arial MT"/>
              </a:rPr>
              <a:t> </a:t>
            </a:r>
            <a:r>
              <a:rPr sz="1020" b="1" dirty="0">
                <a:latin typeface="Arial MT"/>
                <a:cs typeface="Arial MT"/>
              </a:rPr>
              <a:t>Authority</a:t>
            </a:r>
            <a:r>
              <a:rPr sz="1020" b="1" spc="-20" dirty="0">
                <a:latin typeface="Arial MT"/>
                <a:cs typeface="Arial MT"/>
              </a:rPr>
              <a:t> </a:t>
            </a:r>
            <a:r>
              <a:rPr sz="1020" b="1" dirty="0">
                <a:latin typeface="Arial MT"/>
                <a:cs typeface="Arial MT"/>
              </a:rPr>
              <a:t>/</a:t>
            </a:r>
            <a:r>
              <a:rPr sz="1020" b="1" spc="-14" dirty="0">
                <a:latin typeface="Arial MT"/>
                <a:cs typeface="Arial MT"/>
              </a:rPr>
              <a:t> </a:t>
            </a:r>
            <a:r>
              <a:rPr sz="1020" b="1" dirty="0">
                <a:latin typeface="Arial MT"/>
                <a:cs typeface="Arial MT"/>
              </a:rPr>
              <a:t>Local</a:t>
            </a:r>
            <a:r>
              <a:rPr sz="1020" b="1" spc="-14" dirty="0">
                <a:latin typeface="Arial MT"/>
                <a:cs typeface="Arial MT"/>
              </a:rPr>
              <a:t> </a:t>
            </a:r>
            <a:r>
              <a:rPr sz="1020" b="1" spc="-7" dirty="0">
                <a:latin typeface="Arial MT"/>
                <a:cs typeface="Arial MT"/>
              </a:rPr>
              <a:t>Authority</a:t>
            </a:r>
            <a:endParaRPr sz="1020" b="1">
              <a:latin typeface="Arial MT"/>
              <a:cs typeface="Arial MT"/>
            </a:endParaRPr>
          </a:p>
          <a:p>
            <a:pPr marL="796290" indent="-311785">
              <a:lnSpc>
                <a:spcPts val="915"/>
              </a:lnSpc>
              <a:buFont typeface="Courier New" panose="02070309020205020404"/>
              <a:buChar char="o"/>
              <a:tabLst>
                <a:tab pos="795655" algn="l"/>
              </a:tabLst>
            </a:pPr>
            <a:r>
              <a:rPr sz="1020" b="1" dirty="0">
                <a:latin typeface="Arial MT"/>
                <a:cs typeface="Arial MT"/>
              </a:rPr>
              <a:t>Electricity</a:t>
            </a:r>
            <a:r>
              <a:rPr sz="1020" b="1" spc="-17" dirty="0">
                <a:latin typeface="Arial MT"/>
                <a:cs typeface="Arial MT"/>
              </a:rPr>
              <a:t> </a:t>
            </a:r>
            <a:r>
              <a:rPr sz="1020" b="1" spc="-7" dirty="0">
                <a:latin typeface="Arial MT"/>
                <a:cs typeface="Arial MT"/>
              </a:rPr>
              <a:t>Board</a:t>
            </a:r>
            <a:endParaRPr sz="1020" b="1">
              <a:latin typeface="Arial MT"/>
              <a:cs typeface="Arial MT"/>
            </a:endParaRPr>
          </a:p>
          <a:p>
            <a:pPr marL="791210" indent="-306705">
              <a:lnSpc>
                <a:spcPts val="940"/>
              </a:lnSpc>
              <a:buFont typeface="Courier New" panose="02070309020205020404"/>
              <a:buChar char="o"/>
              <a:tabLst>
                <a:tab pos="790575" algn="l"/>
              </a:tabLst>
            </a:pPr>
            <a:r>
              <a:rPr sz="1020" b="1" dirty="0">
                <a:latin typeface="Arial MT"/>
                <a:cs typeface="Arial MT"/>
              </a:rPr>
              <a:t>Pollution</a:t>
            </a:r>
            <a:r>
              <a:rPr sz="1020" b="1" spc="-17" dirty="0">
                <a:latin typeface="Arial MT"/>
                <a:cs typeface="Arial MT"/>
              </a:rPr>
              <a:t> </a:t>
            </a:r>
            <a:r>
              <a:rPr sz="1020" b="1" spc="-7" dirty="0">
                <a:latin typeface="Arial MT"/>
                <a:cs typeface="Arial MT"/>
              </a:rPr>
              <a:t>Board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35" y="635"/>
            <a:ext cx="12275820" cy="6858000"/>
          </a:xfrm>
          <a:prstGeom prst="rect">
            <a:avLst/>
          </a:prstGeom>
        </p:spPr>
      </p:pic>
      <p:sp>
        <p:nvSpPr>
          <p:cNvPr id="3" name="object 3"/>
          <p:cNvSpPr txBox="1"/>
          <p:nvPr/>
        </p:nvSpPr>
        <p:spPr>
          <a:xfrm>
            <a:off x="506730" y="806450"/>
            <a:ext cx="10746105" cy="5247005"/>
          </a:xfrm>
          <a:prstGeom prst="rect">
            <a:avLst/>
          </a:prstGeom>
        </p:spPr>
        <p:txBody>
          <a:bodyPr vert="horz" wrap="square" lIns="0" tIns="8659" rIns="0" bIns="0" rtlCol="0">
            <a:noAutofit/>
          </a:bodyPr>
          <a:lstStyle/>
          <a:p>
            <a:pPr marL="8890" algn="just">
              <a:spcBef>
                <a:spcPts val="70"/>
              </a:spcBef>
            </a:pPr>
            <a:r>
              <a:rPr sz="1000" b="1" dirty="0">
                <a:latin typeface="Arial MT"/>
                <a:cs typeface="Arial MT"/>
              </a:rPr>
              <a:t>III.</a:t>
            </a:r>
            <a:r>
              <a:rPr sz="1000" b="1" spc="-17" dirty="0">
                <a:latin typeface="Arial MT"/>
                <a:cs typeface="Arial MT"/>
              </a:rPr>
              <a:t> </a:t>
            </a:r>
            <a:r>
              <a:rPr sz="1000" b="1" dirty="0">
                <a:latin typeface="Arial MT"/>
                <a:cs typeface="Arial MT"/>
              </a:rPr>
              <a:t>Site</a:t>
            </a:r>
            <a:r>
              <a:rPr sz="1000" b="1" spc="-14" dirty="0">
                <a:latin typeface="Arial MT"/>
                <a:cs typeface="Arial MT"/>
              </a:rPr>
              <a:t> </a:t>
            </a:r>
            <a:r>
              <a:rPr sz="1000" b="1" spc="-7" dirty="0">
                <a:latin typeface="Arial MT"/>
                <a:cs typeface="Arial MT"/>
              </a:rPr>
              <a:t>Design</a:t>
            </a:r>
            <a:endParaRPr sz="1000" b="1">
              <a:latin typeface="Arial MT"/>
              <a:cs typeface="Arial MT"/>
            </a:endParaRPr>
          </a:p>
          <a:p>
            <a:pPr>
              <a:spcBef>
                <a:spcPts val="205"/>
              </a:spcBef>
            </a:pPr>
            <a:endParaRPr sz="1000" b="1">
              <a:latin typeface="Arial MT"/>
              <a:cs typeface="Arial MT"/>
            </a:endParaRPr>
          </a:p>
          <a:p>
            <a:pPr marL="17145" marR="5080" algn="just">
              <a:lnSpc>
                <a:spcPts val="885"/>
              </a:lnSpc>
              <a:spcBef>
                <a:spcPts val="5"/>
              </a:spcBef>
            </a:pPr>
            <a:r>
              <a:rPr sz="1000" b="1" dirty="0">
                <a:latin typeface="Arial MT"/>
                <a:cs typeface="Arial MT"/>
              </a:rPr>
              <a:t>R.D.</a:t>
            </a:r>
            <a:r>
              <a:rPr sz="1000" b="1" spc="24" dirty="0">
                <a:latin typeface="Arial MT"/>
                <a:cs typeface="Arial MT"/>
              </a:rPr>
              <a:t> </a:t>
            </a:r>
            <a:r>
              <a:rPr sz="1000" b="1" dirty="0">
                <a:latin typeface="Arial MT"/>
                <a:cs typeface="Arial MT"/>
              </a:rPr>
              <a:t>TECH</a:t>
            </a:r>
            <a:r>
              <a:rPr sz="1000" b="1" spc="24" dirty="0">
                <a:latin typeface="Arial MT"/>
                <a:cs typeface="Arial MT"/>
              </a:rPr>
              <a:t> </a:t>
            </a:r>
            <a:r>
              <a:rPr sz="1000" b="1" dirty="0">
                <a:latin typeface="Arial MT"/>
                <a:cs typeface="Arial MT"/>
              </a:rPr>
              <a:t>INFRA</a:t>
            </a:r>
            <a:r>
              <a:rPr sz="1000" b="1" spc="24" dirty="0">
                <a:latin typeface="Arial MT"/>
                <a:cs typeface="Arial MT"/>
              </a:rPr>
              <a:t> </a:t>
            </a:r>
            <a:r>
              <a:rPr sz="1000" b="1" dirty="0">
                <a:latin typeface="Arial MT"/>
                <a:cs typeface="Arial MT"/>
              </a:rPr>
              <a:t>engineer</a:t>
            </a:r>
            <a:r>
              <a:rPr sz="1000" b="1" spc="17" dirty="0">
                <a:latin typeface="Arial MT"/>
                <a:cs typeface="Arial MT"/>
              </a:rPr>
              <a:t> </a:t>
            </a:r>
            <a:r>
              <a:rPr sz="1000" b="1" dirty="0">
                <a:latin typeface="Arial MT"/>
                <a:cs typeface="Arial MT"/>
              </a:rPr>
              <a:t>will</a:t>
            </a:r>
            <a:r>
              <a:rPr sz="1000" b="1" spc="24" dirty="0">
                <a:latin typeface="Arial MT"/>
                <a:cs typeface="Arial MT"/>
              </a:rPr>
              <a:t> </a:t>
            </a:r>
            <a:r>
              <a:rPr sz="1000" b="1" dirty="0">
                <a:latin typeface="Arial MT"/>
                <a:cs typeface="Arial MT"/>
              </a:rPr>
              <a:t>make</a:t>
            </a:r>
            <a:r>
              <a:rPr sz="1000" b="1" spc="20" dirty="0">
                <a:latin typeface="Arial MT"/>
                <a:cs typeface="Arial MT"/>
              </a:rPr>
              <a:t> </a:t>
            </a:r>
            <a:r>
              <a:rPr sz="1000" b="1" dirty="0">
                <a:latin typeface="Arial MT"/>
                <a:cs typeface="Arial MT"/>
              </a:rPr>
              <a:t>a</a:t>
            </a:r>
            <a:r>
              <a:rPr sz="1000" b="1" spc="20" dirty="0">
                <a:latin typeface="Arial MT"/>
                <a:cs typeface="Arial MT"/>
              </a:rPr>
              <a:t> </a:t>
            </a:r>
            <a:r>
              <a:rPr sz="1000" b="1" dirty="0">
                <a:latin typeface="Arial MT"/>
                <a:cs typeface="Arial MT"/>
              </a:rPr>
              <a:t>preliminary</a:t>
            </a:r>
            <a:r>
              <a:rPr sz="1000" b="1" spc="24" dirty="0">
                <a:latin typeface="Arial MT"/>
                <a:cs typeface="Arial MT"/>
              </a:rPr>
              <a:t> </a:t>
            </a:r>
            <a:r>
              <a:rPr sz="1000" b="1" dirty="0">
                <a:latin typeface="Arial MT"/>
                <a:cs typeface="Arial MT"/>
              </a:rPr>
              <a:t>site</a:t>
            </a:r>
            <a:r>
              <a:rPr sz="1000" b="1" spc="24" dirty="0">
                <a:latin typeface="Arial MT"/>
                <a:cs typeface="Arial MT"/>
              </a:rPr>
              <a:t> </a:t>
            </a:r>
            <a:r>
              <a:rPr sz="1000" b="1" dirty="0">
                <a:latin typeface="Arial MT"/>
                <a:cs typeface="Arial MT"/>
              </a:rPr>
              <a:t>layout</a:t>
            </a:r>
            <a:r>
              <a:rPr sz="1000" b="1" spc="20" dirty="0">
                <a:latin typeface="Arial MT"/>
                <a:cs typeface="Arial MT"/>
              </a:rPr>
              <a:t> </a:t>
            </a:r>
            <a:r>
              <a:rPr sz="1000" b="1" dirty="0">
                <a:latin typeface="Arial MT"/>
                <a:cs typeface="Arial MT"/>
              </a:rPr>
              <a:t>depicting</a:t>
            </a:r>
            <a:r>
              <a:rPr sz="1000" b="1" spc="31" dirty="0">
                <a:latin typeface="Arial MT"/>
                <a:cs typeface="Arial MT"/>
              </a:rPr>
              <a:t> </a:t>
            </a:r>
            <a:r>
              <a:rPr sz="1000" b="1" dirty="0">
                <a:latin typeface="Arial MT"/>
                <a:cs typeface="Arial MT"/>
              </a:rPr>
              <a:t>the</a:t>
            </a:r>
            <a:r>
              <a:rPr sz="1000" b="1" spc="20" dirty="0">
                <a:latin typeface="Arial MT"/>
                <a:cs typeface="Arial MT"/>
              </a:rPr>
              <a:t> </a:t>
            </a:r>
            <a:r>
              <a:rPr sz="1000" b="1" dirty="0">
                <a:latin typeface="Arial MT"/>
                <a:cs typeface="Arial MT"/>
              </a:rPr>
              <a:t>positioning</a:t>
            </a:r>
            <a:r>
              <a:rPr sz="1000" b="1" spc="20" dirty="0">
                <a:latin typeface="Arial MT"/>
                <a:cs typeface="Arial MT"/>
              </a:rPr>
              <a:t> </a:t>
            </a:r>
            <a:r>
              <a:rPr sz="1000" b="1" spc="-17" dirty="0">
                <a:latin typeface="Arial MT"/>
                <a:cs typeface="Arial MT"/>
              </a:rPr>
              <a:t>of </a:t>
            </a:r>
            <a:r>
              <a:rPr sz="1000" b="1" dirty="0">
                <a:latin typeface="Arial MT"/>
                <a:cs typeface="Arial MT"/>
              </a:rPr>
              <a:t>shelter,</a:t>
            </a:r>
            <a:r>
              <a:rPr sz="1000" b="1" spc="37" dirty="0">
                <a:latin typeface="Arial MT"/>
                <a:cs typeface="Arial MT"/>
              </a:rPr>
              <a:t> </a:t>
            </a:r>
            <a:r>
              <a:rPr sz="1000" b="1" dirty="0">
                <a:latin typeface="Arial MT"/>
                <a:cs typeface="Arial MT"/>
              </a:rPr>
              <a:t>tower,</a:t>
            </a:r>
            <a:r>
              <a:rPr sz="1000" b="1" spc="37" dirty="0">
                <a:latin typeface="Arial MT"/>
                <a:cs typeface="Arial MT"/>
              </a:rPr>
              <a:t> </a:t>
            </a:r>
            <a:r>
              <a:rPr sz="1000" b="1" dirty="0">
                <a:latin typeface="Arial MT"/>
                <a:cs typeface="Arial MT"/>
              </a:rPr>
              <a:t>DG,</a:t>
            </a:r>
            <a:r>
              <a:rPr sz="1000" b="1" spc="34" dirty="0">
                <a:latin typeface="Arial MT"/>
                <a:cs typeface="Arial MT"/>
              </a:rPr>
              <a:t> </a:t>
            </a:r>
            <a:r>
              <a:rPr sz="1000" b="1" dirty="0">
                <a:latin typeface="Arial MT"/>
                <a:cs typeface="Arial MT"/>
              </a:rPr>
              <a:t>earth</a:t>
            </a:r>
            <a:r>
              <a:rPr sz="1000" b="1" spc="41" dirty="0">
                <a:latin typeface="Arial MT"/>
                <a:cs typeface="Arial MT"/>
              </a:rPr>
              <a:t> </a:t>
            </a:r>
            <a:r>
              <a:rPr sz="1000" b="1" dirty="0">
                <a:latin typeface="Arial MT"/>
                <a:cs typeface="Arial MT"/>
              </a:rPr>
              <a:t>pits</a:t>
            </a:r>
            <a:r>
              <a:rPr sz="1000" b="1" spc="41" dirty="0">
                <a:latin typeface="Arial MT"/>
                <a:cs typeface="Arial MT"/>
              </a:rPr>
              <a:t> </a:t>
            </a:r>
            <a:r>
              <a:rPr sz="1000" b="1" dirty="0">
                <a:latin typeface="Arial MT"/>
                <a:cs typeface="Arial MT"/>
              </a:rPr>
              <a:t>etc.,</a:t>
            </a:r>
            <a:r>
              <a:rPr sz="1000" b="1" spc="41" dirty="0">
                <a:latin typeface="Arial MT"/>
                <a:cs typeface="Arial MT"/>
              </a:rPr>
              <a:t> </a:t>
            </a:r>
            <a:r>
              <a:rPr sz="1000" b="1" dirty="0">
                <a:latin typeface="Arial MT"/>
                <a:cs typeface="Arial MT"/>
              </a:rPr>
              <a:t>based</a:t>
            </a:r>
            <a:r>
              <a:rPr sz="1000" b="1" spc="41" dirty="0">
                <a:latin typeface="Arial MT"/>
                <a:cs typeface="Arial MT"/>
              </a:rPr>
              <a:t> </a:t>
            </a:r>
            <a:r>
              <a:rPr sz="1000" b="1" dirty="0">
                <a:latin typeface="Arial MT"/>
                <a:cs typeface="Arial MT"/>
              </a:rPr>
              <a:t>on</a:t>
            </a:r>
            <a:r>
              <a:rPr sz="1000" b="1" spc="27" dirty="0">
                <a:latin typeface="Arial MT"/>
                <a:cs typeface="Arial MT"/>
              </a:rPr>
              <a:t> </a:t>
            </a:r>
            <a:r>
              <a:rPr sz="1000" b="1" dirty="0">
                <a:latin typeface="Arial MT"/>
                <a:cs typeface="Arial MT"/>
              </a:rPr>
              <a:t>whether</a:t>
            </a:r>
            <a:r>
              <a:rPr sz="1000" b="1" spc="34" dirty="0">
                <a:latin typeface="Arial MT"/>
                <a:cs typeface="Arial MT"/>
              </a:rPr>
              <a:t> </a:t>
            </a:r>
            <a:r>
              <a:rPr sz="1000" b="1" dirty="0">
                <a:latin typeface="Arial MT"/>
                <a:cs typeface="Arial MT"/>
              </a:rPr>
              <a:t>it</a:t>
            </a:r>
            <a:r>
              <a:rPr sz="1000" b="1" spc="41" dirty="0">
                <a:latin typeface="Arial MT"/>
                <a:cs typeface="Arial MT"/>
              </a:rPr>
              <a:t> </a:t>
            </a:r>
            <a:r>
              <a:rPr sz="1000" b="1" dirty="0">
                <a:latin typeface="Arial MT"/>
                <a:cs typeface="Arial MT"/>
              </a:rPr>
              <a:t>is</a:t>
            </a:r>
            <a:r>
              <a:rPr sz="1000" b="1" spc="37" dirty="0">
                <a:latin typeface="Arial MT"/>
                <a:cs typeface="Arial MT"/>
              </a:rPr>
              <a:t> </a:t>
            </a:r>
            <a:r>
              <a:rPr sz="1000" b="1" dirty="0">
                <a:latin typeface="Arial MT"/>
                <a:cs typeface="Arial MT"/>
              </a:rPr>
              <a:t>a</a:t>
            </a:r>
            <a:r>
              <a:rPr sz="1000" b="1" spc="41" dirty="0">
                <a:latin typeface="Arial MT"/>
                <a:cs typeface="Arial MT"/>
              </a:rPr>
              <a:t> </a:t>
            </a:r>
            <a:r>
              <a:rPr sz="1000" b="1" dirty="0">
                <a:latin typeface="Arial MT"/>
                <a:cs typeface="Arial MT"/>
              </a:rPr>
              <a:t>RTT</a:t>
            </a:r>
            <a:r>
              <a:rPr sz="1000" b="1" spc="41" dirty="0">
                <a:latin typeface="Arial MT"/>
                <a:cs typeface="Arial MT"/>
              </a:rPr>
              <a:t> </a:t>
            </a:r>
            <a:r>
              <a:rPr sz="1000" b="1" dirty="0">
                <a:latin typeface="Arial MT"/>
                <a:cs typeface="Arial MT"/>
              </a:rPr>
              <a:t>or</a:t>
            </a:r>
            <a:r>
              <a:rPr sz="1000" b="1" spc="27" dirty="0">
                <a:latin typeface="Arial MT"/>
                <a:cs typeface="Arial MT"/>
              </a:rPr>
              <a:t> </a:t>
            </a:r>
            <a:r>
              <a:rPr sz="1000" b="1" dirty="0">
                <a:latin typeface="Arial MT"/>
                <a:cs typeface="Arial MT"/>
              </a:rPr>
              <a:t>a</a:t>
            </a:r>
            <a:r>
              <a:rPr sz="1000" b="1" spc="44" dirty="0">
                <a:latin typeface="Arial MT"/>
                <a:cs typeface="Arial MT"/>
              </a:rPr>
              <a:t> </a:t>
            </a:r>
            <a:r>
              <a:rPr sz="1000" b="1" dirty="0">
                <a:latin typeface="Arial MT"/>
                <a:cs typeface="Arial MT"/>
              </a:rPr>
              <a:t>GBT</a:t>
            </a:r>
            <a:r>
              <a:rPr sz="1000" b="1" spc="37" dirty="0">
                <a:latin typeface="Arial MT"/>
                <a:cs typeface="Arial MT"/>
              </a:rPr>
              <a:t> </a:t>
            </a:r>
            <a:r>
              <a:rPr sz="1000" b="1" dirty="0">
                <a:latin typeface="Arial MT"/>
                <a:cs typeface="Arial MT"/>
              </a:rPr>
              <a:t>site</a:t>
            </a:r>
            <a:r>
              <a:rPr sz="1000" b="1" spc="37" dirty="0">
                <a:latin typeface="Arial MT"/>
                <a:cs typeface="Arial MT"/>
              </a:rPr>
              <a:t> </a:t>
            </a:r>
            <a:r>
              <a:rPr sz="1000" b="1" dirty="0">
                <a:latin typeface="Arial MT"/>
                <a:cs typeface="Arial MT"/>
              </a:rPr>
              <a:t>.</a:t>
            </a:r>
            <a:r>
              <a:rPr sz="1000" b="1" spc="41" dirty="0">
                <a:latin typeface="Arial MT"/>
                <a:cs typeface="Arial MT"/>
              </a:rPr>
              <a:t> </a:t>
            </a:r>
            <a:r>
              <a:rPr sz="1000" b="1" spc="-7" dirty="0">
                <a:latin typeface="Arial MT"/>
                <a:cs typeface="Arial MT"/>
              </a:rPr>
              <a:t>Structural </a:t>
            </a:r>
            <a:r>
              <a:rPr sz="1000" b="1" dirty="0">
                <a:latin typeface="Arial MT"/>
                <a:cs typeface="Arial MT"/>
              </a:rPr>
              <a:t>stability</a:t>
            </a:r>
            <a:r>
              <a:rPr sz="1000" b="1" spc="187" dirty="0">
                <a:latin typeface="Arial MT"/>
                <a:cs typeface="Arial MT"/>
              </a:rPr>
              <a:t> </a:t>
            </a:r>
            <a:r>
              <a:rPr sz="1000" b="1" dirty="0">
                <a:latin typeface="Arial MT"/>
                <a:cs typeface="Arial MT"/>
              </a:rPr>
              <a:t>of</a:t>
            </a:r>
            <a:r>
              <a:rPr sz="1000" b="1" spc="187" dirty="0">
                <a:latin typeface="Arial MT"/>
                <a:cs typeface="Arial MT"/>
              </a:rPr>
              <a:t> </a:t>
            </a:r>
            <a:r>
              <a:rPr sz="1000" b="1" dirty="0">
                <a:latin typeface="Arial MT"/>
                <a:cs typeface="Arial MT"/>
              </a:rPr>
              <a:t>the</a:t>
            </a:r>
            <a:r>
              <a:rPr sz="1000" b="1" spc="191" dirty="0">
                <a:latin typeface="Arial MT"/>
                <a:cs typeface="Arial MT"/>
              </a:rPr>
              <a:t> </a:t>
            </a:r>
            <a:r>
              <a:rPr sz="1000" b="1" dirty="0">
                <a:latin typeface="Arial MT"/>
                <a:cs typeface="Arial MT"/>
              </a:rPr>
              <a:t>building</a:t>
            </a:r>
            <a:r>
              <a:rPr sz="1000" b="1" spc="187" dirty="0">
                <a:latin typeface="Arial MT"/>
                <a:cs typeface="Arial MT"/>
              </a:rPr>
              <a:t> </a:t>
            </a:r>
            <a:r>
              <a:rPr sz="1000" b="1" dirty="0">
                <a:latin typeface="Arial MT"/>
                <a:cs typeface="Arial MT"/>
              </a:rPr>
              <a:t>or</a:t>
            </a:r>
            <a:r>
              <a:rPr sz="1000" b="1" spc="184" dirty="0">
                <a:latin typeface="Arial MT"/>
                <a:cs typeface="Arial MT"/>
              </a:rPr>
              <a:t> </a:t>
            </a:r>
            <a:r>
              <a:rPr sz="1000" b="1" dirty="0">
                <a:latin typeface="Arial MT"/>
                <a:cs typeface="Arial MT"/>
              </a:rPr>
              <a:t>soil</a:t>
            </a:r>
            <a:r>
              <a:rPr sz="1000" b="1" spc="187" dirty="0">
                <a:latin typeface="Arial MT"/>
                <a:cs typeface="Arial MT"/>
              </a:rPr>
              <a:t> </a:t>
            </a:r>
            <a:r>
              <a:rPr sz="1000" b="1" dirty="0">
                <a:latin typeface="Arial MT"/>
                <a:cs typeface="Arial MT"/>
              </a:rPr>
              <a:t>testing</a:t>
            </a:r>
            <a:r>
              <a:rPr sz="1000" b="1" spc="187" dirty="0">
                <a:latin typeface="Arial MT"/>
                <a:cs typeface="Arial MT"/>
              </a:rPr>
              <a:t> </a:t>
            </a:r>
            <a:r>
              <a:rPr sz="1000" b="1" dirty="0">
                <a:latin typeface="Arial MT"/>
                <a:cs typeface="Arial MT"/>
              </a:rPr>
              <a:t>is</a:t>
            </a:r>
            <a:r>
              <a:rPr sz="1000" b="1" spc="184" dirty="0">
                <a:latin typeface="Arial MT"/>
                <a:cs typeface="Arial MT"/>
              </a:rPr>
              <a:t> </a:t>
            </a:r>
            <a:r>
              <a:rPr sz="1000" b="1" dirty="0">
                <a:latin typeface="Arial MT"/>
                <a:cs typeface="Arial MT"/>
              </a:rPr>
              <a:t>carried</a:t>
            </a:r>
            <a:r>
              <a:rPr sz="1000" b="1" spc="194" dirty="0">
                <a:latin typeface="Arial MT"/>
                <a:cs typeface="Arial MT"/>
              </a:rPr>
              <a:t> </a:t>
            </a:r>
          </a:p>
          <a:p>
            <a:pPr marL="17145" marR="5080" algn="just">
              <a:lnSpc>
                <a:spcPts val="885"/>
              </a:lnSpc>
              <a:spcBef>
                <a:spcPts val="5"/>
              </a:spcBef>
            </a:pPr>
            <a:r>
              <a:rPr sz="1000" b="1" dirty="0">
                <a:latin typeface="Arial MT"/>
                <a:cs typeface="Arial MT"/>
              </a:rPr>
              <a:t>out.</a:t>
            </a:r>
            <a:r>
              <a:rPr sz="1000" b="1" spc="187" dirty="0">
                <a:latin typeface="Arial MT"/>
                <a:cs typeface="Arial MT"/>
              </a:rPr>
              <a:t> </a:t>
            </a:r>
            <a:r>
              <a:rPr sz="1000" b="1" dirty="0">
                <a:latin typeface="Arial MT"/>
                <a:cs typeface="Arial MT"/>
              </a:rPr>
              <a:t>The</a:t>
            </a:r>
            <a:r>
              <a:rPr sz="1000" b="1" spc="187" dirty="0">
                <a:latin typeface="Arial MT"/>
                <a:cs typeface="Arial MT"/>
              </a:rPr>
              <a:t> </a:t>
            </a:r>
            <a:r>
              <a:rPr sz="1000" b="1" dirty="0">
                <a:latin typeface="Arial MT"/>
                <a:cs typeface="Arial MT"/>
              </a:rPr>
              <a:t>foundation</a:t>
            </a:r>
            <a:r>
              <a:rPr sz="1000" b="1" spc="191" dirty="0">
                <a:latin typeface="Arial MT"/>
                <a:cs typeface="Arial MT"/>
              </a:rPr>
              <a:t> </a:t>
            </a:r>
            <a:r>
              <a:rPr sz="1000" b="1" dirty="0">
                <a:latin typeface="Arial MT"/>
                <a:cs typeface="Arial MT"/>
              </a:rPr>
              <a:t>designs</a:t>
            </a:r>
            <a:r>
              <a:rPr sz="1000" b="1" spc="187" dirty="0">
                <a:latin typeface="Arial MT"/>
                <a:cs typeface="Arial MT"/>
              </a:rPr>
              <a:t> </a:t>
            </a:r>
            <a:r>
              <a:rPr sz="1000" b="1" dirty="0">
                <a:latin typeface="Arial MT"/>
                <a:cs typeface="Arial MT"/>
              </a:rPr>
              <a:t>are</a:t>
            </a:r>
            <a:r>
              <a:rPr sz="1000" b="1" spc="187" dirty="0">
                <a:latin typeface="Arial MT"/>
                <a:cs typeface="Arial MT"/>
              </a:rPr>
              <a:t> </a:t>
            </a:r>
            <a:r>
              <a:rPr sz="1000" b="1" spc="-14" dirty="0">
                <a:latin typeface="Arial MT"/>
                <a:cs typeface="Arial MT"/>
              </a:rPr>
              <a:t>then </a:t>
            </a:r>
            <a:r>
              <a:rPr sz="1000" b="1" dirty="0">
                <a:latin typeface="Arial MT"/>
                <a:cs typeface="Arial MT"/>
              </a:rPr>
              <a:t>prepared</a:t>
            </a:r>
            <a:r>
              <a:rPr sz="1000" b="1" spc="-14" dirty="0">
                <a:latin typeface="Arial MT"/>
                <a:cs typeface="Arial MT"/>
              </a:rPr>
              <a:t> </a:t>
            </a:r>
            <a:r>
              <a:rPr sz="1000" b="1" dirty="0">
                <a:latin typeface="Arial MT"/>
                <a:cs typeface="Arial MT"/>
              </a:rPr>
              <a:t>for</a:t>
            </a:r>
            <a:r>
              <a:rPr sz="1000" b="1" spc="-20" dirty="0">
                <a:latin typeface="Arial MT"/>
                <a:cs typeface="Arial MT"/>
              </a:rPr>
              <a:t> </a:t>
            </a:r>
            <a:r>
              <a:rPr sz="1000" b="1" dirty="0">
                <a:latin typeface="Arial MT"/>
                <a:cs typeface="Arial MT"/>
              </a:rPr>
              <a:t>the</a:t>
            </a:r>
            <a:r>
              <a:rPr sz="1000" b="1" spc="-17" dirty="0">
                <a:latin typeface="Arial MT"/>
                <a:cs typeface="Arial MT"/>
              </a:rPr>
              <a:t> </a:t>
            </a:r>
            <a:r>
              <a:rPr sz="1000" b="1" dirty="0">
                <a:latin typeface="Arial MT"/>
                <a:cs typeface="Arial MT"/>
              </a:rPr>
              <a:t>Tower,</a:t>
            </a:r>
            <a:r>
              <a:rPr sz="1000" b="1" spc="-10" dirty="0">
                <a:latin typeface="Arial MT"/>
                <a:cs typeface="Arial MT"/>
              </a:rPr>
              <a:t> </a:t>
            </a:r>
            <a:r>
              <a:rPr sz="1000" b="1" dirty="0">
                <a:latin typeface="Arial MT"/>
                <a:cs typeface="Arial MT"/>
              </a:rPr>
              <a:t>Shelter</a:t>
            </a:r>
            <a:r>
              <a:rPr sz="1000" b="1" spc="-14" dirty="0">
                <a:latin typeface="Arial MT"/>
                <a:cs typeface="Arial MT"/>
              </a:rPr>
              <a:t> </a:t>
            </a:r>
            <a:r>
              <a:rPr sz="1000" b="1" dirty="0">
                <a:latin typeface="Arial MT"/>
                <a:cs typeface="Arial MT"/>
              </a:rPr>
              <a:t>and</a:t>
            </a:r>
            <a:r>
              <a:rPr sz="1000" b="1" spc="-10" dirty="0">
                <a:latin typeface="Arial MT"/>
                <a:cs typeface="Arial MT"/>
              </a:rPr>
              <a:t> </a:t>
            </a:r>
            <a:r>
              <a:rPr sz="1000" b="1" dirty="0">
                <a:latin typeface="Arial MT"/>
                <a:cs typeface="Arial MT"/>
              </a:rPr>
              <a:t>the</a:t>
            </a:r>
            <a:r>
              <a:rPr sz="1000" b="1" spc="-10" dirty="0">
                <a:latin typeface="Arial MT"/>
                <a:cs typeface="Arial MT"/>
              </a:rPr>
              <a:t> </a:t>
            </a:r>
            <a:r>
              <a:rPr sz="1000" b="1" spc="-17" dirty="0">
                <a:latin typeface="Arial MT"/>
                <a:cs typeface="Arial MT"/>
              </a:rPr>
              <a:t>DG.</a:t>
            </a:r>
            <a:endParaRPr sz="1000" b="1">
              <a:latin typeface="Arial MT"/>
              <a:cs typeface="Arial MT"/>
            </a:endParaRPr>
          </a:p>
          <a:p>
            <a:pPr marL="17145" marR="314325" algn="just">
              <a:lnSpc>
                <a:spcPts val="830"/>
              </a:lnSpc>
              <a:spcBef>
                <a:spcPts val="285"/>
              </a:spcBef>
            </a:pPr>
            <a:r>
              <a:rPr sz="1000" b="1" dirty="0">
                <a:latin typeface="Arial MT"/>
                <a:cs typeface="Arial MT"/>
              </a:rPr>
              <a:t>The</a:t>
            </a:r>
            <a:r>
              <a:rPr sz="1000" b="1" spc="-14" dirty="0">
                <a:latin typeface="Arial MT"/>
                <a:cs typeface="Arial MT"/>
              </a:rPr>
              <a:t> </a:t>
            </a:r>
            <a:r>
              <a:rPr sz="1000" b="1" dirty="0">
                <a:latin typeface="Arial MT"/>
                <a:cs typeface="Arial MT"/>
              </a:rPr>
              <a:t>electrical</a:t>
            </a:r>
            <a:r>
              <a:rPr sz="1000" b="1" spc="-14" dirty="0">
                <a:latin typeface="Arial MT"/>
                <a:cs typeface="Arial MT"/>
              </a:rPr>
              <a:t> </a:t>
            </a:r>
            <a:r>
              <a:rPr sz="1000" b="1" dirty="0">
                <a:latin typeface="Arial MT"/>
                <a:cs typeface="Arial MT"/>
              </a:rPr>
              <a:t>specifications</a:t>
            </a:r>
            <a:r>
              <a:rPr sz="1000" b="1" spc="-14" dirty="0">
                <a:latin typeface="Arial MT"/>
                <a:cs typeface="Arial MT"/>
              </a:rPr>
              <a:t> </a:t>
            </a:r>
            <a:r>
              <a:rPr sz="1000" b="1" dirty="0">
                <a:latin typeface="Arial MT"/>
                <a:cs typeface="Arial MT"/>
              </a:rPr>
              <a:t>are</a:t>
            </a:r>
            <a:r>
              <a:rPr sz="1000" b="1" spc="-20" dirty="0">
                <a:latin typeface="Arial MT"/>
                <a:cs typeface="Arial MT"/>
              </a:rPr>
              <a:t> </a:t>
            </a:r>
            <a:r>
              <a:rPr sz="1000" b="1" dirty="0">
                <a:latin typeface="Arial MT"/>
                <a:cs typeface="Arial MT"/>
              </a:rPr>
              <a:t>mostly</a:t>
            </a:r>
            <a:r>
              <a:rPr sz="1000" b="1" spc="-14" dirty="0">
                <a:latin typeface="Arial MT"/>
                <a:cs typeface="Arial MT"/>
              </a:rPr>
              <a:t> </a:t>
            </a:r>
            <a:r>
              <a:rPr sz="1000" b="1" dirty="0">
                <a:latin typeface="Arial MT"/>
                <a:cs typeface="Arial MT"/>
              </a:rPr>
              <a:t>fixed</a:t>
            </a:r>
            <a:r>
              <a:rPr sz="1000" b="1" spc="-14" dirty="0">
                <a:latin typeface="Arial MT"/>
                <a:cs typeface="Arial MT"/>
              </a:rPr>
              <a:t> </a:t>
            </a:r>
            <a:r>
              <a:rPr sz="1000" b="1" dirty="0">
                <a:latin typeface="Arial MT"/>
                <a:cs typeface="Arial MT"/>
              </a:rPr>
              <a:t>by</a:t>
            </a:r>
            <a:r>
              <a:rPr sz="1000" b="1" spc="-10" dirty="0">
                <a:latin typeface="Arial MT"/>
                <a:cs typeface="Arial MT"/>
              </a:rPr>
              <a:t> </a:t>
            </a:r>
            <a:r>
              <a:rPr sz="1000" b="1" dirty="0">
                <a:latin typeface="Arial MT"/>
                <a:cs typeface="Arial MT"/>
              </a:rPr>
              <a:t>the</a:t>
            </a:r>
            <a:r>
              <a:rPr sz="1000" b="1" spc="-20" dirty="0">
                <a:latin typeface="Arial MT"/>
                <a:cs typeface="Arial MT"/>
              </a:rPr>
              <a:t> </a:t>
            </a:r>
            <a:r>
              <a:rPr sz="1000" b="1" dirty="0">
                <a:latin typeface="Arial MT"/>
                <a:cs typeface="Arial MT"/>
              </a:rPr>
              <a:t>operators</a:t>
            </a:r>
            <a:r>
              <a:rPr sz="1000" b="1" spc="-14" dirty="0">
                <a:latin typeface="Arial MT"/>
                <a:cs typeface="Arial MT"/>
              </a:rPr>
              <a:t> </a:t>
            </a:r>
            <a:r>
              <a:rPr sz="1000" b="1" dirty="0">
                <a:latin typeface="Arial MT"/>
                <a:cs typeface="Arial MT"/>
              </a:rPr>
              <a:t>the</a:t>
            </a:r>
            <a:r>
              <a:rPr sz="1000" b="1" spc="-14" dirty="0">
                <a:latin typeface="Arial MT"/>
                <a:cs typeface="Arial MT"/>
              </a:rPr>
              <a:t> </a:t>
            </a:r>
            <a:r>
              <a:rPr sz="1000" b="1" dirty="0">
                <a:latin typeface="Arial MT"/>
                <a:cs typeface="Arial MT"/>
              </a:rPr>
              <a:t>same</a:t>
            </a:r>
            <a:r>
              <a:rPr sz="1000" b="1" spc="-10" dirty="0">
                <a:latin typeface="Arial MT"/>
                <a:cs typeface="Arial MT"/>
              </a:rPr>
              <a:t> </a:t>
            </a:r>
            <a:r>
              <a:rPr sz="1000" b="1" dirty="0">
                <a:latin typeface="Arial MT"/>
                <a:cs typeface="Arial MT"/>
              </a:rPr>
              <a:t>is</a:t>
            </a:r>
            <a:r>
              <a:rPr sz="1000" b="1" spc="-14" dirty="0">
                <a:latin typeface="Arial MT"/>
                <a:cs typeface="Arial MT"/>
              </a:rPr>
              <a:t> </a:t>
            </a:r>
            <a:r>
              <a:rPr sz="1000" b="1" dirty="0">
                <a:latin typeface="Arial MT"/>
                <a:cs typeface="Arial MT"/>
              </a:rPr>
              <a:t>vetted</a:t>
            </a:r>
            <a:r>
              <a:rPr sz="1000" b="1" spc="-14" dirty="0">
                <a:latin typeface="Arial MT"/>
                <a:cs typeface="Arial MT"/>
              </a:rPr>
              <a:t> </a:t>
            </a:r>
            <a:r>
              <a:rPr sz="1000" b="1" spc="-17" dirty="0">
                <a:latin typeface="Arial MT"/>
                <a:cs typeface="Arial MT"/>
              </a:rPr>
              <a:t>and </a:t>
            </a:r>
            <a:r>
              <a:rPr sz="1000" b="1" dirty="0">
                <a:latin typeface="Arial MT"/>
                <a:cs typeface="Arial MT"/>
              </a:rPr>
              <a:t>changes</a:t>
            </a:r>
            <a:r>
              <a:rPr sz="1000" b="1" spc="-10" dirty="0">
                <a:latin typeface="Arial MT"/>
                <a:cs typeface="Arial MT"/>
              </a:rPr>
              <a:t> </a:t>
            </a:r>
            <a:r>
              <a:rPr sz="1000" b="1" dirty="0">
                <a:latin typeface="Arial MT"/>
                <a:cs typeface="Arial MT"/>
              </a:rPr>
              <a:t>if</a:t>
            </a:r>
            <a:r>
              <a:rPr sz="1000" b="1" spc="-17" dirty="0">
                <a:latin typeface="Arial MT"/>
                <a:cs typeface="Arial MT"/>
              </a:rPr>
              <a:t> </a:t>
            </a:r>
            <a:r>
              <a:rPr sz="1000" b="1" dirty="0">
                <a:latin typeface="Arial MT"/>
                <a:cs typeface="Arial MT"/>
              </a:rPr>
              <a:t>any</a:t>
            </a:r>
            <a:r>
              <a:rPr sz="1000" b="1" spc="-14" dirty="0">
                <a:latin typeface="Arial MT"/>
                <a:cs typeface="Arial MT"/>
              </a:rPr>
              <a:t> </a:t>
            </a:r>
            <a:r>
              <a:rPr sz="1000" b="1" dirty="0">
                <a:latin typeface="Arial MT"/>
                <a:cs typeface="Arial MT"/>
              </a:rPr>
              <a:t>are</a:t>
            </a:r>
            <a:r>
              <a:rPr sz="1000" b="1" spc="-10" dirty="0">
                <a:latin typeface="Arial MT"/>
                <a:cs typeface="Arial MT"/>
              </a:rPr>
              <a:t> </a:t>
            </a:r>
            <a:r>
              <a:rPr sz="1000" b="1" dirty="0">
                <a:latin typeface="Arial MT"/>
                <a:cs typeface="Arial MT"/>
              </a:rPr>
              <a:t>suggested</a:t>
            </a:r>
            <a:r>
              <a:rPr sz="1000" b="1" spc="-7" dirty="0">
                <a:latin typeface="Arial MT"/>
                <a:cs typeface="Arial MT"/>
              </a:rPr>
              <a:t> </a:t>
            </a:r>
            <a:r>
              <a:rPr sz="1000" b="1" dirty="0">
                <a:latin typeface="Arial MT"/>
                <a:cs typeface="Arial MT"/>
              </a:rPr>
              <a:t>to</a:t>
            </a:r>
            <a:r>
              <a:rPr sz="1000" b="1" spc="-10" dirty="0">
                <a:latin typeface="Arial MT"/>
                <a:cs typeface="Arial MT"/>
              </a:rPr>
              <a:t> </a:t>
            </a:r>
            <a:r>
              <a:rPr sz="1000" b="1" dirty="0">
                <a:latin typeface="Arial MT"/>
                <a:cs typeface="Arial MT"/>
              </a:rPr>
              <a:t>the</a:t>
            </a:r>
            <a:r>
              <a:rPr sz="1000" b="1" spc="-7" dirty="0">
                <a:latin typeface="Arial MT"/>
                <a:cs typeface="Arial MT"/>
              </a:rPr>
              <a:t> customer</a:t>
            </a:r>
            <a:endParaRPr sz="1000" b="1">
              <a:latin typeface="Arial MT"/>
              <a:cs typeface="Arial MT"/>
            </a:endParaRPr>
          </a:p>
          <a:p>
            <a:pPr marL="26035" algn="just">
              <a:spcBef>
                <a:spcPts val="655"/>
              </a:spcBef>
            </a:pPr>
            <a:r>
              <a:rPr sz="1000" b="1" dirty="0">
                <a:latin typeface="Arial MT"/>
                <a:cs typeface="Arial MT"/>
              </a:rPr>
              <a:t>IV.</a:t>
            </a:r>
            <a:r>
              <a:rPr sz="1000" b="1" spc="-14" dirty="0">
                <a:latin typeface="Arial MT"/>
                <a:cs typeface="Arial MT"/>
              </a:rPr>
              <a:t> </a:t>
            </a:r>
            <a:r>
              <a:rPr sz="1000" b="1" dirty="0">
                <a:latin typeface="Arial MT"/>
                <a:cs typeface="Arial MT"/>
              </a:rPr>
              <a:t>Site</a:t>
            </a:r>
            <a:r>
              <a:rPr sz="1000" b="1" spc="-10" dirty="0">
                <a:latin typeface="Arial MT"/>
                <a:cs typeface="Arial MT"/>
              </a:rPr>
              <a:t> </a:t>
            </a:r>
            <a:r>
              <a:rPr sz="1000" b="1" spc="-7" dirty="0">
                <a:latin typeface="Arial MT"/>
                <a:cs typeface="Arial MT"/>
              </a:rPr>
              <a:t>Build</a:t>
            </a:r>
            <a:endParaRPr sz="1000" b="1">
              <a:latin typeface="Arial MT"/>
              <a:cs typeface="Arial MT"/>
            </a:endParaRPr>
          </a:p>
          <a:p>
            <a:pPr>
              <a:spcBef>
                <a:spcPts val="5"/>
              </a:spcBef>
            </a:pPr>
            <a:endParaRPr sz="1000" b="1">
              <a:latin typeface="Arial MT"/>
              <a:cs typeface="Arial MT"/>
            </a:endParaRPr>
          </a:p>
          <a:p>
            <a:pPr marL="8890" marR="3175" algn="just">
              <a:lnSpc>
                <a:spcPct val="92000"/>
              </a:lnSpc>
            </a:pPr>
            <a:r>
              <a:rPr sz="1000" b="1" dirty="0">
                <a:latin typeface="Arial MT"/>
                <a:cs typeface="Arial MT"/>
              </a:rPr>
              <a:t>R.D.</a:t>
            </a:r>
            <a:r>
              <a:rPr sz="1000" b="1" spc="37" dirty="0">
                <a:latin typeface="Arial MT"/>
                <a:cs typeface="Arial MT"/>
              </a:rPr>
              <a:t> </a:t>
            </a:r>
            <a:r>
              <a:rPr sz="1000" b="1" dirty="0">
                <a:latin typeface="Arial MT"/>
                <a:cs typeface="Arial MT"/>
              </a:rPr>
              <a:t>TECH</a:t>
            </a:r>
            <a:r>
              <a:rPr sz="1000" b="1" spc="44" dirty="0">
                <a:latin typeface="Arial MT"/>
                <a:cs typeface="Arial MT"/>
              </a:rPr>
              <a:t> </a:t>
            </a:r>
            <a:r>
              <a:rPr sz="1000" b="1" dirty="0">
                <a:latin typeface="Arial MT"/>
                <a:cs typeface="Arial MT"/>
              </a:rPr>
              <a:t>INFRA</a:t>
            </a:r>
            <a:r>
              <a:rPr sz="1000" b="1" spc="51" dirty="0">
                <a:latin typeface="Arial MT"/>
                <a:cs typeface="Arial MT"/>
              </a:rPr>
              <a:t> </a:t>
            </a:r>
            <a:r>
              <a:rPr sz="1000" b="1" dirty="0">
                <a:latin typeface="Arial MT"/>
                <a:cs typeface="Arial MT"/>
              </a:rPr>
              <a:t>employs</a:t>
            </a:r>
            <a:r>
              <a:rPr sz="1000" b="1" spc="48" dirty="0">
                <a:latin typeface="Arial MT"/>
                <a:cs typeface="Arial MT"/>
              </a:rPr>
              <a:t> </a:t>
            </a:r>
            <a:r>
              <a:rPr sz="1000" b="1" dirty="0">
                <a:latin typeface="Arial MT"/>
                <a:cs typeface="Arial MT"/>
              </a:rPr>
              <a:t>qualified</a:t>
            </a:r>
            <a:r>
              <a:rPr sz="1000" b="1" spc="37" dirty="0">
                <a:latin typeface="Arial MT"/>
                <a:cs typeface="Arial MT"/>
              </a:rPr>
              <a:t> </a:t>
            </a:r>
            <a:r>
              <a:rPr sz="1000" b="1" dirty="0">
                <a:latin typeface="Arial MT"/>
                <a:cs typeface="Arial MT"/>
              </a:rPr>
              <a:t>civil</a:t>
            </a:r>
            <a:r>
              <a:rPr sz="1000" b="1" spc="44" dirty="0">
                <a:latin typeface="Arial MT"/>
                <a:cs typeface="Arial MT"/>
              </a:rPr>
              <a:t> </a:t>
            </a:r>
            <a:r>
              <a:rPr sz="1000" b="1" dirty="0">
                <a:latin typeface="Arial MT"/>
                <a:cs typeface="Arial MT"/>
              </a:rPr>
              <a:t>engineers</a:t>
            </a:r>
            <a:r>
              <a:rPr sz="1000" b="1" spc="44" dirty="0">
                <a:latin typeface="Arial MT"/>
                <a:cs typeface="Arial MT"/>
              </a:rPr>
              <a:t> </a:t>
            </a:r>
            <a:r>
              <a:rPr sz="1000" b="1" dirty="0">
                <a:latin typeface="Arial MT"/>
                <a:cs typeface="Arial MT"/>
              </a:rPr>
              <a:t>who</a:t>
            </a:r>
            <a:r>
              <a:rPr sz="1000" b="1" spc="37" dirty="0">
                <a:latin typeface="Arial MT"/>
                <a:cs typeface="Arial MT"/>
              </a:rPr>
              <a:t> </a:t>
            </a:r>
            <a:r>
              <a:rPr sz="1000" b="1" dirty="0">
                <a:latin typeface="Arial MT"/>
                <a:cs typeface="Arial MT"/>
              </a:rPr>
              <a:t>monitor</a:t>
            </a:r>
            <a:r>
              <a:rPr sz="1000" b="1" spc="44" dirty="0">
                <a:latin typeface="Arial MT"/>
                <a:cs typeface="Arial MT"/>
              </a:rPr>
              <a:t> </a:t>
            </a:r>
            <a:r>
              <a:rPr sz="1000" b="1" dirty="0">
                <a:latin typeface="Arial MT"/>
                <a:cs typeface="Arial MT"/>
              </a:rPr>
              <a:t>the</a:t>
            </a:r>
            <a:r>
              <a:rPr sz="1000" b="1" spc="48" dirty="0">
                <a:latin typeface="Arial MT"/>
                <a:cs typeface="Arial MT"/>
              </a:rPr>
              <a:t> </a:t>
            </a:r>
            <a:r>
              <a:rPr sz="1000" b="1" dirty="0">
                <a:latin typeface="Arial MT"/>
                <a:cs typeface="Arial MT"/>
              </a:rPr>
              <a:t>quality</a:t>
            </a:r>
            <a:r>
              <a:rPr sz="1000" b="1" spc="37" dirty="0">
                <a:latin typeface="Arial MT"/>
                <a:cs typeface="Arial MT"/>
              </a:rPr>
              <a:t> </a:t>
            </a:r>
            <a:r>
              <a:rPr sz="1000" b="1" dirty="0">
                <a:latin typeface="Arial MT"/>
                <a:cs typeface="Arial MT"/>
              </a:rPr>
              <a:t>and</a:t>
            </a:r>
            <a:r>
              <a:rPr sz="1000" b="1" spc="41" dirty="0">
                <a:latin typeface="Arial MT"/>
                <a:cs typeface="Arial MT"/>
              </a:rPr>
              <a:t> </a:t>
            </a:r>
            <a:r>
              <a:rPr sz="1000" b="1" dirty="0">
                <a:latin typeface="Arial MT"/>
                <a:cs typeface="Arial MT"/>
              </a:rPr>
              <a:t>the</a:t>
            </a:r>
            <a:r>
              <a:rPr sz="1000" b="1" spc="48" dirty="0">
                <a:latin typeface="Arial MT"/>
                <a:cs typeface="Arial MT"/>
              </a:rPr>
              <a:t> </a:t>
            </a:r>
            <a:r>
              <a:rPr sz="1000" b="1" spc="-14" dirty="0">
                <a:latin typeface="Arial MT"/>
                <a:cs typeface="Arial MT"/>
              </a:rPr>
              <a:t>pace </a:t>
            </a:r>
            <a:r>
              <a:rPr sz="1000" b="1" dirty="0">
                <a:latin typeface="Arial MT"/>
                <a:cs typeface="Arial MT"/>
              </a:rPr>
              <a:t>of</a:t>
            </a:r>
            <a:r>
              <a:rPr sz="1000" b="1" spc="160" dirty="0">
                <a:latin typeface="Arial MT"/>
                <a:cs typeface="Arial MT"/>
              </a:rPr>
              <a:t> </a:t>
            </a:r>
            <a:r>
              <a:rPr sz="1000" b="1" dirty="0">
                <a:latin typeface="Arial MT"/>
                <a:cs typeface="Arial MT"/>
              </a:rPr>
              <a:t>the</a:t>
            </a:r>
            <a:r>
              <a:rPr sz="1000" b="1" spc="164" dirty="0">
                <a:latin typeface="Arial MT"/>
                <a:cs typeface="Arial MT"/>
              </a:rPr>
              <a:t> </a:t>
            </a:r>
            <a:r>
              <a:rPr sz="1000" b="1" dirty="0">
                <a:latin typeface="Arial MT"/>
                <a:cs typeface="Arial MT"/>
              </a:rPr>
              <a:t>foundation</a:t>
            </a:r>
            <a:r>
              <a:rPr sz="1000" b="1" spc="160" dirty="0">
                <a:latin typeface="Arial MT"/>
                <a:cs typeface="Arial MT"/>
              </a:rPr>
              <a:t> </a:t>
            </a:r>
            <a:r>
              <a:rPr sz="1000" b="1" dirty="0">
                <a:latin typeface="Arial MT"/>
                <a:cs typeface="Arial MT"/>
              </a:rPr>
              <a:t>works.</a:t>
            </a:r>
            <a:r>
              <a:rPr sz="1000" b="1" spc="164" dirty="0">
                <a:latin typeface="Arial MT"/>
                <a:cs typeface="Arial MT"/>
              </a:rPr>
              <a:t> </a:t>
            </a:r>
            <a:r>
              <a:rPr sz="1000" b="1" dirty="0">
                <a:latin typeface="Arial MT"/>
                <a:cs typeface="Arial MT"/>
              </a:rPr>
              <a:t>This</a:t>
            </a:r>
            <a:r>
              <a:rPr sz="1000" b="1" spc="160" dirty="0">
                <a:latin typeface="Arial MT"/>
                <a:cs typeface="Arial MT"/>
              </a:rPr>
              <a:t> </a:t>
            </a:r>
            <a:r>
              <a:rPr sz="1000" b="1" dirty="0">
                <a:latin typeface="Arial MT"/>
                <a:cs typeface="Arial MT"/>
              </a:rPr>
              <a:t>will</a:t>
            </a:r>
            <a:r>
              <a:rPr sz="1000" b="1" spc="156" dirty="0">
                <a:latin typeface="Arial MT"/>
                <a:cs typeface="Arial MT"/>
              </a:rPr>
              <a:t> </a:t>
            </a:r>
            <a:r>
              <a:rPr sz="1000" b="1" dirty="0">
                <a:latin typeface="Arial MT"/>
                <a:cs typeface="Arial MT"/>
              </a:rPr>
              <a:t>ensure</a:t>
            </a:r>
            <a:r>
              <a:rPr sz="1000" b="1" spc="153" dirty="0">
                <a:latin typeface="Arial MT"/>
                <a:cs typeface="Arial MT"/>
              </a:rPr>
              <a:t> </a:t>
            </a:r>
            <a:r>
              <a:rPr sz="1000" b="1" dirty="0">
                <a:latin typeface="Arial MT"/>
                <a:cs typeface="Arial MT"/>
              </a:rPr>
              <a:t>error</a:t>
            </a:r>
            <a:r>
              <a:rPr sz="1000" b="1" spc="160" dirty="0">
                <a:latin typeface="Arial MT"/>
                <a:cs typeface="Arial MT"/>
              </a:rPr>
              <a:t> </a:t>
            </a:r>
            <a:r>
              <a:rPr sz="1000" b="1" dirty="0">
                <a:latin typeface="Arial MT"/>
                <a:cs typeface="Arial MT"/>
              </a:rPr>
              <a:t>free</a:t>
            </a:r>
            <a:r>
              <a:rPr sz="1000" b="1" spc="160" dirty="0">
                <a:latin typeface="Arial MT"/>
                <a:cs typeface="Arial MT"/>
              </a:rPr>
              <a:t> </a:t>
            </a:r>
            <a:r>
              <a:rPr sz="1000" b="1" dirty="0">
                <a:latin typeface="Arial MT"/>
                <a:cs typeface="Arial MT"/>
              </a:rPr>
              <a:t>foundations</a:t>
            </a:r>
            <a:r>
              <a:rPr sz="1000" b="1" spc="147" dirty="0">
                <a:latin typeface="Arial MT"/>
                <a:cs typeface="Arial MT"/>
              </a:rPr>
              <a:t> </a:t>
            </a:r>
            <a:r>
              <a:rPr sz="1000" b="1" dirty="0">
                <a:latin typeface="Arial MT"/>
                <a:cs typeface="Arial MT"/>
              </a:rPr>
              <a:t>and</a:t>
            </a:r>
            <a:r>
              <a:rPr sz="1000" b="1" spc="164" dirty="0">
                <a:latin typeface="Arial MT"/>
                <a:cs typeface="Arial MT"/>
              </a:rPr>
              <a:t> </a:t>
            </a:r>
            <a:r>
              <a:rPr sz="1000" b="1" dirty="0">
                <a:latin typeface="Arial MT"/>
                <a:cs typeface="Arial MT"/>
              </a:rPr>
              <a:t>will</a:t>
            </a:r>
            <a:r>
              <a:rPr sz="1000" b="1" spc="156" dirty="0">
                <a:latin typeface="Arial MT"/>
                <a:cs typeface="Arial MT"/>
              </a:rPr>
              <a:t> </a:t>
            </a:r>
            <a:r>
              <a:rPr sz="1000" b="1" dirty="0">
                <a:latin typeface="Arial MT"/>
                <a:cs typeface="Arial MT"/>
              </a:rPr>
              <a:t>avoid</a:t>
            </a:r>
            <a:r>
              <a:rPr sz="1000" b="1" spc="164" dirty="0">
                <a:latin typeface="Arial MT"/>
                <a:cs typeface="Arial MT"/>
              </a:rPr>
              <a:t> </a:t>
            </a:r>
            <a:r>
              <a:rPr sz="1000" b="1" spc="-7" dirty="0">
                <a:latin typeface="Arial MT"/>
                <a:cs typeface="Arial MT"/>
              </a:rPr>
              <a:t>reworks </a:t>
            </a:r>
            <a:r>
              <a:rPr sz="1000" b="1" dirty="0">
                <a:latin typeface="Arial MT"/>
                <a:cs typeface="Arial MT"/>
              </a:rPr>
              <a:t>which</a:t>
            </a:r>
            <a:r>
              <a:rPr sz="1000" b="1" spc="-10" dirty="0">
                <a:latin typeface="Arial MT"/>
                <a:cs typeface="Arial MT"/>
              </a:rPr>
              <a:t> </a:t>
            </a:r>
            <a:r>
              <a:rPr sz="1000" b="1" dirty="0">
                <a:latin typeface="Arial MT"/>
                <a:cs typeface="Arial MT"/>
              </a:rPr>
              <a:t>consume</a:t>
            </a:r>
            <a:r>
              <a:rPr sz="1000" b="1" spc="-10" dirty="0">
                <a:latin typeface="Arial MT"/>
                <a:cs typeface="Arial MT"/>
              </a:rPr>
              <a:t> </a:t>
            </a:r>
            <a:r>
              <a:rPr sz="1000" b="1" dirty="0">
                <a:latin typeface="Arial MT"/>
                <a:cs typeface="Arial MT"/>
              </a:rPr>
              <a:t>lot</a:t>
            </a:r>
            <a:r>
              <a:rPr sz="1000" b="1" spc="-14" dirty="0">
                <a:latin typeface="Arial MT"/>
                <a:cs typeface="Arial MT"/>
              </a:rPr>
              <a:t> </a:t>
            </a:r>
            <a:r>
              <a:rPr sz="1000" b="1" dirty="0">
                <a:latin typeface="Arial MT"/>
                <a:cs typeface="Arial MT"/>
              </a:rPr>
              <a:t>of</a:t>
            </a:r>
            <a:r>
              <a:rPr sz="1000" b="1" spc="-10" dirty="0">
                <a:latin typeface="Arial MT"/>
                <a:cs typeface="Arial MT"/>
              </a:rPr>
              <a:t> </a:t>
            </a:r>
            <a:r>
              <a:rPr sz="1000" b="1" dirty="0">
                <a:latin typeface="Arial MT"/>
                <a:cs typeface="Arial MT"/>
              </a:rPr>
              <a:t>project</a:t>
            </a:r>
            <a:r>
              <a:rPr sz="1000" b="1" spc="-7" dirty="0">
                <a:latin typeface="Arial MT"/>
                <a:cs typeface="Arial MT"/>
              </a:rPr>
              <a:t> </a:t>
            </a:r>
            <a:r>
              <a:rPr sz="1000" b="1" dirty="0">
                <a:latin typeface="Arial MT"/>
                <a:cs typeface="Arial MT"/>
              </a:rPr>
              <a:t>time.</a:t>
            </a:r>
            <a:r>
              <a:rPr sz="1000" b="1" spc="3" dirty="0">
                <a:latin typeface="Arial MT"/>
                <a:cs typeface="Arial MT"/>
              </a:rPr>
              <a:t> </a:t>
            </a:r>
            <a:r>
              <a:rPr sz="1000" b="1" dirty="0">
                <a:latin typeface="Arial MT"/>
                <a:cs typeface="Arial MT"/>
              </a:rPr>
              <a:t>R.D.</a:t>
            </a:r>
            <a:r>
              <a:rPr sz="1000" b="1" spc="-7" dirty="0">
                <a:latin typeface="Arial MT"/>
                <a:cs typeface="Arial MT"/>
              </a:rPr>
              <a:t> </a:t>
            </a:r>
            <a:r>
              <a:rPr sz="1000" b="1" dirty="0">
                <a:latin typeface="Arial MT"/>
                <a:cs typeface="Arial MT"/>
              </a:rPr>
              <a:t>TECH</a:t>
            </a:r>
            <a:r>
              <a:rPr sz="1000" b="1" spc="-14" dirty="0">
                <a:latin typeface="Arial MT"/>
                <a:cs typeface="Arial MT"/>
              </a:rPr>
              <a:t> </a:t>
            </a:r>
            <a:r>
              <a:rPr sz="1000" b="1" dirty="0">
                <a:latin typeface="Arial MT"/>
                <a:cs typeface="Arial MT"/>
              </a:rPr>
              <a:t>INFRA</a:t>
            </a:r>
            <a:r>
              <a:rPr sz="1000" b="1" spc="-3" dirty="0">
                <a:latin typeface="Arial MT"/>
                <a:cs typeface="Arial MT"/>
              </a:rPr>
              <a:t> </a:t>
            </a:r>
            <a:r>
              <a:rPr sz="1000" b="1" dirty="0">
                <a:latin typeface="Arial MT"/>
                <a:cs typeface="Arial MT"/>
              </a:rPr>
              <a:t>has</a:t>
            </a:r>
            <a:r>
              <a:rPr sz="1000" b="1" spc="-10" dirty="0">
                <a:latin typeface="Arial MT"/>
                <a:cs typeface="Arial MT"/>
              </a:rPr>
              <a:t> </a:t>
            </a:r>
            <a:r>
              <a:rPr sz="1000" b="1" dirty="0">
                <a:latin typeface="Arial MT"/>
                <a:cs typeface="Arial MT"/>
              </a:rPr>
              <a:t>a</a:t>
            </a:r>
            <a:r>
              <a:rPr sz="1000" b="1" spc="-7" dirty="0">
                <a:latin typeface="Arial MT"/>
                <a:cs typeface="Arial MT"/>
              </a:rPr>
              <a:t> </a:t>
            </a:r>
            <a:r>
              <a:rPr sz="1000" b="1" dirty="0">
                <a:latin typeface="Arial MT"/>
                <a:cs typeface="Arial MT"/>
              </a:rPr>
              <a:t>quality</a:t>
            </a:r>
            <a:r>
              <a:rPr sz="1000" b="1" spc="-7" dirty="0">
                <a:latin typeface="Arial MT"/>
                <a:cs typeface="Arial MT"/>
              </a:rPr>
              <a:t> </a:t>
            </a:r>
            <a:r>
              <a:rPr sz="1000" b="1" dirty="0">
                <a:latin typeface="Arial MT"/>
                <a:cs typeface="Arial MT"/>
              </a:rPr>
              <a:t>check</a:t>
            </a:r>
            <a:r>
              <a:rPr sz="1000" b="1" spc="-10" dirty="0">
                <a:latin typeface="Arial MT"/>
                <a:cs typeface="Arial MT"/>
              </a:rPr>
              <a:t> </a:t>
            </a:r>
            <a:r>
              <a:rPr sz="1000" b="1" dirty="0">
                <a:latin typeface="Arial MT"/>
                <a:cs typeface="Arial MT"/>
              </a:rPr>
              <a:t>list</a:t>
            </a:r>
            <a:r>
              <a:rPr sz="1000" b="1" spc="-7" dirty="0">
                <a:latin typeface="Arial MT"/>
                <a:cs typeface="Arial MT"/>
              </a:rPr>
              <a:t> </a:t>
            </a:r>
            <a:r>
              <a:rPr sz="1000" b="1" dirty="0">
                <a:latin typeface="Arial MT"/>
                <a:cs typeface="Arial MT"/>
              </a:rPr>
              <a:t>for</a:t>
            </a:r>
            <a:r>
              <a:rPr sz="1000" b="1" spc="-10" dirty="0">
                <a:latin typeface="Arial MT"/>
                <a:cs typeface="Arial MT"/>
              </a:rPr>
              <a:t> </a:t>
            </a:r>
            <a:r>
              <a:rPr sz="1000" b="1" dirty="0">
                <a:latin typeface="Arial MT"/>
                <a:cs typeface="Arial MT"/>
              </a:rPr>
              <a:t>the</a:t>
            </a:r>
            <a:r>
              <a:rPr sz="1000" b="1" spc="-7" dirty="0">
                <a:latin typeface="Arial MT"/>
                <a:cs typeface="Arial MT"/>
              </a:rPr>
              <a:t> activity </a:t>
            </a:r>
            <a:r>
              <a:rPr sz="1000" b="1" dirty="0">
                <a:latin typeface="Arial MT"/>
                <a:cs typeface="Arial MT"/>
              </a:rPr>
              <a:t>and</a:t>
            </a:r>
            <a:r>
              <a:rPr sz="1000" b="1" spc="-17" dirty="0">
                <a:latin typeface="Arial MT"/>
                <a:cs typeface="Arial MT"/>
              </a:rPr>
              <a:t> </a:t>
            </a:r>
            <a:r>
              <a:rPr sz="1000" b="1" dirty="0">
                <a:latin typeface="Arial MT"/>
                <a:cs typeface="Arial MT"/>
              </a:rPr>
              <a:t>the</a:t>
            </a:r>
            <a:r>
              <a:rPr sz="1000" b="1" spc="-17" dirty="0">
                <a:latin typeface="Arial MT"/>
                <a:cs typeface="Arial MT"/>
              </a:rPr>
              <a:t> </a:t>
            </a:r>
            <a:r>
              <a:rPr sz="1000" b="1" dirty="0">
                <a:latin typeface="Arial MT"/>
                <a:cs typeface="Arial MT"/>
              </a:rPr>
              <a:t>same</a:t>
            </a:r>
            <a:r>
              <a:rPr sz="1000" b="1" spc="-7" dirty="0">
                <a:latin typeface="Arial MT"/>
                <a:cs typeface="Arial MT"/>
              </a:rPr>
              <a:t> </a:t>
            </a:r>
            <a:r>
              <a:rPr sz="1000" b="1" dirty="0">
                <a:latin typeface="Arial MT"/>
                <a:cs typeface="Arial MT"/>
              </a:rPr>
              <a:t>is</a:t>
            </a:r>
            <a:r>
              <a:rPr sz="1000" b="1" spc="-17" dirty="0">
                <a:latin typeface="Arial MT"/>
                <a:cs typeface="Arial MT"/>
              </a:rPr>
              <a:t> </a:t>
            </a:r>
            <a:r>
              <a:rPr sz="1000" b="1" dirty="0">
                <a:latin typeface="Arial MT"/>
                <a:cs typeface="Arial MT"/>
              </a:rPr>
              <a:t>maintained</a:t>
            </a:r>
            <a:r>
              <a:rPr sz="1000" b="1" spc="-14" dirty="0">
                <a:latin typeface="Arial MT"/>
                <a:cs typeface="Arial MT"/>
              </a:rPr>
              <a:t> </a:t>
            </a:r>
            <a:r>
              <a:rPr sz="1000" b="1" dirty="0">
                <a:latin typeface="Arial MT"/>
                <a:cs typeface="Arial MT"/>
              </a:rPr>
              <a:t>for</a:t>
            </a:r>
            <a:r>
              <a:rPr sz="1000" b="1" spc="-10" dirty="0">
                <a:latin typeface="Arial MT"/>
                <a:cs typeface="Arial MT"/>
              </a:rPr>
              <a:t> </a:t>
            </a:r>
            <a:r>
              <a:rPr sz="1000" b="1" dirty="0">
                <a:latin typeface="Arial MT"/>
                <a:cs typeface="Arial MT"/>
              </a:rPr>
              <a:t>each</a:t>
            </a:r>
            <a:r>
              <a:rPr sz="1000" b="1" spc="-14" dirty="0">
                <a:latin typeface="Arial MT"/>
                <a:cs typeface="Arial MT"/>
              </a:rPr>
              <a:t> </a:t>
            </a:r>
            <a:r>
              <a:rPr sz="1000" b="1" dirty="0">
                <a:latin typeface="Arial MT"/>
                <a:cs typeface="Arial MT"/>
              </a:rPr>
              <a:t>and</a:t>
            </a:r>
            <a:r>
              <a:rPr sz="1000" b="1" spc="-10" dirty="0">
                <a:latin typeface="Arial MT"/>
                <a:cs typeface="Arial MT"/>
              </a:rPr>
              <a:t> </a:t>
            </a:r>
            <a:r>
              <a:rPr sz="1000" b="1" dirty="0">
                <a:latin typeface="Arial MT"/>
                <a:cs typeface="Arial MT"/>
              </a:rPr>
              <a:t>every</a:t>
            </a:r>
            <a:r>
              <a:rPr sz="1000" b="1" spc="-7" dirty="0">
                <a:latin typeface="Arial MT"/>
                <a:cs typeface="Arial MT"/>
              </a:rPr>
              <a:t> </a:t>
            </a:r>
            <a:r>
              <a:rPr sz="1000" b="1" dirty="0">
                <a:latin typeface="Arial MT"/>
                <a:cs typeface="Arial MT"/>
              </a:rPr>
              <a:t>site</a:t>
            </a:r>
            <a:r>
              <a:rPr sz="1000" b="1" spc="-7" dirty="0">
                <a:latin typeface="Arial MT"/>
                <a:cs typeface="Arial MT"/>
              </a:rPr>
              <a:t> executed.</a:t>
            </a:r>
            <a:endParaRPr sz="1000" b="1">
              <a:latin typeface="Arial MT"/>
              <a:cs typeface="Arial MT"/>
            </a:endParaRPr>
          </a:p>
          <a:p>
            <a:pPr marL="8890" marR="125730" algn="just">
              <a:lnSpc>
                <a:spcPct val="87000"/>
              </a:lnSpc>
              <a:spcBef>
                <a:spcPts val="685"/>
              </a:spcBef>
            </a:pPr>
            <a:r>
              <a:rPr sz="1000" b="1" dirty="0">
                <a:latin typeface="Arial MT"/>
                <a:cs typeface="Arial MT"/>
              </a:rPr>
              <a:t>R.D.</a:t>
            </a:r>
            <a:r>
              <a:rPr sz="1000" b="1" spc="102" dirty="0">
                <a:latin typeface="Arial MT"/>
                <a:cs typeface="Arial MT"/>
              </a:rPr>
              <a:t> </a:t>
            </a:r>
            <a:r>
              <a:rPr sz="1000" b="1" dirty="0">
                <a:latin typeface="Arial MT"/>
                <a:cs typeface="Arial MT"/>
              </a:rPr>
              <a:t>TECH</a:t>
            </a:r>
            <a:r>
              <a:rPr sz="1000" b="1" spc="102" dirty="0">
                <a:latin typeface="Arial MT"/>
                <a:cs typeface="Arial MT"/>
              </a:rPr>
              <a:t> </a:t>
            </a:r>
            <a:r>
              <a:rPr sz="1000" b="1" dirty="0">
                <a:latin typeface="Arial MT"/>
                <a:cs typeface="Arial MT"/>
              </a:rPr>
              <a:t>INFRA</a:t>
            </a:r>
            <a:r>
              <a:rPr sz="1000" b="1" spc="99" dirty="0">
                <a:latin typeface="Arial MT"/>
                <a:cs typeface="Arial MT"/>
              </a:rPr>
              <a:t> </a:t>
            </a:r>
            <a:r>
              <a:rPr sz="1000" b="1" dirty="0">
                <a:latin typeface="Arial MT"/>
                <a:cs typeface="Arial MT"/>
              </a:rPr>
              <a:t>also</a:t>
            </a:r>
            <a:r>
              <a:rPr sz="1000" b="1" spc="106" dirty="0">
                <a:latin typeface="Arial MT"/>
                <a:cs typeface="Arial MT"/>
              </a:rPr>
              <a:t> </a:t>
            </a:r>
            <a:r>
              <a:rPr sz="1000" b="1" dirty="0">
                <a:latin typeface="Arial MT"/>
                <a:cs typeface="Arial MT"/>
              </a:rPr>
              <a:t>supplies</a:t>
            </a:r>
            <a:r>
              <a:rPr sz="1000" b="1" spc="92" dirty="0">
                <a:latin typeface="Arial MT"/>
                <a:cs typeface="Arial MT"/>
              </a:rPr>
              <a:t> </a:t>
            </a:r>
            <a:r>
              <a:rPr sz="1000" b="1" dirty="0">
                <a:latin typeface="Arial MT"/>
                <a:cs typeface="Arial MT"/>
              </a:rPr>
              <a:t>quality</a:t>
            </a:r>
            <a:r>
              <a:rPr sz="1000" b="1" spc="106" dirty="0">
                <a:latin typeface="Arial MT"/>
                <a:cs typeface="Arial MT"/>
              </a:rPr>
              <a:t> </a:t>
            </a:r>
            <a:r>
              <a:rPr sz="1000" b="1" dirty="0">
                <a:latin typeface="Arial MT"/>
                <a:cs typeface="Arial MT"/>
              </a:rPr>
              <a:t>shelters</a:t>
            </a:r>
            <a:r>
              <a:rPr sz="1000" b="1" spc="92" dirty="0">
                <a:latin typeface="Arial MT"/>
                <a:cs typeface="Arial MT"/>
              </a:rPr>
              <a:t> </a:t>
            </a:r>
            <a:r>
              <a:rPr sz="1000" b="1" dirty="0">
                <a:latin typeface="Arial MT"/>
                <a:cs typeface="Arial MT"/>
              </a:rPr>
              <a:t>having</a:t>
            </a:r>
            <a:r>
              <a:rPr sz="1000" b="1" spc="95" dirty="0">
                <a:latin typeface="Arial MT"/>
                <a:cs typeface="Arial MT"/>
              </a:rPr>
              <a:t> </a:t>
            </a:r>
            <a:r>
              <a:rPr sz="1000" b="1" dirty="0">
                <a:latin typeface="Arial MT"/>
                <a:cs typeface="Arial MT"/>
              </a:rPr>
              <a:t>very</a:t>
            </a:r>
            <a:r>
              <a:rPr sz="1000" b="1" spc="92" dirty="0">
                <a:latin typeface="Arial MT"/>
                <a:cs typeface="Arial MT"/>
              </a:rPr>
              <a:t> </a:t>
            </a:r>
            <a:r>
              <a:rPr sz="1000" b="1" dirty="0">
                <a:latin typeface="Arial MT"/>
                <a:cs typeface="Arial MT"/>
              </a:rPr>
              <a:t>low</a:t>
            </a:r>
            <a:r>
              <a:rPr sz="1000" b="1" spc="95" dirty="0">
                <a:latin typeface="Arial MT"/>
                <a:cs typeface="Arial MT"/>
              </a:rPr>
              <a:t> </a:t>
            </a:r>
            <a:r>
              <a:rPr sz="1000" b="1" dirty="0">
                <a:latin typeface="Arial MT"/>
                <a:cs typeface="Arial MT"/>
              </a:rPr>
              <a:t>cost</a:t>
            </a:r>
            <a:r>
              <a:rPr sz="1000" b="1" spc="95" dirty="0">
                <a:latin typeface="Arial MT"/>
                <a:cs typeface="Arial MT"/>
              </a:rPr>
              <a:t> </a:t>
            </a:r>
            <a:r>
              <a:rPr sz="1000" b="1" dirty="0">
                <a:latin typeface="Arial MT"/>
                <a:cs typeface="Arial MT"/>
              </a:rPr>
              <a:t>and</a:t>
            </a:r>
            <a:r>
              <a:rPr sz="1000" b="1" spc="99" dirty="0">
                <a:latin typeface="Arial MT"/>
                <a:cs typeface="Arial MT"/>
              </a:rPr>
              <a:t> </a:t>
            </a:r>
            <a:r>
              <a:rPr sz="1000" b="1" spc="-7" dirty="0">
                <a:latin typeface="Arial MT"/>
                <a:cs typeface="Arial MT"/>
              </a:rPr>
              <a:t>consuming </a:t>
            </a:r>
            <a:r>
              <a:rPr sz="1000" b="1" dirty="0">
                <a:latin typeface="Arial MT"/>
                <a:cs typeface="Arial MT"/>
              </a:rPr>
              <a:t>less</a:t>
            </a:r>
            <a:r>
              <a:rPr sz="1000" b="1" spc="65" dirty="0">
                <a:latin typeface="Arial MT"/>
                <a:cs typeface="Arial MT"/>
              </a:rPr>
              <a:t> </a:t>
            </a:r>
            <a:r>
              <a:rPr sz="1000" b="1" dirty="0">
                <a:latin typeface="Arial MT"/>
                <a:cs typeface="Arial MT"/>
              </a:rPr>
              <a:t>of</a:t>
            </a:r>
            <a:r>
              <a:rPr sz="1000" b="1" spc="72" dirty="0">
                <a:latin typeface="Arial MT"/>
                <a:cs typeface="Arial MT"/>
              </a:rPr>
              <a:t> </a:t>
            </a:r>
            <a:r>
              <a:rPr sz="1000" b="1" dirty="0">
                <a:latin typeface="Arial MT"/>
                <a:cs typeface="Arial MT"/>
              </a:rPr>
              <a:t>power</a:t>
            </a:r>
            <a:r>
              <a:rPr sz="1000" b="1" spc="75" dirty="0">
                <a:latin typeface="Arial MT"/>
                <a:cs typeface="Arial MT"/>
              </a:rPr>
              <a:t> </a:t>
            </a:r>
            <a:r>
              <a:rPr sz="1000" b="1" dirty="0">
                <a:latin typeface="Arial MT"/>
                <a:cs typeface="Arial MT"/>
              </a:rPr>
              <a:t>saving</a:t>
            </a:r>
            <a:r>
              <a:rPr sz="1000" b="1" spc="65" dirty="0">
                <a:latin typeface="Arial MT"/>
                <a:cs typeface="Arial MT"/>
              </a:rPr>
              <a:t> </a:t>
            </a:r>
            <a:r>
              <a:rPr sz="1000" b="1" dirty="0">
                <a:latin typeface="Arial MT"/>
                <a:cs typeface="Arial MT"/>
              </a:rPr>
              <a:t>electrical</a:t>
            </a:r>
            <a:r>
              <a:rPr sz="1000" b="1" spc="72" dirty="0">
                <a:latin typeface="Arial MT"/>
                <a:cs typeface="Arial MT"/>
              </a:rPr>
              <a:t> </a:t>
            </a:r>
            <a:r>
              <a:rPr sz="1000" b="1" dirty="0">
                <a:latin typeface="Arial MT"/>
                <a:cs typeface="Arial MT"/>
              </a:rPr>
              <a:t>&amp;</a:t>
            </a:r>
            <a:r>
              <a:rPr sz="1000" b="1" spc="72" dirty="0">
                <a:latin typeface="Arial MT"/>
                <a:cs typeface="Arial MT"/>
              </a:rPr>
              <a:t> </a:t>
            </a:r>
            <a:r>
              <a:rPr sz="1000" b="1" dirty="0">
                <a:latin typeface="Arial MT"/>
                <a:cs typeface="Arial MT"/>
              </a:rPr>
              <a:t>DG</a:t>
            </a:r>
            <a:r>
              <a:rPr sz="1000" b="1" spc="75" dirty="0">
                <a:latin typeface="Arial MT"/>
                <a:cs typeface="Arial MT"/>
              </a:rPr>
              <a:t> </a:t>
            </a:r>
            <a:r>
              <a:rPr sz="1000" b="1" dirty="0">
                <a:latin typeface="Arial MT"/>
                <a:cs typeface="Arial MT"/>
              </a:rPr>
              <a:t>load.</a:t>
            </a:r>
            <a:r>
              <a:rPr sz="1000" b="1" spc="72" dirty="0">
                <a:latin typeface="Arial MT"/>
                <a:cs typeface="Arial MT"/>
              </a:rPr>
              <a:t> </a:t>
            </a:r>
            <a:r>
              <a:rPr sz="1000" b="1" dirty="0">
                <a:latin typeface="Arial MT"/>
                <a:cs typeface="Arial MT"/>
              </a:rPr>
              <a:t>The</a:t>
            </a:r>
            <a:r>
              <a:rPr sz="1000" b="1" spc="75" dirty="0">
                <a:latin typeface="Arial MT"/>
                <a:cs typeface="Arial MT"/>
              </a:rPr>
              <a:t> </a:t>
            </a:r>
            <a:r>
              <a:rPr sz="1000" b="1" dirty="0">
                <a:latin typeface="Arial MT"/>
                <a:cs typeface="Arial MT"/>
              </a:rPr>
              <a:t>insulation</a:t>
            </a:r>
            <a:r>
              <a:rPr sz="1000" b="1" spc="72" dirty="0">
                <a:latin typeface="Arial MT"/>
                <a:cs typeface="Arial MT"/>
              </a:rPr>
              <a:t> </a:t>
            </a:r>
            <a:r>
              <a:rPr sz="1000" b="1" dirty="0">
                <a:latin typeface="Arial MT"/>
                <a:cs typeface="Arial MT"/>
              </a:rPr>
              <a:t>of</a:t>
            </a:r>
            <a:r>
              <a:rPr sz="1000" b="1" spc="75" dirty="0">
                <a:latin typeface="Arial MT"/>
                <a:cs typeface="Arial MT"/>
              </a:rPr>
              <a:t> </a:t>
            </a:r>
            <a:r>
              <a:rPr sz="1000" b="1" dirty="0">
                <a:latin typeface="Arial MT"/>
                <a:cs typeface="Arial MT"/>
              </a:rPr>
              <a:t>Polyurathene</a:t>
            </a:r>
            <a:r>
              <a:rPr sz="1000" b="1" spc="72" dirty="0">
                <a:latin typeface="Arial MT"/>
                <a:cs typeface="Arial MT"/>
              </a:rPr>
              <a:t> </a:t>
            </a:r>
            <a:r>
              <a:rPr sz="1000" b="1" dirty="0">
                <a:latin typeface="Arial MT"/>
                <a:cs typeface="Arial MT"/>
              </a:rPr>
              <a:t>gives</a:t>
            </a:r>
            <a:r>
              <a:rPr sz="1000" b="1" spc="75" dirty="0">
                <a:latin typeface="Arial MT"/>
                <a:cs typeface="Arial MT"/>
              </a:rPr>
              <a:t> </a:t>
            </a:r>
            <a:r>
              <a:rPr sz="1000" b="1" spc="-7" dirty="0">
                <a:latin typeface="Arial MT"/>
                <a:cs typeface="Arial MT"/>
              </a:rPr>
              <a:t>longer </a:t>
            </a:r>
            <a:r>
              <a:rPr sz="1000" b="1" dirty="0">
                <a:latin typeface="Arial MT"/>
                <a:cs typeface="Arial MT"/>
              </a:rPr>
              <a:t>life</a:t>
            </a:r>
            <a:r>
              <a:rPr sz="1000" b="1" spc="-7" dirty="0">
                <a:latin typeface="Arial MT"/>
                <a:cs typeface="Arial MT"/>
              </a:rPr>
              <a:t> </a:t>
            </a:r>
            <a:r>
              <a:rPr sz="1000" b="1" dirty="0">
                <a:latin typeface="Arial MT"/>
                <a:cs typeface="Arial MT"/>
              </a:rPr>
              <a:t>to</a:t>
            </a:r>
            <a:r>
              <a:rPr sz="1000" b="1" spc="-7" dirty="0">
                <a:latin typeface="Arial MT"/>
                <a:cs typeface="Arial MT"/>
              </a:rPr>
              <a:t> </a:t>
            </a:r>
            <a:r>
              <a:rPr sz="1000" b="1" dirty="0">
                <a:latin typeface="Arial MT"/>
                <a:cs typeface="Arial MT"/>
              </a:rPr>
              <a:t>the</a:t>
            </a:r>
            <a:r>
              <a:rPr sz="1000" b="1" spc="-7" dirty="0">
                <a:latin typeface="Arial MT"/>
                <a:cs typeface="Arial MT"/>
              </a:rPr>
              <a:t> shelter.</a:t>
            </a:r>
            <a:endParaRPr sz="1000" b="1">
              <a:latin typeface="Arial MT"/>
              <a:cs typeface="Arial MT"/>
            </a:endParaRPr>
          </a:p>
          <a:p>
            <a:pPr marL="8890" marR="5715" algn="just">
              <a:lnSpc>
                <a:spcPts val="875"/>
              </a:lnSpc>
              <a:spcBef>
                <a:spcPts val="300"/>
              </a:spcBef>
            </a:pPr>
            <a:r>
              <a:rPr sz="1000" b="1" dirty="0">
                <a:latin typeface="Arial MT"/>
                <a:cs typeface="Arial MT"/>
              </a:rPr>
              <a:t>The</a:t>
            </a:r>
            <a:r>
              <a:rPr sz="1000" b="1" spc="153" dirty="0">
                <a:latin typeface="Arial MT"/>
                <a:cs typeface="Arial MT"/>
              </a:rPr>
              <a:t> </a:t>
            </a:r>
            <a:r>
              <a:rPr sz="1000" b="1" dirty="0">
                <a:latin typeface="Arial MT"/>
                <a:cs typeface="Arial MT"/>
              </a:rPr>
              <a:t>Electrical</a:t>
            </a:r>
            <a:r>
              <a:rPr sz="1000" b="1" spc="150" dirty="0">
                <a:latin typeface="Arial MT"/>
                <a:cs typeface="Arial MT"/>
              </a:rPr>
              <a:t> </a:t>
            </a:r>
            <a:r>
              <a:rPr sz="1000" b="1" dirty="0">
                <a:latin typeface="Arial MT"/>
                <a:cs typeface="Arial MT"/>
              </a:rPr>
              <a:t>part</a:t>
            </a:r>
            <a:r>
              <a:rPr sz="1000" b="1" spc="153" dirty="0">
                <a:latin typeface="Arial MT"/>
                <a:cs typeface="Arial MT"/>
              </a:rPr>
              <a:t> </a:t>
            </a:r>
            <a:r>
              <a:rPr sz="1000" b="1" dirty="0">
                <a:latin typeface="Arial MT"/>
                <a:cs typeface="Arial MT"/>
              </a:rPr>
              <a:t>is</a:t>
            </a:r>
            <a:r>
              <a:rPr sz="1000" b="1" spc="150" dirty="0">
                <a:latin typeface="Arial MT"/>
                <a:cs typeface="Arial MT"/>
              </a:rPr>
              <a:t> </a:t>
            </a:r>
            <a:r>
              <a:rPr sz="1000" b="1" dirty="0">
                <a:latin typeface="Arial MT"/>
                <a:cs typeface="Arial MT"/>
              </a:rPr>
              <a:t>monitored</a:t>
            </a:r>
            <a:r>
              <a:rPr sz="1000" b="1" spc="150" dirty="0">
                <a:latin typeface="Arial MT"/>
                <a:cs typeface="Arial MT"/>
              </a:rPr>
              <a:t> </a:t>
            </a:r>
            <a:r>
              <a:rPr sz="1000" b="1" dirty="0">
                <a:latin typeface="Arial MT"/>
                <a:cs typeface="Arial MT"/>
              </a:rPr>
              <a:t>and</a:t>
            </a:r>
            <a:r>
              <a:rPr sz="1000" b="1" spc="153" dirty="0">
                <a:latin typeface="Arial MT"/>
                <a:cs typeface="Arial MT"/>
              </a:rPr>
              <a:t> </a:t>
            </a:r>
            <a:r>
              <a:rPr sz="1000" b="1" dirty="0">
                <a:latin typeface="Arial MT"/>
                <a:cs typeface="Arial MT"/>
              </a:rPr>
              <a:t>implemented</a:t>
            </a:r>
            <a:r>
              <a:rPr sz="1000" b="1" spc="147" dirty="0">
                <a:latin typeface="Arial MT"/>
                <a:cs typeface="Arial MT"/>
              </a:rPr>
              <a:t> </a:t>
            </a:r>
            <a:r>
              <a:rPr sz="1000" b="1" dirty="0">
                <a:latin typeface="Arial MT"/>
                <a:cs typeface="Arial MT"/>
              </a:rPr>
              <a:t>by</a:t>
            </a:r>
            <a:r>
              <a:rPr sz="1000" b="1" spc="150" dirty="0">
                <a:latin typeface="Arial MT"/>
                <a:cs typeface="Arial MT"/>
              </a:rPr>
              <a:t> </a:t>
            </a:r>
            <a:r>
              <a:rPr sz="1000" b="1" dirty="0">
                <a:latin typeface="Arial MT"/>
                <a:cs typeface="Arial MT"/>
              </a:rPr>
              <a:t>qualified</a:t>
            </a:r>
            <a:r>
              <a:rPr sz="1000" b="1" spc="156" dirty="0">
                <a:latin typeface="Arial MT"/>
                <a:cs typeface="Arial MT"/>
              </a:rPr>
              <a:t> </a:t>
            </a:r>
            <a:r>
              <a:rPr sz="1000" b="1" dirty="0">
                <a:latin typeface="Arial MT"/>
                <a:cs typeface="Arial MT"/>
              </a:rPr>
              <a:t>Electrical</a:t>
            </a:r>
            <a:r>
              <a:rPr sz="1000" b="1" spc="150" dirty="0">
                <a:latin typeface="Arial MT"/>
                <a:cs typeface="Arial MT"/>
              </a:rPr>
              <a:t> </a:t>
            </a:r>
            <a:r>
              <a:rPr sz="1000" b="1" dirty="0">
                <a:latin typeface="Arial MT"/>
                <a:cs typeface="Arial MT"/>
              </a:rPr>
              <a:t>engineers</a:t>
            </a:r>
            <a:r>
              <a:rPr sz="1000" b="1" spc="150" dirty="0">
                <a:latin typeface="Arial MT"/>
                <a:cs typeface="Arial MT"/>
              </a:rPr>
              <a:t> </a:t>
            </a:r>
            <a:r>
              <a:rPr sz="1000" b="1" spc="-17" dirty="0">
                <a:latin typeface="Arial MT"/>
                <a:cs typeface="Arial MT"/>
              </a:rPr>
              <a:t>who </a:t>
            </a:r>
            <a:r>
              <a:rPr sz="1000" b="1" dirty="0">
                <a:latin typeface="Arial MT"/>
                <a:cs typeface="Arial MT"/>
              </a:rPr>
              <a:t>ensure</a:t>
            </a:r>
            <a:r>
              <a:rPr sz="1000" b="1" spc="116" dirty="0">
                <a:latin typeface="Arial MT"/>
                <a:cs typeface="Arial MT"/>
              </a:rPr>
              <a:t> </a:t>
            </a:r>
            <a:r>
              <a:rPr sz="1000" b="1" dirty="0">
                <a:latin typeface="Arial MT"/>
                <a:cs typeface="Arial MT"/>
              </a:rPr>
              <a:t>the</a:t>
            </a:r>
            <a:r>
              <a:rPr sz="1000" b="1" spc="116" dirty="0">
                <a:latin typeface="Arial MT"/>
                <a:cs typeface="Arial MT"/>
              </a:rPr>
              <a:t> </a:t>
            </a:r>
            <a:r>
              <a:rPr sz="1000" b="1" dirty="0">
                <a:latin typeface="Arial MT"/>
                <a:cs typeface="Arial MT"/>
              </a:rPr>
              <a:t>specifications</a:t>
            </a:r>
            <a:r>
              <a:rPr sz="1000" b="1" spc="116" dirty="0">
                <a:latin typeface="Arial MT"/>
                <a:cs typeface="Arial MT"/>
              </a:rPr>
              <a:t> </a:t>
            </a:r>
            <a:r>
              <a:rPr sz="1000" b="1" dirty="0">
                <a:latin typeface="Arial MT"/>
                <a:cs typeface="Arial MT"/>
              </a:rPr>
              <a:t>are</a:t>
            </a:r>
            <a:r>
              <a:rPr sz="1000" b="1" spc="106" dirty="0">
                <a:latin typeface="Arial MT"/>
                <a:cs typeface="Arial MT"/>
              </a:rPr>
              <a:t> </a:t>
            </a:r>
            <a:r>
              <a:rPr sz="1000" b="1" dirty="0">
                <a:latin typeface="Arial MT"/>
                <a:cs typeface="Arial MT"/>
              </a:rPr>
              <a:t>maintained.</a:t>
            </a:r>
            <a:r>
              <a:rPr sz="1000" b="1" spc="116" dirty="0">
                <a:latin typeface="Arial MT"/>
                <a:cs typeface="Arial MT"/>
              </a:rPr>
              <a:t> </a:t>
            </a:r>
            <a:r>
              <a:rPr sz="1000" b="1" dirty="0">
                <a:latin typeface="Arial MT"/>
                <a:cs typeface="Arial MT"/>
              </a:rPr>
              <a:t>Trained</a:t>
            </a:r>
            <a:r>
              <a:rPr sz="1000" b="1" spc="116" dirty="0">
                <a:latin typeface="Arial MT"/>
                <a:cs typeface="Arial MT"/>
              </a:rPr>
              <a:t> </a:t>
            </a:r>
            <a:r>
              <a:rPr sz="1000" b="1" dirty="0">
                <a:latin typeface="Arial MT"/>
                <a:cs typeface="Arial MT"/>
              </a:rPr>
              <a:t>electrical</a:t>
            </a:r>
            <a:r>
              <a:rPr sz="1000" b="1" spc="112" dirty="0">
                <a:latin typeface="Arial MT"/>
                <a:cs typeface="Arial MT"/>
              </a:rPr>
              <a:t> </a:t>
            </a:r>
            <a:r>
              <a:rPr sz="1000" b="1" dirty="0">
                <a:latin typeface="Arial MT"/>
                <a:cs typeface="Arial MT"/>
              </a:rPr>
              <a:t>contractors</a:t>
            </a:r>
            <a:r>
              <a:rPr sz="1000" b="1" spc="112" dirty="0">
                <a:latin typeface="Arial MT"/>
                <a:cs typeface="Arial MT"/>
              </a:rPr>
              <a:t> </a:t>
            </a:r>
            <a:r>
              <a:rPr sz="1000" b="1" dirty="0">
                <a:latin typeface="Arial MT"/>
                <a:cs typeface="Arial MT"/>
              </a:rPr>
              <a:t>are</a:t>
            </a:r>
            <a:r>
              <a:rPr sz="1000" b="1" spc="109" dirty="0">
                <a:latin typeface="Arial MT"/>
                <a:cs typeface="Arial MT"/>
              </a:rPr>
              <a:t> </a:t>
            </a:r>
            <a:r>
              <a:rPr sz="1000" b="1" dirty="0">
                <a:latin typeface="Arial MT"/>
                <a:cs typeface="Arial MT"/>
              </a:rPr>
              <a:t>deployed</a:t>
            </a:r>
            <a:r>
              <a:rPr sz="1000" b="1" spc="116" dirty="0">
                <a:latin typeface="Arial MT"/>
                <a:cs typeface="Arial MT"/>
              </a:rPr>
              <a:t> </a:t>
            </a:r>
            <a:r>
              <a:rPr sz="1000" b="1" spc="-17" dirty="0">
                <a:latin typeface="Arial MT"/>
                <a:cs typeface="Arial MT"/>
              </a:rPr>
              <a:t>for </a:t>
            </a:r>
            <a:r>
              <a:rPr sz="1000" b="1" dirty="0">
                <a:latin typeface="Arial MT"/>
                <a:cs typeface="Arial MT"/>
              </a:rPr>
              <a:t>the</a:t>
            </a:r>
            <a:r>
              <a:rPr sz="1000" b="1" spc="-24" dirty="0">
                <a:latin typeface="Arial MT"/>
                <a:cs typeface="Arial MT"/>
              </a:rPr>
              <a:t> </a:t>
            </a:r>
            <a:r>
              <a:rPr sz="1000" b="1" dirty="0">
                <a:latin typeface="Arial MT"/>
                <a:cs typeface="Arial MT"/>
              </a:rPr>
              <a:t>actual</a:t>
            </a:r>
            <a:r>
              <a:rPr sz="1000" b="1" spc="-14" dirty="0">
                <a:latin typeface="Arial MT"/>
                <a:cs typeface="Arial MT"/>
              </a:rPr>
              <a:t> </a:t>
            </a:r>
            <a:r>
              <a:rPr sz="1000" b="1" dirty="0">
                <a:latin typeface="Arial MT"/>
                <a:cs typeface="Arial MT"/>
              </a:rPr>
              <a:t>implementation</a:t>
            </a:r>
            <a:r>
              <a:rPr sz="1000" b="1" spc="-14" dirty="0">
                <a:latin typeface="Arial MT"/>
                <a:cs typeface="Arial MT"/>
              </a:rPr>
              <a:t> </a:t>
            </a:r>
            <a:r>
              <a:rPr sz="1000" b="1" dirty="0">
                <a:latin typeface="Arial MT"/>
                <a:cs typeface="Arial MT"/>
              </a:rPr>
              <a:t>of</a:t>
            </a:r>
            <a:r>
              <a:rPr sz="1000" b="1" spc="-20" dirty="0">
                <a:latin typeface="Arial MT"/>
                <a:cs typeface="Arial MT"/>
              </a:rPr>
              <a:t> </a:t>
            </a:r>
            <a:r>
              <a:rPr sz="1000" b="1" dirty="0">
                <a:latin typeface="Arial MT"/>
                <a:cs typeface="Arial MT"/>
              </a:rPr>
              <a:t>the</a:t>
            </a:r>
            <a:r>
              <a:rPr sz="1000" b="1" spc="-17" dirty="0">
                <a:latin typeface="Arial MT"/>
                <a:cs typeface="Arial MT"/>
              </a:rPr>
              <a:t> </a:t>
            </a:r>
            <a:r>
              <a:rPr sz="1000" b="1" dirty="0">
                <a:latin typeface="Arial MT"/>
                <a:cs typeface="Arial MT"/>
              </a:rPr>
              <a:t>electrical</a:t>
            </a:r>
            <a:r>
              <a:rPr sz="1000" b="1" spc="-14" dirty="0">
                <a:latin typeface="Arial MT"/>
                <a:cs typeface="Arial MT"/>
              </a:rPr>
              <a:t> </a:t>
            </a:r>
            <a:r>
              <a:rPr sz="1000" b="1" spc="-7" dirty="0">
                <a:latin typeface="Arial MT"/>
                <a:cs typeface="Arial MT"/>
              </a:rPr>
              <a:t>works.</a:t>
            </a:r>
            <a:endParaRPr sz="1000" b="1">
              <a:latin typeface="Arial MT"/>
              <a:cs typeface="Arial MT"/>
            </a:endParaRPr>
          </a:p>
          <a:p>
            <a:pPr>
              <a:spcBef>
                <a:spcPts val="325"/>
              </a:spcBef>
            </a:pPr>
            <a:endParaRPr sz="1000" b="1">
              <a:latin typeface="Arial MT"/>
              <a:cs typeface="Arial MT"/>
            </a:endParaRPr>
          </a:p>
          <a:p>
            <a:pPr marL="8890" marR="5715" algn="just">
              <a:lnSpc>
                <a:spcPct val="89000"/>
              </a:lnSpc>
              <a:spcBef>
                <a:spcPts val="5"/>
              </a:spcBef>
            </a:pPr>
            <a:r>
              <a:rPr sz="1000" b="1" dirty="0">
                <a:latin typeface="Arial MT"/>
                <a:cs typeface="Arial MT"/>
              </a:rPr>
              <a:t>Earthing</a:t>
            </a:r>
            <a:r>
              <a:rPr sz="1000" b="1" spc="160" dirty="0">
                <a:latin typeface="Arial MT"/>
                <a:cs typeface="Arial MT"/>
              </a:rPr>
              <a:t> </a:t>
            </a:r>
            <a:r>
              <a:rPr sz="1000" b="1" dirty="0">
                <a:latin typeface="Arial MT"/>
                <a:cs typeface="Arial MT"/>
              </a:rPr>
              <a:t>is</a:t>
            </a:r>
            <a:r>
              <a:rPr sz="1000" b="1" spc="156" dirty="0">
                <a:latin typeface="Arial MT"/>
                <a:cs typeface="Arial MT"/>
              </a:rPr>
              <a:t> </a:t>
            </a:r>
            <a:r>
              <a:rPr sz="1000" b="1" dirty="0">
                <a:latin typeface="Arial MT"/>
                <a:cs typeface="Arial MT"/>
              </a:rPr>
              <a:t>the</a:t>
            </a:r>
            <a:r>
              <a:rPr sz="1000" b="1" spc="153" dirty="0">
                <a:latin typeface="Arial MT"/>
                <a:cs typeface="Arial MT"/>
              </a:rPr>
              <a:t> </a:t>
            </a:r>
            <a:r>
              <a:rPr sz="1000" b="1" dirty="0">
                <a:latin typeface="Arial MT"/>
                <a:cs typeface="Arial MT"/>
              </a:rPr>
              <a:t>most</a:t>
            </a:r>
            <a:r>
              <a:rPr sz="1000" b="1" spc="160" dirty="0">
                <a:latin typeface="Arial MT"/>
                <a:cs typeface="Arial MT"/>
              </a:rPr>
              <a:t> </a:t>
            </a:r>
            <a:r>
              <a:rPr sz="1000" b="1" dirty="0">
                <a:latin typeface="Arial MT"/>
                <a:cs typeface="Arial MT"/>
              </a:rPr>
              <a:t>important</a:t>
            </a:r>
            <a:r>
              <a:rPr sz="1000" b="1" spc="153" dirty="0">
                <a:latin typeface="Arial MT"/>
                <a:cs typeface="Arial MT"/>
              </a:rPr>
              <a:t> </a:t>
            </a:r>
            <a:r>
              <a:rPr sz="1000" b="1" dirty="0">
                <a:latin typeface="Arial MT"/>
                <a:cs typeface="Arial MT"/>
              </a:rPr>
              <a:t>but</a:t>
            </a:r>
            <a:r>
              <a:rPr sz="1000" b="1" spc="164" dirty="0">
                <a:latin typeface="Arial MT"/>
                <a:cs typeface="Arial MT"/>
              </a:rPr>
              <a:t> </a:t>
            </a:r>
            <a:r>
              <a:rPr sz="1000" b="1" dirty="0">
                <a:latin typeface="Arial MT"/>
                <a:cs typeface="Arial MT"/>
              </a:rPr>
              <a:t>the</a:t>
            </a:r>
            <a:r>
              <a:rPr sz="1000" b="1" spc="153" dirty="0">
                <a:latin typeface="Arial MT"/>
                <a:cs typeface="Arial MT"/>
              </a:rPr>
              <a:t> </a:t>
            </a:r>
            <a:r>
              <a:rPr sz="1000" b="1" dirty="0">
                <a:latin typeface="Arial MT"/>
                <a:cs typeface="Arial MT"/>
              </a:rPr>
              <a:t>most</a:t>
            </a:r>
            <a:r>
              <a:rPr sz="1000" b="1" spc="160" dirty="0">
                <a:latin typeface="Arial MT"/>
                <a:cs typeface="Arial MT"/>
              </a:rPr>
              <a:t> </a:t>
            </a:r>
            <a:r>
              <a:rPr sz="1000" b="1" dirty="0">
                <a:latin typeface="Arial MT"/>
                <a:cs typeface="Arial MT"/>
              </a:rPr>
              <a:t>ignored</a:t>
            </a:r>
            <a:r>
              <a:rPr sz="1000" b="1" spc="153" dirty="0">
                <a:latin typeface="Arial MT"/>
                <a:cs typeface="Arial MT"/>
              </a:rPr>
              <a:t> </a:t>
            </a:r>
            <a:r>
              <a:rPr sz="1000" b="1" dirty="0">
                <a:latin typeface="Arial MT"/>
                <a:cs typeface="Arial MT"/>
              </a:rPr>
              <a:t>part</a:t>
            </a:r>
            <a:r>
              <a:rPr sz="1000" b="1" spc="150" dirty="0">
                <a:latin typeface="Arial MT"/>
                <a:cs typeface="Arial MT"/>
              </a:rPr>
              <a:t> </a:t>
            </a:r>
            <a:r>
              <a:rPr sz="1000" b="1" dirty="0">
                <a:latin typeface="Arial MT"/>
                <a:cs typeface="Arial MT"/>
              </a:rPr>
              <a:t>of</a:t>
            </a:r>
            <a:r>
              <a:rPr sz="1000" b="1" spc="156" dirty="0">
                <a:latin typeface="Arial MT"/>
                <a:cs typeface="Arial MT"/>
              </a:rPr>
              <a:t> </a:t>
            </a:r>
            <a:r>
              <a:rPr sz="1000" b="1" dirty="0">
                <a:latin typeface="Arial MT"/>
                <a:cs typeface="Arial MT"/>
              </a:rPr>
              <a:t>the</a:t>
            </a:r>
            <a:r>
              <a:rPr sz="1000" b="1" spc="147" dirty="0">
                <a:latin typeface="Arial MT"/>
                <a:cs typeface="Arial MT"/>
              </a:rPr>
              <a:t> </a:t>
            </a:r>
            <a:r>
              <a:rPr sz="1000" b="1" dirty="0">
                <a:latin typeface="Arial MT"/>
                <a:cs typeface="Arial MT"/>
              </a:rPr>
              <a:t>site</a:t>
            </a:r>
            <a:r>
              <a:rPr sz="1000" b="1" spc="160" dirty="0">
                <a:latin typeface="Arial MT"/>
                <a:cs typeface="Arial MT"/>
              </a:rPr>
              <a:t> </a:t>
            </a:r>
            <a:r>
              <a:rPr sz="1000" b="1" dirty="0">
                <a:latin typeface="Arial MT"/>
                <a:cs typeface="Arial MT"/>
              </a:rPr>
              <a:t>build</a:t>
            </a:r>
            <a:r>
              <a:rPr sz="1000" b="1" spc="160" dirty="0">
                <a:latin typeface="Arial MT"/>
                <a:cs typeface="Arial MT"/>
              </a:rPr>
              <a:t> </a:t>
            </a:r>
            <a:r>
              <a:rPr sz="1000" b="1" dirty="0">
                <a:latin typeface="Arial MT"/>
                <a:cs typeface="Arial MT"/>
              </a:rPr>
              <a:t>activity.</a:t>
            </a:r>
            <a:r>
              <a:rPr sz="1000" b="1" spc="153" dirty="0">
                <a:latin typeface="Arial MT"/>
                <a:cs typeface="Arial MT"/>
              </a:rPr>
              <a:t> </a:t>
            </a:r>
            <a:r>
              <a:rPr sz="1000" b="1" spc="-17" dirty="0">
                <a:latin typeface="Arial MT"/>
                <a:cs typeface="Arial MT"/>
              </a:rPr>
              <a:t>The </a:t>
            </a:r>
            <a:r>
              <a:rPr sz="1000" b="1" dirty="0">
                <a:latin typeface="Arial MT"/>
                <a:cs typeface="Arial MT"/>
              </a:rPr>
              <a:t>performance</a:t>
            </a:r>
            <a:r>
              <a:rPr sz="1000" b="1" spc="242" dirty="0">
                <a:latin typeface="Arial MT"/>
                <a:cs typeface="Arial MT"/>
              </a:rPr>
              <a:t> </a:t>
            </a:r>
            <a:r>
              <a:rPr sz="1000" b="1" dirty="0">
                <a:latin typeface="Arial MT"/>
                <a:cs typeface="Arial MT"/>
              </a:rPr>
              <a:t>of</a:t>
            </a:r>
            <a:r>
              <a:rPr sz="1000" b="1" spc="245" dirty="0">
                <a:latin typeface="Arial MT"/>
                <a:cs typeface="Arial MT"/>
              </a:rPr>
              <a:t> </a:t>
            </a:r>
            <a:r>
              <a:rPr sz="1000" b="1" dirty="0">
                <a:latin typeface="Arial MT"/>
                <a:cs typeface="Arial MT"/>
              </a:rPr>
              <a:t>the</a:t>
            </a:r>
            <a:r>
              <a:rPr sz="1000" b="1" spc="245" dirty="0">
                <a:latin typeface="Arial MT"/>
                <a:cs typeface="Arial MT"/>
              </a:rPr>
              <a:t> </a:t>
            </a:r>
            <a:r>
              <a:rPr sz="1000" b="1" dirty="0">
                <a:latin typeface="Arial MT"/>
                <a:cs typeface="Arial MT"/>
              </a:rPr>
              <a:t>equipment</a:t>
            </a:r>
            <a:r>
              <a:rPr sz="1000" b="1" spc="242" dirty="0">
                <a:latin typeface="Arial MT"/>
                <a:cs typeface="Arial MT"/>
              </a:rPr>
              <a:t> </a:t>
            </a:r>
            <a:r>
              <a:rPr sz="1000" b="1" dirty="0">
                <a:latin typeface="Arial MT"/>
                <a:cs typeface="Arial MT"/>
              </a:rPr>
              <a:t>highly</a:t>
            </a:r>
            <a:r>
              <a:rPr sz="1000" b="1" spc="242" dirty="0">
                <a:latin typeface="Arial MT"/>
                <a:cs typeface="Arial MT"/>
              </a:rPr>
              <a:t> </a:t>
            </a:r>
            <a:r>
              <a:rPr sz="1000" b="1" dirty="0">
                <a:latin typeface="Arial MT"/>
                <a:cs typeface="Arial MT"/>
              </a:rPr>
              <a:t>depends</a:t>
            </a:r>
            <a:r>
              <a:rPr sz="1000" b="1" spc="245" dirty="0">
                <a:latin typeface="Arial MT"/>
                <a:cs typeface="Arial MT"/>
              </a:rPr>
              <a:t> </a:t>
            </a:r>
            <a:r>
              <a:rPr sz="1000" b="1" dirty="0">
                <a:latin typeface="Arial MT"/>
                <a:cs typeface="Arial MT"/>
              </a:rPr>
              <a:t>on</a:t>
            </a:r>
            <a:r>
              <a:rPr sz="1000" b="1" spc="242" dirty="0">
                <a:latin typeface="Arial MT"/>
                <a:cs typeface="Arial MT"/>
              </a:rPr>
              <a:t> </a:t>
            </a:r>
            <a:r>
              <a:rPr sz="1000" b="1" dirty="0">
                <a:latin typeface="Arial MT"/>
                <a:cs typeface="Arial MT"/>
              </a:rPr>
              <a:t>how</a:t>
            </a:r>
            <a:r>
              <a:rPr sz="1000" b="1" spc="249" dirty="0">
                <a:latin typeface="Arial MT"/>
                <a:cs typeface="Arial MT"/>
              </a:rPr>
              <a:t> </a:t>
            </a:r>
            <a:r>
              <a:rPr sz="1000" b="1" dirty="0">
                <a:latin typeface="Arial MT"/>
                <a:cs typeface="Arial MT"/>
              </a:rPr>
              <a:t>good</a:t>
            </a:r>
            <a:r>
              <a:rPr sz="1000" b="1" spc="252" dirty="0">
                <a:latin typeface="Arial MT"/>
                <a:cs typeface="Arial MT"/>
              </a:rPr>
              <a:t> </a:t>
            </a:r>
            <a:r>
              <a:rPr sz="1000" b="1" dirty="0">
                <a:latin typeface="Arial MT"/>
                <a:cs typeface="Arial MT"/>
              </a:rPr>
              <a:t>is</a:t>
            </a:r>
            <a:r>
              <a:rPr sz="1000" b="1" spc="242" dirty="0">
                <a:latin typeface="Arial MT"/>
                <a:cs typeface="Arial MT"/>
              </a:rPr>
              <a:t> </a:t>
            </a:r>
            <a:r>
              <a:rPr sz="1000" b="1" dirty="0">
                <a:latin typeface="Arial MT"/>
                <a:cs typeface="Arial MT"/>
              </a:rPr>
              <a:t>the</a:t>
            </a:r>
            <a:r>
              <a:rPr sz="1000" b="1" spc="245" dirty="0">
                <a:latin typeface="Arial MT"/>
                <a:cs typeface="Arial MT"/>
              </a:rPr>
              <a:t> </a:t>
            </a:r>
            <a:r>
              <a:rPr sz="1000" b="1" dirty="0">
                <a:latin typeface="Arial MT"/>
                <a:cs typeface="Arial MT"/>
              </a:rPr>
              <a:t>earthing</a:t>
            </a:r>
            <a:r>
              <a:rPr sz="1000" b="1" spc="245" dirty="0">
                <a:latin typeface="Arial MT"/>
                <a:cs typeface="Arial MT"/>
              </a:rPr>
              <a:t> </a:t>
            </a:r>
            <a:r>
              <a:rPr sz="1000" b="1" spc="-7" dirty="0">
                <a:latin typeface="Arial MT"/>
                <a:cs typeface="Arial MT"/>
              </a:rPr>
              <a:t>system. </a:t>
            </a:r>
            <a:r>
              <a:rPr sz="1000" b="1" dirty="0">
                <a:latin typeface="Arial MT"/>
                <a:cs typeface="Arial MT"/>
              </a:rPr>
              <a:t>SANGYA</a:t>
            </a:r>
            <a:r>
              <a:rPr sz="1000" b="1" spc="-10" dirty="0">
                <a:latin typeface="Arial MT"/>
                <a:cs typeface="Arial MT"/>
              </a:rPr>
              <a:t> </a:t>
            </a:r>
            <a:r>
              <a:rPr sz="1000" b="1" dirty="0">
                <a:latin typeface="Arial MT"/>
                <a:cs typeface="Arial MT"/>
              </a:rPr>
              <a:t>TREDERS</a:t>
            </a:r>
            <a:r>
              <a:rPr sz="1000" b="1" spc="-7" dirty="0">
                <a:latin typeface="Arial MT"/>
                <a:cs typeface="Arial MT"/>
              </a:rPr>
              <a:t> </a:t>
            </a:r>
            <a:r>
              <a:rPr sz="1000" b="1" dirty="0">
                <a:latin typeface="Arial MT"/>
                <a:cs typeface="Arial MT"/>
              </a:rPr>
              <a:t>ensures</a:t>
            </a:r>
            <a:r>
              <a:rPr sz="1000" b="1" spc="-7" dirty="0">
                <a:latin typeface="Arial MT"/>
                <a:cs typeface="Arial MT"/>
              </a:rPr>
              <a:t> </a:t>
            </a:r>
            <a:r>
              <a:rPr sz="1000" b="1" dirty="0">
                <a:latin typeface="Arial MT"/>
                <a:cs typeface="Arial MT"/>
              </a:rPr>
              <a:t>the</a:t>
            </a:r>
            <a:r>
              <a:rPr sz="1000" b="1" spc="-14" dirty="0">
                <a:latin typeface="Arial MT"/>
                <a:cs typeface="Arial MT"/>
              </a:rPr>
              <a:t> </a:t>
            </a:r>
            <a:r>
              <a:rPr sz="1000" b="1" dirty="0">
                <a:latin typeface="Arial MT"/>
                <a:cs typeface="Arial MT"/>
              </a:rPr>
              <a:t>earthing</a:t>
            </a:r>
            <a:r>
              <a:rPr sz="1000" b="1" spc="-7" dirty="0">
                <a:latin typeface="Arial MT"/>
                <a:cs typeface="Arial MT"/>
              </a:rPr>
              <a:t> </a:t>
            </a:r>
            <a:r>
              <a:rPr sz="1000" b="1" dirty="0">
                <a:latin typeface="Arial MT"/>
                <a:cs typeface="Arial MT"/>
              </a:rPr>
              <a:t>is</a:t>
            </a:r>
            <a:r>
              <a:rPr sz="1000" b="1" spc="-14" dirty="0">
                <a:latin typeface="Arial MT"/>
                <a:cs typeface="Arial MT"/>
              </a:rPr>
              <a:t> </a:t>
            </a:r>
            <a:r>
              <a:rPr sz="1000" b="1" dirty="0">
                <a:latin typeface="Arial MT"/>
                <a:cs typeface="Arial MT"/>
              </a:rPr>
              <a:t>done</a:t>
            </a:r>
            <a:r>
              <a:rPr sz="1000" b="1" spc="-7" dirty="0">
                <a:latin typeface="Arial MT"/>
                <a:cs typeface="Arial MT"/>
              </a:rPr>
              <a:t> </a:t>
            </a:r>
            <a:r>
              <a:rPr sz="1000" b="1" dirty="0">
                <a:latin typeface="Arial MT"/>
                <a:cs typeface="Arial MT"/>
              </a:rPr>
              <a:t>as</a:t>
            </a:r>
            <a:r>
              <a:rPr sz="1000" b="1" spc="-7" dirty="0">
                <a:latin typeface="Arial MT"/>
                <a:cs typeface="Arial MT"/>
              </a:rPr>
              <a:t> </a:t>
            </a:r>
            <a:r>
              <a:rPr sz="1000" b="1" dirty="0">
                <a:latin typeface="Arial MT"/>
                <a:cs typeface="Arial MT"/>
              </a:rPr>
              <a:t>specified</a:t>
            </a:r>
            <a:r>
              <a:rPr sz="1000" b="1" spc="-10" dirty="0">
                <a:latin typeface="Arial MT"/>
                <a:cs typeface="Arial MT"/>
              </a:rPr>
              <a:t> </a:t>
            </a:r>
            <a:r>
              <a:rPr sz="1000" b="1" dirty="0">
                <a:latin typeface="Arial MT"/>
                <a:cs typeface="Arial MT"/>
              </a:rPr>
              <a:t>by</a:t>
            </a:r>
            <a:r>
              <a:rPr sz="1000" b="1" spc="-14" dirty="0">
                <a:latin typeface="Arial MT"/>
                <a:cs typeface="Arial MT"/>
              </a:rPr>
              <a:t> </a:t>
            </a:r>
            <a:r>
              <a:rPr sz="1000" b="1" dirty="0">
                <a:latin typeface="Arial MT"/>
                <a:cs typeface="Arial MT"/>
              </a:rPr>
              <a:t>the</a:t>
            </a:r>
            <a:r>
              <a:rPr sz="1000" b="1" spc="-7" dirty="0">
                <a:latin typeface="Arial MT"/>
                <a:cs typeface="Arial MT"/>
              </a:rPr>
              <a:t> customer.</a:t>
            </a:r>
            <a:endParaRPr sz="1000" b="1">
              <a:latin typeface="Arial MT"/>
              <a:cs typeface="Arial MT"/>
            </a:endParaRPr>
          </a:p>
          <a:p>
            <a:pPr marL="8890" marR="5715" algn="just">
              <a:lnSpc>
                <a:spcPts val="915"/>
              </a:lnSpc>
              <a:spcBef>
                <a:spcPts val="690"/>
              </a:spcBef>
            </a:pPr>
            <a:r>
              <a:rPr sz="1000" b="1" dirty="0">
                <a:latin typeface="Arial MT"/>
                <a:cs typeface="Arial MT"/>
              </a:rPr>
              <a:t>Erection</a:t>
            </a:r>
            <a:r>
              <a:rPr sz="1000" b="1" spc="31" dirty="0">
                <a:latin typeface="Arial MT"/>
                <a:cs typeface="Arial MT"/>
              </a:rPr>
              <a:t> </a:t>
            </a:r>
            <a:r>
              <a:rPr sz="1000" b="1" dirty="0">
                <a:latin typeface="Arial MT"/>
                <a:cs typeface="Arial MT"/>
              </a:rPr>
              <a:t>of</a:t>
            </a:r>
            <a:r>
              <a:rPr sz="1000" b="1" spc="27" dirty="0">
                <a:latin typeface="Arial MT"/>
                <a:cs typeface="Arial MT"/>
              </a:rPr>
              <a:t> </a:t>
            </a:r>
            <a:r>
              <a:rPr sz="1000" b="1" dirty="0">
                <a:latin typeface="Arial MT"/>
                <a:cs typeface="Arial MT"/>
              </a:rPr>
              <a:t>Towers</a:t>
            </a:r>
            <a:r>
              <a:rPr sz="1000" b="1" spc="27" dirty="0">
                <a:latin typeface="Arial MT"/>
                <a:cs typeface="Arial MT"/>
              </a:rPr>
              <a:t> </a:t>
            </a:r>
            <a:r>
              <a:rPr sz="1000" b="1" dirty="0">
                <a:latin typeface="Arial MT"/>
                <a:cs typeface="Arial MT"/>
              </a:rPr>
              <a:t>are</a:t>
            </a:r>
            <a:r>
              <a:rPr sz="1000" b="1" spc="27" dirty="0">
                <a:latin typeface="Arial MT"/>
                <a:cs typeface="Arial MT"/>
              </a:rPr>
              <a:t> </a:t>
            </a:r>
            <a:r>
              <a:rPr sz="1000" b="1" dirty="0">
                <a:latin typeface="Arial MT"/>
                <a:cs typeface="Arial MT"/>
              </a:rPr>
              <a:t>monitored</a:t>
            </a:r>
            <a:r>
              <a:rPr sz="1000" b="1" spc="27" dirty="0">
                <a:latin typeface="Arial MT"/>
                <a:cs typeface="Arial MT"/>
              </a:rPr>
              <a:t> </a:t>
            </a:r>
            <a:r>
              <a:rPr sz="1000" b="1" dirty="0">
                <a:latin typeface="Arial MT"/>
                <a:cs typeface="Arial MT"/>
              </a:rPr>
              <a:t>by</a:t>
            </a:r>
            <a:r>
              <a:rPr sz="1000" b="1" spc="27" dirty="0">
                <a:latin typeface="Arial MT"/>
                <a:cs typeface="Arial MT"/>
              </a:rPr>
              <a:t> </a:t>
            </a:r>
            <a:r>
              <a:rPr sz="1000" b="1" dirty="0">
                <a:latin typeface="Arial MT"/>
                <a:cs typeface="Arial MT"/>
              </a:rPr>
              <a:t>qualified</a:t>
            </a:r>
            <a:r>
              <a:rPr sz="1000" b="1" spc="31" dirty="0">
                <a:latin typeface="Arial MT"/>
                <a:cs typeface="Arial MT"/>
              </a:rPr>
              <a:t> </a:t>
            </a:r>
            <a:r>
              <a:rPr sz="1000" b="1" dirty="0">
                <a:latin typeface="Arial MT"/>
                <a:cs typeface="Arial MT"/>
              </a:rPr>
              <a:t>Mechanical</a:t>
            </a:r>
            <a:r>
              <a:rPr sz="1000" b="1" spc="27" dirty="0">
                <a:latin typeface="Arial MT"/>
                <a:cs typeface="Arial MT"/>
              </a:rPr>
              <a:t> </a:t>
            </a:r>
            <a:r>
              <a:rPr sz="1000" b="1" dirty="0">
                <a:latin typeface="Arial MT"/>
                <a:cs typeface="Arial MT"/>
              </a:rPr>
              <a:t>Engineers</a:t>
            </a:r>
            <a:r>
              <a:rPr sz="1000" b="1" spc="24" dirty="0">
                <a:latin typeface="Arial MT"/>
                <a:cs typeface="Arial MT"/>
              </a:rPr>
              <a:t> </a:t>
            </a:r>
            <a:r>
              <a:rPr sz="1000" b="1" dirty="0">
                <a:latin typeface="Arial MT"/>
                <a:cs typeface="Arial MT"/>
              </a:rPr>
              <a:t>who</a:t>
            </a:r>
            <a:r>
              <a:rPr sz="1000" b="1" spc="31" dirty="0">
                <a:latin typeface="Arial MT"/>
                <a:cs typeface="Arial MT"/>
              </a:rPr>
              <a:t> </a:t>
            </a:r>
            <a:r>
              <a:rPr sz="1000" b="1" dirty="0">
                <a:latin typeface="Arial MT"/>
                <a:cs typeface="Arial MT"/>
              </a:rPr>
              <a:t>understands</a:t>
            </a:r>
            <a:r>
              <a:rPr sz="1000" b="1" spc="27" dirty="0">
                <a:latin typeface="Arial MT"/>
                <a:cs typeface="Arial MT"/>
              </a:rPr>
              <a:t> </a:t>
            </a:r>
            <a:r>
              <a:rPr sz="1000" b="1" spc="-17" dirty="0">
                <a:latin typeface="Arial MT"/>
                <a:cs typeface="Arial MT"/>
              </a:rPr>
              <a:t>the </a:t>
            </a:r>
            <a:r>
              <a:rPr sz="1000" b="1" dirty="0">
                <a:latin typeface="Arial MT"/>
                <a:cs typeface="Arial MT"/>
              </a:rPr>
              <a:t>erection</a:t>
            </a:r>
            <a:r>
              <a:rPr sz="1000" b="1" spc="10" dirty="0">
                <a:latin typeface="Arial MT"/>
                <a:cs typeface="Arial MT"/>
              </a:rPr>
              <a:t> </a:t>
            </a:r>
            <a:r>
              <a:rPr sz="1000" b="1" dirty="0">
                <a:latin typeface="Arial MT"/>
                <a:cs typeface="Arial MT"/>
              </a:rPr>
              <a:t>drawings</a:t>
            </a:r>
            <a:r>
              <a:rPr sz="1000" b="1" spc="7" dirty="0">
                <a:latin typeface="Arial MT"/>
                <a:cs typeface="Arial MT"/>
              </a:rPr>
              <a:t> </a:t>
            </a:r>
            <a:r>
              <a:rPr sz="1000" b="1" dirty="0">
                <a:latin typeface="Arial MT"/>
                <a:cs typeface="Arial MT"/>
              </a:rPr>
              <a:t>and</a:t>
            </a:r>
            <a:r>
              <a:rPr sz="1000" b="1" spc="7" dirty="0">
                <a:latin typeface="Arial MT"/>
                <a:cs typeface="Arial MT"/>
              </a:rPr>
              <a:t> </a:t>
            </a:r>
            <a:r>
              <a:rPr sz="1000" b="1" dirty="0">
                <a:latin typeface="Arial MT"/>
                <a:cs typeface="Arial MT"/>
              </a:rPr>
              <a:t>are</a:t>
            </a:r>
            <a:r>
              <a:rPr sz="1000" b="1" spc="14" dirty="0">
                <a:latin typeface="Arial MT"/>
                <a:cs typeface="Arial MT"/>
              </a:rPr>
              <a:t> </a:t>
            </a:r>
            <a:r>
              <a:rPr sz="1000" b="1" dirty="0">
                <a:latin typeface="Arial MT"/>
                <a:cs typeface="Arial MT"/>
              </a:rPr>
              <a:t>well</a:t>
            </a:r>
            <a:r>
              <a:rPr sz="1000" b="1" spc="10" dirty="0">
                <a:latin typeface="Arial MT"/>
                <a:cs typeface="Arial MT"/>
              </a:rPr>
              <a:t> </a:t>
            </a:r>
            <a:r>
              <a:rPr sz="1000" b="1" dirty="0">
                <a:latin typeface="Arial MT"/>
                <a:cs typeface="Arial MT"/>
              </a:rPr>
              <a:t>versed</a:t>
            </a:r>
            <a:r>
              <a:rPr sz="1000" b="1" spc="14" dirty="0">
                <a:latin typeface="Arial MT"/>
                <a:cs typeface="Arial MT"/>
              </a:rPr>
              <a:t> </a:t>
            </a:r>
            <a:r>
              <a:rPr sz="1000" b="1" dirty="0">
                <a:latin typeface="Arial MT"/>
                <a:cs typeface="Arial MT"/>
              </a:rPr>
              <a:t>with</a:t>
            </a:r>
            <a:r>
              <a:rPr sz="1000" b="1" spc="10" dirty="0">
                <a:latin typeface="Arial MT"/>
                <a:cs typeface="Arial MT"/>
              </a:rPr>
              <a:t> </a:t>
            </a:r>
            <a:r>
              <a:rPr sz="1000" b="1" dirty="0">
                <a:latin typeface="Arial MT"/>
                <a:cs typeface="Arial MT"/>
              </a:rPr>
              <a:t>the</a:t>
            </a:r>
            <a:r>
              <a:rPr sz="1000" b="1" spc="17" dirty="0">
                <a:latin typeface="Arial MT"/>
                <a:cs typeface="Arial MT"/>
              </a:rPr>
              <a:t> </a:t>
            </a:r>
            <a:r>
              <a:rPr sz="1000" b="1" dirty="0">
                <a:latin typeface="Arial MT"/>
                <a:cs typeface="Arial MT"/>
              </a:rPr>
              <a:t>forces</a:t>
            </a:r>
            <a:r>
              <a:rPr sz="1000" b="1" spc="7" dirty="0">
                <a:latin typeface="Arial MT"/>
                <a:cs typeface="Arial MT"/>
              </a:rPr>
              <a:t> </a:t>
            </a:r>
            <a:r>
              <a:rPr sz="1000" b="1" dirty="0">
                <a:latin typeface="Arial MT"/>
                <a:cs typeface="Arial MT"/>
              </a:rPr>
              <a:t>and</a:t>
            </a:r>
            <a:r>
              <a:rPr sz="1000" b="1" spc="7" dirty="0">
                <a:latin typeface="Arial MT"/>
                <a:cs typeface="Arial MT"/>
              </a:rPr>
              <a:t> </a:t>
            </a:r>
            <a:r>
              <a:rPr sz="1000" b="1" dirty="0">
                <a:latin typeface="Arial MT"/>
                <a:cs typeface="Arial MT"/>
              </a:rPr>
              <a:t>the</a:t>
            </a:r>
            <a:r>
              <a:rPr sz="1000" b="1" spc="10" dirty="0">
                <a:latin typeface="Arial MT"/>
                <a:cs typeface="Arial MT"/>
              </a:rPr>
              <a:t> </a:t>
            </a:r>
            <a:r>
              <a:rPr sz="1000" b="1" dirty="0">
                <a:latin typeface="Arial MT"/>
                <a:cs typeface="Arial MT"/>
              </a:rPr>
              <a:t>tensile</a:t>
            </a:r>
            <a:r>
              <a:rPr sz="1000" b="1" spc="17" dirty="0">
                <a:latin typeface="Arial MT"/>
                <a:cs typeface="Arial MT"/>
              </a:rPr>
              <a:t> </a:t>
            </a:r>
            <a:r>
              <a:rPr sz="1000" b="1" dirty="0">
                <a:latin typeface="Arial MT"/>
                <a:cs typeface="Arial MT"/>
              </a:rPr>
              <a:t>strengths.</a:t>
            </a:r>
            <a:r>
              <a:rPr sz="1000" b="1" spc="14" dirty="0">
                <a:latin typeface="Arial MT"/>
                <a:cs typeface="Arial MT"/>
              </a:rPr>
              <a:t> </a:t>
            </a:r>
            <a:r>
              <a:rPr sz="1000" b="1" dirty="0">
                <a:latin typeface="Arial MT"/>
                <a:cs typeface="Arial MT"/>
              </a:rPr>
              <a:t>The</a:t>
            </a:r>
            <a:r>
              <a:rPr sz="1000" b="1" spc="17" dirty="0">
                <a:latin typeface="Arial MT"/>
                <a:cs typeface="Arial MT"/>
              </a:rPr>
              <a:t> </a:t>
            </a:r>
            <a:r>
              <a:rPr sz="1000" b="1" spc="-7" dirty="0">
                <a:latin typeface="Arial MT"/>
                <a:cs typeface="Arial MT"/>
              </a:rPr>
              <a:t>Tower </a:t>
            </a:r>
            <a:r>
              <a:rPr sz="1000" b="1" dirty="0">
                <a:latin typeface="Arial MT"/>
                <a:cs typeface="Arial MT"/>
              </a:rPr>
              <a:t>material</a:t>
            </a:r>
            <a:r>
              <a:rPr sz="1000" b="1" spc="58" dirty="0">
                <a:latin typeface="Arial MT"/>
                <a:cs typeface="Arial MT"/>
              </a:rPr>
              <a:t> </a:t>
            </a:r>
            <a:r>
              <a:rPr sz="1000" b="1" dirty="0">
                <a:latin typeface="Arial MT"/>
                <a:cs typeface="Arial MT"/>
              </a:rPr>
              <a:t>is</a:t>
            </a:r>
            <a:r>
              <a:rPr sz="1000" b="1" spc="61" dirty="0">
                <a:latin typeface="Arial MT"/>
                <a:cs typeface="Arial MT"/>
              </a:rPr>
              <a:t> </a:t>
            </a:r>
            <a:r>
              <a:rPr sz="1000" b="1" dirty="0">
                <a:latin typeface="Arial MT"/>
                <a:cs typeface="Arial MT"/>
              </a:rPr>
              <a:t>segregated</a:t>
            </a:r>
            <a:r>
              <a:rPr sz="1000" b="1" spc="55" dirty="0">
                <a:latin typeface="Arial MT"/>
                <a:cs typeface="Arial MT"/>
              </a:rPr>
              <a:t> </a:t>
            </a:r>
            <a:r>
              <a:rPr sz="1000" b="1" dirty="0">
                <a:latin typeface="Arial MT"/>
                <a:cs typeface="Arial MT"/>
              </a:rPr>
              <a:t>on</a:t>
            </a:r>
            <a:r>
              <a:rPr sz="1000" b="1" spc="58" dirty="0">
                <a:latin typeface="Arial MT"/>
                <a:cs typeface="Arial MT"/>
              </a:rPr>
              <a:t> </a:t>
            </a:r>
            <a:r>
              <a:rPr sz="1000" b="1" dirty="0">
                <a:latin typeface="Arial MT"/>
                <a:cs typeface="Arial MT"/>
              </a:rPr>
              <a:t>the</a:t>
            </a:r>
            <a:r>
              <a:rPr sz="1000" b="1" spc="55" dirty="0">
                <a:latin typeface="Arial MT"/>
                <a:cs typeface="Arial MT"/>
              </a:rPr>
              <a:t> </a:t>
            </a:r>
            <a:r>
              <a:rPr sz="1000" b="1" dirty="0">
                <a:latin typeface="Arial MT"/>
                <a:cs typeface="Arial MT"/>
              </a:rPr>
              <a:t>ground</a:t>
            </a:r>
            <a:r>
              <a:rPr sz="1000" b="1" spc="58" dirty="0">
                <a:latin typeface="Arial MT"/>
                <a:cs typeface="Arial MT"/>
              </a:rPr>
              <a:t> </a:t>
            </a:r>
            <a:r>
              <a:rPr sz="1000" b="1" dirty="0">
                <a:latin typeface="Arial MT"/>
                <a:cs typeface="Arial MT"/>
              </a:rPr>
              <a:t>and</a:t>
            </a:r>
            <a:r>
              <a:rPr sz="1000" b="1" spc="55" dirty="0">
                <a:latin typeface="Arial MT"/>
                <a:cs typeface="Arial MT"/>
              </a:rPr>
              <a:t> </a:t>
            </a:r>
            <a:r>
              <a:rPr sz="1000" b="1" dirty="0">
                <a:latin typeface="Arial MT"/>
                <a:cs typeface="Arial MT"/>
              </a:rPr>
              <a:t>missing</a:t>
            </a:r>
            <a:r>
              <a:rPr sz="1000" b="1" spc="58" dirty="0">
                <a:latin typeface="Arial MT"/>
                <a:cs typeface="Arial MT"/>
              </a:rPr>
              <a:t> </a:t>
            </a:r>
            <a:r>
              <a:rPr sz="1000" b="1" dirty="0">
                <a:latin typeface="Arial MT"/>
                <a:cs typeface="Arial MT"/>
              </a:rPr>
              <a:t>material</a:t>
            </a:r>
            <a:r>
              <a:rPr sz="1000" b="1" spc="61" dirty="0">
                <a:latin typeface="Arial MT"/>
                <a:cs typeface="Arial MT"/>
              </a:rPr>
              <a:t> </a:t>
            </a:r>
            <a:r>
              <a:rPr sz="1000" b="1" dirty="0">
                <a:latin typeface="Arial MT"/>
                <a:cs typeface="Arial MT"/>
              </a:rPr>
              <a:t>if</a:t>
            </a:r>
            <a:r>
              <a:rPr sz="1000" b="1" spc="51" dirty="0">
                <a:latin typeface="Arial MT"/>
                <a:cs typeface="Arial MT"/>
              </a:rPr>
              <a:t> </a:t>
            </a:r>
            <a:r>
              <a:rPr sz="1000" b="1" dirty="0">
                <a:latin typeface="Arial MT"/>
                <a:cs typeface="Arial MT"/>
              </a:rPr>
              <a:t>any</a:t>
            </a:r>
            <a:r>
              <a:rPr sz="1000" b="1" spc="55" dirty="0">
                <a:latin typeface="Arial MT"/>
                <a:cs typeface="Arial MT"/>
              </a:rPr>
              <a:t> </a:t>
            </a:r>
            <a:r>
              <a:rPr sz="1000" b="1" dirty="0">
                <a:latin typeface="Arial MT"/>
                <a:cs typeface="Arial MT"/>
              </a:rPr>
              <a:t>is</a:t>
            </a:r>
            <a:r>
              <a:rPr sz="1000" b="1" spc="51" dirty="0">
                <a:latin typeface="Arial MT"/>
                <a:cs typeface="Arial MT"/>
              </a:rPr>
              <a:t> </a:t>
            </a:r>
            <a:r>
              <a:rPr sz="1000" b="1" dirty="0">
                <a:latin typeface="Arial MT"/>
                <a:cs typeface="Arial MT"/>
              </a:rPr>
              <a:t>immediately</a:t>
            </a:r>
            <a:r>
              <a:rPr sz="1000" b="1" spc="55" dirty="0">
                <a:latin typeface="Arial MT"/>
                <a:cs typeface="Arial MT"/>
              </a:rPr>
              <a:t> </a:t>
            </a:r>
            <a:r>
              <a:rPr sz="1000" b="1" spc="-7" dirty="0">
                <a:latin typeface="Arial MT"/>
                <a:cs typeface="Arial MT"/>
              </a:rPr>
              <a:t>reported. </a:t>
            </a:r>
            <a:r>
              <a:rPr sz="1000" b="1" dirty="0">
                <a:latin typeface="Arial MT"/>
                <a:cs typeface="Arial MT"/>
              </a:rPr>
              <a:t>This</a:t>
            </a:r>
            <a:r>
              <a:rPr sz="1000" b="1" spc="82" dirty="0">
                <a:latin typeface="Arial MT"/>
                <a:cs typeface="Arial MT"/>
              </a:rPr>
              <a:t> </a:t>
            </a:r>
            <a:r>
              <a:rPr sz="1000" b="1" dirty="0">
                <a:latin typeface="Arial MT"/>
                <a:cs typeface="Arial MT"/>
              </a:rPr>
              <a:t>reduces</a:t>
            </a:r>
            <a:r>
              <a:rPr sz="1000" b="1" spc="89" dirty="0">
                <a:latin typeface="Arial MT"/>
                <a:cs typeface="Arial MT"/>
              </a:rPr>
              <a:t> </a:t>
            </a:r>
            <a:r>
              <a:rPr sz="1000" b="1" dirty="0">
                <a:latin typeface="Arial MT"/>
                <a:cs typeface="Arial MT"/>
              </a:rPr>
              <a:t>the</a:t>
            </a:r>
            <a:r>
              <a:rPr sz="1000" b="1" spc="82" dirty="0">
                <a:latin typeface="Arial MT"/>
                <a:cs typeface="Arial MT"/>
              </a:rPr>
              <a:t> </a:t>
            </a:r>
            <a:r>
              <a:rPr sz="1000" b="1" dirty="0">
                <a:latin typeface="Arial MT"/>
                <a:cs typeface="Arial MT"/>
              </a:rPr>
              <a:t>time</a:t>
            </a:r>
            <a:r>
              <a:rPr sz="1000" b="1" spc="82" dirty="0">
                <a:latin typeface="Arial MT"/>
                <a:cs typeface="Arial MT"/>
              </a:rPr>
              <a:t> </a:t>
            </a:r>
            <a:r>
              <a:rPr sz="1000" b="1" dirty="0">
                <a:latin typeface="Arial MT"/>
                <a:cs typeface="Arial MT"/>
              </a:rPr>
              <a:t>as</a:t>
            </a:r>
            <a:r>
              <a:rPr sz="1000" b="1" spc="89" dirty="0">
                <a:latin typeface="Arial MT"/>
                <a:cs typeface="Arial MT"/>
              </a:rPr>
              <a:t> </a:t>
            </a:r>
            <a:r>
              <a:rPr sz="1000" b="1" dirty="0">
                <a:latin typeface="Arial MT"/>
                <a:cs typeface="Arial MT"/>
              </a:rPr>
              <a:t>efforts</a:t>
            </a:r>
            <a:r>
              <a:rPr sz="1000" b="1" spc="78" dirty="0">
                <a:latin typeface="Arial MT"/>
                <a:cs typeface="Arial MT"/>
              </a:rPr>
              <a:t> </a:t>
            </a:r>
            <a:r>
              <a:rPr sz="1000" b="1" dirty="0">
                <a:latin typeface="Arial MT"/>
                <a:cs typeface="Arial MT"/>
              </a:rPr>
              <a:t>are</a:t>
            </a:r>
            <a:r>
              <a:rPr sz="1000" b="1" spc="75" dirty="0">
                <a:latin typeface="Arial MT"/>
                <a:cs typeface="Arial MT"/>
              </a:rPr>
              <a:t> </a:t>
            </a:r>
            <a:r>
              <a:rPr sz="1000" b="1" dirty="0">
                <a:latin typeface="Arial MT"/>
                <a:cs typeface="Arial MT"/>
              </a:rPr>
              <a:t>their</a:t>
            </a:r>
            <a:r>
              <a:rPr sz="1000" b="1" spc="82" dirty="0">
                <a:latin typeface="Arial MT"/>
                <a:cs typeface="Arial MT"/>
              </a:rPr>
              <a:t> </a:t>
            </a:r>
            <a:r>
              <a:rPr sz="1000" b="1" dirty="0">
                <a:latin typeface="Arial MT"/>
                <a:cs typeface="Arial MT"/>
              </a:rPr>
              <a:t>to</a:t>
            </a:r>
            <a:r>
              <a:rPr sz="1000" b="1" spc="82" dirty="0">
                <a:latin typeface="Arial MT"/>
                <a:cs typeface="Arial MT"/>
              </a:rPr>
              <a:t> </a:t>
            </a:r>
            <a:r>
              <a:rPr sz="1000" b="1" dirty="0">
                <a:latin typeface="Arial MT"/>
                <a:cs typeface="Arial MT"/>
              </a:rPr>
              <a:t>ensure</a:t>
            </a:r>
            <a:r>
              <a:rPr sz="1000" b="1" spc="89" dirty="0">
                <a:latin typeface="Arial MT"/>
                <a:cs typeface="Arial MT"/>
              </a:rPr>
              <a:t> </a:t>
            </a:r>
            <a:r>
              <a:rPr sz="1000" b="1" dirty="0">
                <a:latin typeface="Arial MT"/>
                <a:cs typeface="Arial MT"/>
              </a:rPr>
              <a:t>all</a:t>
            </a:r>
            <a:r>
              <a:rPr sz="1000" b="1" spc="85" dirty="0">
                <a:latin typeface="Arial MT"/>
                <a:cs typeface="Arial MT"/>
              </a:rPr>
              <a:t> </a:t>
            </a:r>
            <a:r>
              <a:rPr sz="1000" b="1" dirty="0">
                <a:latin typeface="Arial MT"/>
                <a:cs typeface="Arial MT"/>
              </a:rPr>
              <a:t>the</a:t>
            </a:r>
            <a:r>
              <a:rPr sz="1000" b="1" spc="82" dirty="0">
                <a:latin typeface="Arial MT"/>
                <a:cs typeface="Arial MT"/>
              </a:rPr>
              <a:t> </a:t>
            </a:r>
            <a:r>
              <a:rPr sz="1000" b="1" dirty="0">
                <a:latin typeface="Arial MT"/>
                <a:cs typeface="Arial MT"/>
              </a:rPr>
              <a:t>material</a:t>
            </a:r>
            <a:r>
              <a:rPr sz="1000" b="1" spc="82" dirty="0">
                <a:latin typeface="Arial MT"/>
                <a:cs typeface="Arial MT"/>
              </a:rPr>
              <a:t> </a:t>
            </a:r>
            <a:r>
              <a:rPr sz="1000" b="1" dirty="0">
                <a:latin typeface="Arial MT"/>
                <a:cs typeface="Arial MT"/>
              </a:rPr>
              <a:t>is</a:t>
            </a:r>
            <a:r>
              <a:rPr sz="1000" b="1" spc="85" dirty="0">
                <a:latin typeface="Arial MT"/>
                <a:cs typeface="Arial MT"/>
              </a:rPr>
              <a:t> </a:t>
            </a:r>
            <a:r>
              <a:rPr sz="1000" b="1" dirty="0">
                <a:latin typeface="Arial MT"/>
                <a:cs typeface="Arial MT"/>
              </a:rPr>
              <a:t>present</a:t>
            </a:r>
            <a:r>
              <a:rPr sz="1000" b="1" spc="82" dirty="0">
                <a:latin typeface="Arial MT"/>
                <a:cs typeface="Arial MT"/>
              </a:rPr>
              <a:t> </a:t>
            </a:r>
            <a:r>
              <a:rPr sz="1000" b="1" dirty="0">
                <a:latin typeface="Arial MT"/>
                <a:cs typeface="Arial MT"/>
              </a:rPr>
              <a:t>before</a:t>
            </a:r>
            <a:r>
              <a:rPr sz="1000" b="1" spc="89" dirty="0">
                <a:latin typeface="Arial MT"/>
                <a:cs typeface="Arial MT"/>
              </a:rPr>
              <a:t> </a:t>
            </a:r>
            <a:r>
              <a:rPr sz="1000" b="1" spc="-17" dirty="0">
                <a:latin typeface="Arial MT"/>
                <a:cs typeface="Arial MT"/>
              </a:rPr>
              <a:t>the </a:t>
            </a:r>
            <a:r>
              <a:rPr sz="1000" b="1" dirty="0">
                <a:latin typeface="Arial MT"/>
                <a:cs typeface="Arial MT"/>
              </a:rPr>
              <a:t>erection</a:t>
            </a:r>
            <a:r>
              <a:rPr sz="1000" b="1" spc="215" dirty="0">
                <a:latin typeface="Arial MT"/>
                <a:cs typeface="Arial MT"/>
              </a:rPr>
              <a:t> </a:t>
            </a:r>
            <a:r>
              <a:rPr sz="1000" b="1" dirty="0">
                <a:latin typeface="Arial MT"/>
                <a:cs typeface="Arial MT"/>
              </a:rPr>
              <a:t>team</a:t>
            </a:r>
            <a:r>
              <a:rPr sz="1000" b="1" spc="218" dirty="0">
                <a:latin typeface="Arial MT"/>
                <a:cs typeface="Arial MT"/>
              </a:rPr>
              <a:t> </a:t>
            </a:r>
            <a:r>
              <a:rPr sz="1000" b="1" dirty="0">
                <a:latin typeface="Arial MT"/>
                <a:cs typeface="Arial MT"/>
              </a:rPr>
              <a:t>is</a:t>
            </a:r>
            <a:r>
              <a:rPr sz="1000" b="1" spc="215" dirty="0">
                <a:latin typeface="Arial MT"/>
                <a:cs typeface="Arial MT"/>
              </a:rPr>
              <a:t> </a:t>
            </a:r>
            <a:r>
              <a:rPr sz="1000" b="1" dirty="0">
                <a:latin typeface="Arial MT"/>
                <a:cs typeface="Arial MT"/>
              </a:rPr>
              <a:t>deployed.</a:t>
            </a:r>
            <a:r>
              <a:rPr sz="1000" b="1" spc="218" dirty="0">
                <a:latin typeface="Arial MT"/>
                <a:cs typeface="Arial MT"/>
              </a:rPr>
              <a:t> </a:t>
            </a:r>
            <a:r>
              <a:rPr sz="1000" b="1" dirty="0">
                <a:latin typeface="Arial MT"/>
                <a:cs typeface="Arial MT"/>
              </a:rPr>
              <a:t>Similiary</a:t>
            </a:r>
            <a:r>
              <a:rPr sz="1000" b="1" spc="211" dirty="0">
                <a:latin typeface="Arial MT"/>
                <a:cs typeface="Arial MT"/>
              </a:rPr>
              <a:t> </a:t>
            </a:r>
            <a:r>
              <a:rPr sz="1000" b="1" dirty="0">
                <a:latin typeface="Arial MT"/>
                <a:cs typeface="Arial MT"/>
              </a:rPr>
              <a:t>other</a:t>
            </a:r>
            <a:r>
              <a:rPr sz="1000" b="1" spc="205" dirty="0">
                <a:latin typeface="Arial MT"/>
                <a:cs typeface="Arial MT"/>
              </a:rPr>
              <a:t> </a:t>
            </a:r>
            <a:r>
              <a:rPr sz="1000" b="1" dirty="0">
                <a:latin typeface="Arial MT"/>
                <a:cs typeface="Arial MT"/>
              </a:rPr>
              <a:t>Class</a:t>
            </a:r>
            <a:r>
              <a:rPr sz="1000" b="1" spc="215" dirty="0">
                <a:latin typeface="Arial MT"/>
                <a:cs typeface="Arial MT"/>
              </a:rPr>
              <a:t> </a:t>
            </a:r>
            <a:r>
              <a:rPr sz="1000" b="1" dirty="0">
                <a:latin typeface="Arial MT"/>
                <a:cs typeface="Arial MT"/>
              </a:rPr>
              <a:t>A</a:t>
            </a:r>
            <a:r>
              <a:rPr sz="1000" b="1" spc="215" dirty="0">
                <a:latin typeface="Arial MT"/>
                <a:cs typeface="Arial MT"/>
              </a:rPr>
              <a:t> </a:t>
            </a:r>
            <a:r>
              <a:rPr sz="1000" b="1" dirty="0">
                <a:latin typeface="Arial MT"/>
                <a:cs typeface="Arial MT"/>
              </a:rPr>
              <a:t>material</a:t>
            </a:r>
            <a:r>
              <a:rPr sz="1000" b="1" spc="215" dirty="0">
                <a:latin typeface="Arial MT"/>
                <a:cs typeface="Arial MT"/>
              </a:rPr>
              <a:t> </a:t>
            </a:r>
            <a:r>
              <a:rPr sz="1000" b="1" dirty="0">
                <a:latin typeface="Arial MT"/>
                <a:cs typeface="Arial MT"/>
              </a:rPr>
              <a:t>erection/commissioning</a:t>
            </a:r>
            <a:r>
              <a:rPr sz="1000" b="1" spc="218" dirty="0">
                <a:latin typeface="Arial MT"/>
                <a:cs typeface="Arial MT"/>
              </a:rPr>
              <a:t> </a:t>
            </a:r>
            <a:r>
              <a:rPr sz="1000" b="1" spc="-17" dirty="0">
                <a:latin typeface="Arial MT"/>
                <a:cs typeface="Arial MT"/>
              </a:rPr>
              <a:t>is </a:t>
            </a:r>
            <a:r>
              <a:rPr sz="1000" b="1" dirty="0">
                <a:latin typeface="Arial MT"/>
                <a:cs typeface="Arial MT"/>
              </a:rPr>
              <a:t>carried</a:t>
            </a:r>
            <a:r>
              <a:rPr sz="1000" b="1" spc="-20" dirty="0">
                <a:latin typeface="Arial MT"/>
                <a:cs typeface="Arial MT"/>
              </a:rPr>
              <a:t> </a:t>
            </a:r>
            <a:r>
              <a:rPr sz="1000" b="1" spc="-17" dirty="0">
                <a:latin typeface="Arial MT"/>
                <a:cs typeface="Arial MT"/>
              </a:rPr>
              <a:t>out</a:t>
            </a:r>
            <a:endParaRPr sz="1000" b="1">
              <a:latin typeface="Arial MT"/>
              <a:cs typeface="Arial MT"/>
            </a:endParaRPr>
          </a:p>
          <a:p>
            <a:pPr marL="8890" marR="265430" algn="just">
              <a:lnSpc>
                <a:spcPts val="875"/>
              </a:lnSpc>
              <a:spcBef>
                <a:spcPts val="245"/>
              </a:spcBef>
            </a:pPr>
            <a:r>
              <a:rPr sz="1000" b="1" dirty="0">
                <a:latin typeface="Arial MT"/>
                <a:cs typeface="Arial MT"/>
              </a:rPr>
              <a:t>Every</a:t>
            </a:r>
            <a:r>
              <a:rPr sz="1000" b="1" spc="-14" dirty="0">
                <a:latin typeface="Arial MT"/>
                <a:cs typeface="Arial MT"/>
              </a:rPr>
              <a:t> </a:t>
            </a:r>
            <a:r>
              <a:rPr sz="1000" b="1" dirty="0">
                <a:latin typeface="Arial MT"/>
                <a:cs typeface="Arial MT"/>
              </a:rPr>
              <a:t>activity</a:t>
            </a:r>
            <a:r>
              <a:rPr sz="1000" b="1" spc="-17" dirty="0">
                <a:latin typeface="Arial MT"/>
                <a:cs typeface="Arial MT"/>
              </a:rPr>
              <a:t> </a:t>
            </a:r>
            <a:r>
              <a:rPr sz="1000" b="1" dirty="0">
                <a:latin typeface="Arial MT"/>
                <a:cs typeface="Arial MT"/>
              </a:rPr>
              <a:t>has</a:t>
            </a:r>
            <a:r>
              <a:rPr sz="1000" b="1" spc="-17" dirty="0">
                <a:latin typeface="Arial MT"/>
                <a:cs typeface="Arial MT"/>
              </a:rPr>
              <a:t> </a:t>
            </a:r>
            <a:r>
              <a:rPr sz="1000" b="1" dirty="0">
                <a:latin typeface="Arial MT"/>
                <a:cs typeface="Arial MT"/>
              </a:rPr>
              <a:t>got</a:t>
            </a:r>
            <a:r>
              <a:rPr sz="1000" b="1" spc="-17" dirty="0">
                <a:latin typeface="Arial MT"/>
                <a:cs typeface="Arial MT"/>
              </a:rPr>
              <a:t> </a:t>
            </a:r>
            <a:r>
              <a:rPr sz="1000" b="1" dirty="0">
                <a:latin typeface="Arial MT"/>
                <a:cs typeface="Arial MT"/>
              </a:rPr>
              <a:t>a</a:t>
            </a:r>
            <a:r>
              <a:rPr sz="1000" b="1" spc="-10" dirty="0">
                <a:latin typeface="Arial MT"/>
                <a:cs typeface="Arial MT"/>
              </a:rPr>
              <a:t> </a:t>
            </a:r>
            <a:r>
              <a:rPr sz="1000" b="1" dirty="0">
                <a:latin typeface="Arial MT"/>
                <a:cs typeface="Arial MT"/>
              </a:rPr>
              <a:t>Quality</a:t>
            </a:r>
            <a:r>
              <a:rPr sz="1000" b="1" spc="-10" dirty="0">
                <a:latin typeface="Arial MT"/>
                <a:cs typeface="Arial MT"/>
              </a:rPr>
              <a:t> </a:t>
            </a:r>
            <a:r>
              <a:rPr sz="1000" b="1" dirty="0">
                <a:latin typeface="Arial MT"/>
                <a:cs typeface="Arial MT"/>
              </a:rPr>
              <a:t>checklist</a:t>
            </a:r>
            <a:r>
              <a:rPr sz="1000" b="1" spc="-17" dirty="0">
                <a:latin typeface="Arial MT"/>
                <a:cs typeface="Arial MT"/>
              </a:rPr>
              <a:t> </a:t>
            </a:r>
            <a:r>
              <a:rPr sz="1000" b="1" dirty="0">
                <a:latin typeface="Arial MT"/>
                <a:cs typeface="Arial MT"/>
              </a:rPr>
              <a:t>and</a:t>
            </a:r>
            <a:r>
              <a:rPr sz="1000" b="1" spc="-17" dirty="0">
                <a:latin typeface="Arial MT"/>
                <a:cs typeface="Arial MT"/>
              </a:rPr>
              <a:t> </a:t>
            </a:r>
            <a:r>
              <a:rPr sz="1000" b="1" dirty="0">
                <a:latin typeface="Arial MT"/>
                <a:cs typeface="Arial MT"/>
              </a:rPr>
              <a:t>a</a:t>
            </a:r>
            <a:r>
              <a:rPr sz="1000" b="1" spc="-7" dirty="0">
                <a:latin typeface="Arial MT"/>
                <a:cs typeface="Arial MT"/>
              </a:rPr>
              <a:t> </a:t>
            </a:r>
            <a:r>
              <a:rPr sz="1000" b="1" dirty="0">
                <a:latin typeface="Arial MT"/>
                <a:cs typeface="Arial MT"/>
              </a:rPr>
              <a:t>strict</a:t>
            </a:r>
            <a:r>
              <a:rPr sz="1000" b="1" spc="-14" dirty="0">
                <a:latin typeface="Arial MT"/>
                <a:cs typeface="Arial MT"/>
              </a:rPr>
              <a:t> </a:t>
            </a:r>
            <a:r>
              <a:rPr sz="1000" b="1" dirty="0">
                <a:latin typeface="Arial MT"/>
                <a:cs typeface="Arial MT"/>
              </a:rPr>
              <a:t>adherence</a:t>
            </a:r>
            <a:r>
              <a:rPr sz="1000" b="1" spc="-17" dirty="0">
                <a:latin typeface="Arial MT"/>
                <a:cs typeface="Arial MT"/>
              </a:rPr>
              <a:t> </a:t>
            </a:r>
            <a:r>
              <a:rPr sz="1000" b="1" dirty="0">
                <a:latin typeface="Arial MT"/>
                <a:cs typeface="Arial MT"/>
              </a:rPr>
              <a:t>to</a:t>
            </a:r>
            <a:r>
              <a:rPr sz="1000" b="1" spc="-14" dirty="0">
                <a:latin typeface="Arial MT"/>
                <a:cs typeface="Arial MT"/>
              </a:rPr>
              <a:t> </a:t>
            </a:r>
            <a:r>
              <a:rPr sz="1000" b="1" dirty="0">
                <a:latin typeface="Arial MT"/>
                <a:cs typeface="Arial MT"/>
              </a:rPr>
              <a:t>the</a:t>
            </a:r>
            <a:r>
              <a:rPr sz="1000" b="1" spc="-10" dirty="0">
                <a:latin typeface="Arial MT"/>
                <a:cs typeface="Arial MT"/>
              </a:rPr>
              <a:t> </a:t>
            </a:r>
            <a:r>
              <a:rPr sz="1000" b="1" dirty="0">
                <a:latin typeface="Arial MT"/>
                <a:cs typeface="Arial MT"/>
              </a:rPr>
              <a:t>Quality</a:t>
            </a:r>
            <a:r>
              <a:rPr sz="1000" b="1" spc="-10" dirty="0">
                <a:latin typeface="Arial MT"/>
                <a:cs typeface="Arial MT"/>
              </a:rPr>
              <a:t> </a:t>
            </a:r>
            <a:r>
              <a:rPr sz="1000" b="1" spc="-7" dirty="0">
                <a:latin typeface="Arial MT"/>
                <a:cs typeface="Arial MT"/>
              </a:rPr>
              <a:t>process </a:t>
            </a:r>
            <a:r>
              <a:rPr sz="1000" b="1" dirty="0">
                <a:latin typeface="Arial MT"/>
                <a:cs typeface="Arial MT"/>
              </a:rPr>
              <a:t>is </a:t>
            </a:r>
            <a:r>
              <a:rPr sz="1000" b="1" spc="-7" dirty="0">
                <a:latin typeface="Arial MT"/>
                <a:cs typeface="Arial MT"/>
              </a:rPr>
              <a:t>maintained.</a:t>
            </a:r>
            <a:endParaRPr sz="1000" b="1">
              <a:latin typeface="Arial MT"/>
              <a:cs typeface="Arial MT"/>
            </a:endParaRPr>
          </a:p>
          <a:p>
            <a:pPr marL="68580">
              <a:spcBef>
                <a:spcPts val="900"/>
              </a:spcBef>
            </a:pPr>
            <a:r>
              <a:rPr sz="1000" b="1" dirty="0">
                <a:latin typeface="Arial MT"/>
                <a:cs typeface="Arial MT"/>
              </a:rPr>
              <a:t>V.</a:t>
            </a:r>
            <a:r>
              <a:rPr sz="1000" b="1" spc="-14" dirty="0">
                <a:latin typeface="Arial MT"/>
                <a:cs typeface="Arial MT"/>
              </a:rPr>
              <a:t> </a:t>
            </a:r>
            <a:r>
              <a:rPr sz="1000" b="1" dirty="0">
                <a:latin typeface="Arial MT"/>
                <a:cs typeface="Arial MT"/>
              </a:rPr>
              <a:t>Site</a:t>
            </a:r>
            <a:r>
              <a:rPr sz="1000" b="1" spc="-17" dirty="0">
                <a:latin typeface="Arial MT"/>
                <a:cs typeface="Arial MT"/>
              </a:rPr>
              <a:t> </a:t>
            </a:r>
            <a:r>
              <a:rPr sz="1000" b="1" dirty="0">
                <a:latin typeface="Arial MT"/>
                <a:cs typeface="Arial MT"/>
              </a:rPr>
              <a:t>Acceptance</a:t>
            </a:r>
            <a:r>
              <a:rPr sz="1000" b="1" spc="-14" dirty="0">
                <a:latin typeface="Arial MT"/>
                <a:cs typeface="Arial MT"/>
              </a:rPr>
              <a:t> Test</a:t>
            </a:r>
            <a:endParaRPr sz="1000" b="1">
              <a:latin typeface="Arial MT"/>
              <a:cs typeface="Arial MT"/>
            </a:endParaRPr>
          </a:p>
          <a:p>
            <a:pPr>
              <a:spcBef>
                <a:spcPts val="175"/>
              </a:spcBef>
            </a:pPr>
            <a:endParaRPr sz="1000" b="1">
              <a:latin typeface="Arial MT"/>
              <a:cs typeface="Arial MT"/>
            </a:endParaRPr>
          </a:p>
          <a:p>
            <a:pPr marL="8890" marR="194945">
              <a:lnSpc>
                <a:spcPct val="87000"/>
              </a:lnSpc>
            </a:pPr>
            <a:r>
              <a:rPr sz="1000" b="1" dirty="0">
                <a:latin typeface="Arial MT"/>
                <a:cs typeface="Arial MT"/>
              </a:rPr>
              <a:t>R.D.</a:t>
            </a:r>
            <a:r>
              <a:rPr sz="1000" b="1" spc="-7" dirty="0">
                <a:latin typeface="Arial MT"/>
                <a:cs typeface="Arial MT"/>
              </a:rPr>
              <a:t> </a:t>
            </a:r>
            <a:r>
              <a:rPr sz="1000" b="1" dirty="0">
                <a:latin typeface="Arial MT"/>
                <a:cs typeface="Arial MT"/>
              </a:rPr>
              <a:t>TECH</a:t>
            </a:r>
            <a:r>
              <a:rPr sz="1000" b="1" spc="-7" dirty="0">
                <a:latin typeface="Arial MT"/>
                <a:cs typeface="Arial MT"/>
              </a:rPr>
              <a:t> </a:t>
            </a:r>
            <a:r>
              <a:rPr sz="1000" b="1" dirty="0">
                <a:latin typeface="Arial MT"/>
                <a:cs typeface="Arial MT"/>
              </a:rPr>
              <a:t>INFRA</a:t>
            </a:r>
            <a:r>
              <a:rPr sz="1000" b="1" spc="-3" dirty="0">
                <a:latin typeface="Arial MT"/>
                <a:cs typeface="Arial MT"/>
              </a:rPr>
              <a:t> </a:t>
            </a:r>
            <a:r>
              <a:rPr sz="1000" b="1" dirty="0">
                <a:latin typeface="Arial MT"/>
                <a:cs typeface="Arial MT"/>
              </a:rPr>
              <a:t>has</a:t>
            </a:r>
            <a:r>
              <a:rPr sz="1000" b="1" spc="-14" dirty="0">
                <a:latin typeface="Arial MT"/>
                <a:cs typeface="Arial MT"/>
              </a:rPr>
              <a:t> </a:t>
            </a:r>
            <a:r>
              <a:rPr sz="1000" b="1" dirty="0">
                <a:latin typeface="Arial MT"/>
                <a:cs typeface="Arial MT"/>
              </a:rPr>
              <a:t>a process</a:t>
            </a:r>
            <a:r>
              <a:rPr sz="1000" b="1" spc="-7" dirty="0">
                <a:latin typeface="Arial MT"/>
                <a:cs typeface="Arial MT"/>
              </a:rPr>
              <a:t> </a:t>
            </a:r>
            <a:r>
              <a:rPr sz="1000" b="1" dirty="0">
                <a:latin typeface="Arial MT"/>
                <a:cs typeface="Arial MT"/>
              </a:rPr>
              <a:t>to</a:t>
            </a:r>
            <a:r>
              <a:rPr sz="1000" b="1" spc="-10" dirty="0">
                <a:latin typeface="Arial MT"/>
                <a:cs typeface="Arial MT"/>
              </a:rPr>
              <a:t> </a:t>
            </a:r>
            <a:r>
              <a:rPr sz="1000" b="1" dirty="0">
                <a:latin typeface="Arial MT"/>
                <a:cs typeface="Arial MT"/>
              </a:rPr>
              <a:t>carry</a:t>
            </a:r>
            <a:r>
              <a:rPr sz="1000" b="1" spc="-7" dirty="0">
                <a:latin typeface="Arial MT"/>
                <a:cs typeface="Arial MT"/>
              </a:rPr>
              <a:t> </a:t>
            </a:r>
            <a:r>
              <a:rPr sz="1000" b="1" dirty="0">
                <a:latin typeface="Arial MT"/>
                <a:cs typeface="Arial MT"/>
              </a:rPr>
              <a:t>out</a:t>
            </a:r>
            <a:r>
              <a:rPr sz="1000" b="1" spc="-10" dirty="0">
                <a:latin typeface="Arial MT"/>
                <a:cs typeface="Arial MT"/>
              </a:rPr>
              <a:t> </a:t>
            </a:r>
            <a:r>
              <a:rPr sz="1000" b="1" dirty="0">
                <a:latin typeface="Arial MT"/>
                <a:cs typeface="Arial MT"/>
              </a:rPr>
              <a:t>Pre</a:t>
            </a:r>
            <a:r>
              <a:rPr sz="1000" b="1" spc="-3" dirty="0">
                <a:latin typeface="Arial MT"/>
                <a:cs typeface="Arial MT"/>
              </a:rPr>
              <a:t> </a:t>
            </a:r>
            <a:r>
              <a:rPr sz="1000" b="1" dirty="0">
                <a:latin typeface="Arial MT"/>
                <a:cs typeface="Arial MT"/>
              </a:rPr>
              <a:t>AT</a:t>
            </a:r>
            <a:r>
              <a:rPr sz="1000" b="1" spc="-7" dirty="0">
                <a:latin typeface="Arial MT"/>
                <a:cs typeface="Arial MT"/>
              </a:rPr>
              <a:t> </a:t>
            </a:r>
            <a:r>
              <a:rPr sz="1000" b="1" dirty="0">
                <a:latin typeface="Arial MT"/>
                <a:cs typeface="Arial MT"/>
              </a:rPr>
              <a:t>with</a:t>
            </a:r>
            <a:r>
              <a:rPr sz="1000" b="1" spc="-7" dirty="0">
                <a:latin typeface="Arial MT"/>
                <a:cs typeface="Arial MT"/>
              </a:rPr>
              <a:t> </a:t>
            </a:r>
            <a:r>
              <a:rPr sz="1000" b="1" dirty="0">
                <a:latin typeface="Arial MT"/>
                <a:cs typeface="Arial MT"/>
              </a:rPr>
              <a:t>the</a:t>
            </a:r>
            <a:r>
              <a:rPr sz="1000" b="1" spc="-14" dirty="0">
                <a:latin typeface="Arial MT"/>
                <a:cs typeface="Arial MT"/>
              </a:rPr>
              <a:t> </a:t>
            </a:r>
            <a:r>
              <a:rPr sz="1000" b="1" dirty="0">
                <a:latin typeface="Arial MT"/>
                <a:cs typeface="Arial MT"/>
              </a:rPr>
              <a:t>help</a:t>
            </a:r>
            <a:r>
              <a:rPr sz="1000" b="1" spc="-10" dirty="0">
                <a:latin typeface="Arial MT"/>
                <a:cs typeface="Arial MT"/>
              </a:rPr>
              <a:t> </a:t>
            </a:r>
            <a:r>
              <a:rPr sz="1000" b="1" dirty="0">
                <a:latin typeface="Arial MT"/>
                <a:cs typeface="Arial MT"/>
              </a:rPr>
              <a:t>of</a:t>
            </a:r>
            <a:r>
              <a:rPr sz="1000" b="1" spc="-10" dirty="0">
                <a:latin typeface="Arial MT"/>
                <a:cs typeface="Arial MT"/>
              </a:rPr>
              <a:t> </a:t>
            </a:r>
            <a:r>
              <a:rPr sz="1000" b="1" dirty="0">
                <a:latin typeface="Arial MT"/>
                <a:cs typeface="Arial MT"/>
              </a:rPr>
              <a:t>our</a:t>
            </a:r>
            <a:r>
              <a:rPr sz="1000" b="1" spc="-7" dirty="0">
                <a:latin typeface="Arial MT"/>
                <a:cs typeface="Arial MT"/>
              </a:rPr>
              <a:t> </a:t>
            </a:r>
            <a:r>
              <a:rPr sz="1000" b="1" dirty="0">
                <a:latin typeface="Arial MT"/>
                <a:cs typeface="Arial MT"/>
              </a:rPr>
              <a:t>own</a:t>
            </a:r>
            <a:r>
              <a:rPr sz="1000" b="1" spc="-10" dirty="0">
                <a:latin typeface="Arial MT"/>
                <a:cs typeface="Arial MT"/>
              </a:rPr>
              <a:t> </a:t>
            </a:r>
            <a:r>
              <a:rPr sz="1000" b="1" spc="-7" dirty="0">
                <a:latin typeface="Arial MT"/>
                <a:cs typeface="Arial MT"/>
              </a:rPr>
              <a:t>Quality </a:t>
            </a:r>
            <a:r>
              <a:rPr sz="1000" b="1" dirty="0">
                <a:latin typeface="Arial MT"/>
                <a:cs typeface="Arial MT"/>
              </a:rPr>
              <a:t>Engineers.</a:t>
            </a:r>
            <a:r>
              <a:rPr sz="1000" b="1" spc="-14" dirty="0">
                <a:latin typeface="Arial MT"/>
                <a:cs typeface="Arial MT"/>
              </a:rPr>
              <a:t> </a:t>
            </a:r>
            <a:r>
              <a:rPr sz="1000" b="1" dirty="0">
                <a:latin typeface="Arial MT"/>
                <a:cs typeface="Arial MT"/>
              </a:rPr>
              <a:t>This</a:t>
            </a:r>
            <a:r>
              <a:rPr sz="1000" b="1" spc="-14" dirty="0">
                <a:latin typeface="Arial MT"/>
                <a:cs typeface="Arial MT"/>
              </a:rPr>
              <a:t> </a:t>
            </a:r>
            <a:r>
              <a:rPr sz="1000" b="1" dirty="0">
                <a:latin typeface="Arial MT"/>
                <a:cs typeface="Arial MT"/>
              </a:rPr>
              <a:t>reduces</a:t>
            </a:r>
            <a:r>
              <a:rPr sz="1000" b="1" spc="-14" dirty="0">
                <a:latin typeface="Arial MT"/>
                <a:cs typeface="Arial MT"/>
              </a:rPr>
              <a:t> </a:t>
            </a:r>
            <a:r>
              <a:rPr sz="1000" b="1" dirty="0">
                <a:latin typeface="Arial MT"/>
                <a:cs typeface="Arial MT"/>
              </a:rPr>
              <a:t>the</a:t>
            </a:r>
            <a:r>
              <a:rPr sz="1000" b="1" spc="-10" dirty="0">
                <a:latin typeface="Arial MT"/>
                <a:cs typeface="Arial MT"/>
              </a:rPr>
              <a:t> </a:t>
            </a:r>
            <a:r>
              <a:rPr sz="1000" b="1" dirty="0">
                <a:latin typeface="Arial MT"/>
                <a:cs typeface="Arial MT"/>
              </a:rPr>
              <a:t>Customer</a:t>
            </a:r>
            <a:r>
              <a:rPr sz="1000" b="1" spc="-14" dirty="0">
                <a:latin typeface="Arial MT"/>
                <a:cs typeface="Arial MT"/>
              </a:rPr>
              <a:t> </a:t>
            </a:r>
            <a:r>
              <a:rPr sz="1000" b="1" dirty="0">
                <a:latin typeface="Arial MT"/>
                <a:cs typeface="Arial MT"/>
              </a:rPr>
              <a:t>AT</a:t>
            </a:r>
            <a:r>
              <a:rPr sz="1000" b="1" spc="-14" dirty="0">
                <a:latin typeface="Arial MT"/>
                <a:cs typeface="Arial MT"/>
              </a:rPr>
              <a:t> </a:t>
            </a:r>
            <a:r>
              <a:rPr sz="1000" b="1" dirty="0">
                <a:latin typeface="Arial MT"/>
                <a:cs typeface="Arial MT"/>
              </a:rPr>
              <a:t>punch</a:t>
            </a:r>
            <a:r>
              <a:rPr sz="1000" b="1" spc="-17" dirty="0">
                <a:latin typeface="Arial MT"/>
                <a:cs typeface="Arial MT"/>
              </a:rPr>
              <a:t> </a:t>
            </a:r>
            <a:r>
              <a:rPr sz="1000" b="1" dirty="0">
                <a:latin typeface="Arial MT"/>
                <a:cs typeface="Arial MT"/>
              </a:rPr>
              <a:t>points</a:t>
            </a:r>
            <a:r>
              <a:rPr sz="1000" b="1" spc="-24" dirty="0">
                <a:latin typeface="Arial MT"/>
                <a:cs typeface="Arial MT"/>
              </a:rPr>
              <a:t> </a:t>
            </a:r>
            <a:r>
              <a:rPr sz="1000" b="1" dirty="0">
                <a:latin typeface="Arial MT"/>
                <a:cs typeface="Arial MT"/>
              </a:rPr>
              <a:t>and</a:t>
            </a:r>
            <a:r>
              <a:rPr sz="1000" b="1" spc="-14" dirty="0">
                <a:latin typeface="Arial MT"/>
                <a:cs typeface="Arial MT"/>
              </a:rPr>
              <a:t> </a:t>
            </a:r>
            <a:r>
              <a:rPr sz="1000" b="1" dirty="0">
                <a:latin typeface="Arial MT"/>
                <a:cs typeface="Arial MT"/>
              </a:rPr>
              <a:t>helps</a:t>
            </a:r>
            <a:r>
              <a:rPr sz="1000" b="1" spc="-10" dirty="0">
                <a:latin typeface="Arial MT"/>
                <a:cs typeface="Arial MT"/>
              </a:rPr>
              <a:t> </a:t>
            </a:r>
            <a:r>
              <a:rPr sz="1000" b="1" dirty="0">
                <a:latin typeface="Arial MT"/>
                <a:cs typeface="Arial MT"/>
              </a:rPr>
              <a:t>in</a:t>
            </a:r>
            <a:r>
              <a:rPr sz="1000" b="1" spc="-14" dirty="0">
                <a:latin typeface="Arial MT"/>
                <a:cs typeface="Arial MT"/>
              </a:rPr>
              <a:t> </a:t>
            </a:r>
            <a:r>
              <a:rPr sz="1000" b="1" dirty="0">
                <a:latin typeface="Arial MT"/>
                <a:cs typeface="Arial MT"/>
              </a:rPr>
              <a:t>faster</a:t>
            </a:r>
            <a:r>
              <a:rPr sz="1000" b="1" spc="-14" dirty="0">
                <a:latin typeface="Arial MT"/>
                <a:cs typeface="Arial MT"/>
              </a:rPr>
              <a:t> </a:t>
            </a:r>
            <a:r>
              <a:rPr sz="1000" b="1" dirty="0">
                <a:latin typeface="Arial MT"/>
                <a:cs typeface="Arial MT"/>
              </a:rPr>
              <a:t>handover</a:t>
            </a:r>
            <a:r>
              <a:rPr sz="1000" b="1" spc="-14" dirty="0">
                <a:latin typeface="Arial MT"/>
                <a:cs typeface="Arial MT"/>
              </a:rPr>
              <a:t> </a:t>
            </a:r>
            <a:r>
              <a:rPr sz="1000" b="1" spc="-17" dirty="0">
                <a:latin typeface="Arial MT"/>
                <a:cs typeface="Arial MT"/>
              </a:rPr>
              <a:t>of </a:t>
            </a:r>
            <a:r>
              <a:rPr sz="1000" b="1" dirty="0">
                <a:latin typeface="Arial MT"/>
                <a:cs typeface="Arial MT"/>
              </a:rPr>
              <a:t>site</a:t>
            </a:r>
            <a:r>
              <a:rPr sz="1000" b="1" spc="-7" dirty="0">
                <a:latin typeface="Arial MT"/>
                <a:cs typeface="Arial MT"/>
              </a:rPr>
              <a:t> </a:t>
            </a:r>
            <a:r>
              <a:rPr sz="1000" b="1" dirty="0">
                <a:latin typeface="Arial MT"/>
                <a:cs typeface="Arial MT"/>
              </a:rPr>
              <a:t>to</a:t>
            </a:r>
            <a:r>
              <a:rPr sz="1000" b="1" spc="-10" dirty="0">
                <a:latin typeface="Arial MT"/>
                <a:cs typeface="Arial MT"/>
              </a:rPr>
              <a:t> </a:t>
            </a:r>
            <a:r>
              <a:rPr sz="1000" b="1" dirty="0">
                <a:latin typeface="Arial MT"/>
                <a:cs typeface="Arial MT"/>
              </a:rPr>
              <a:t>the</a:t>
            </a:r>
            <a:r>
              <a:rPr sz="1000" b="1" spc="-10" dirty="0">
                <a:latin typeface="Arial MT"/>
                <a:cs typeface="Arial MT"/>
              </a:rPr>
              <a:t> </a:t>
            </a:r>
            <a:r>
              <a:rPr sz="1000" b="1" dirty="0">
                <a:latin typeface="Arial MT"/>
                <a:cs typeface="Arial MT"/>
              </a:rPr>
              <a:t>end</a:t>
            </a:r>
            <a:r>
              <a:rPr sz="1000" b="1" spc="-7" dirty="0">
                <a:latin typeface="Arial MT"/>
                <a:cs typeface="Arial MT"/>
              </a:rPr>
              <a:t> customer.</a:t>
            </a:r>
            <a:endParaRPr sz="1000" b="1">
              <a:latin typeface="Arial MT"/>
              <a:cs typeface="Arial MT"/>
            </a:endParaRPr>
          </a:p>
          <a:p>
            <a:pPr marL="8890">
              <a:spcBef>
                <a:spcPts val="655"/>
              </a:spcBef>
            </a:pPr>
            <a:r>
              <a:rPr sz="1000" b="1" dirty="0">
                <a:latin typeface="Arial MT"/>
                <a:cs typeface="Arial MT"/>
              </a:rPr>
              <a:t>VI.</a:t>
            </a:r>
            <a:r>
              <a:rPr sz="1000" b="1" spc="-7" dirty="0">
                <a:latin typeface="Arial MT"/>
                <a:cs typeface="Arial MT"/>
              </a:rPr>
              <a:t> </a:t>
            </a:r>
            <a:r>
              <a:rPr sz="1000" b="1" dirty="0">
                <a:latin typeface="Arial MT"/>
                <a:cs typeface="Arial MT"/>
              </a:rPr>
              <a:t>Supply,</a:t>
            </a:r>
            <a:r>
              <a:rPr sz="1000" b="1" spc="-17" dirty="0">
                <a:latin typeface="Arial MT"/>
                <a:cs typeface="Arial MT"/>
              </a:rPr>
              <a:t> </a:t>
            </a:r>
            <a:r>
              <a:rPr sz="1000" b="1" dirty="0">
                <a:latin typeface="Arial MT"/>
                <a:cs typeface="Arial MT"/>
              </a:rPr>
              <a:t>I&amp;</a:t>
            </a:r>
            <a:r>
              <a:rPr sz="1000" b="1" spc="-3" dirty="0">
                <a:latin typeface="Arial MT"/>
                <a:cs typeface="Arial MT"/>
              </a:rPr>
              <a:t> </a:t>
            </a:r>
            <a:r>
              <a:rPr sz="1000" b="1" dirty="0">
                <a:latin typeface="Arial MT"/>
                <a:cs typeface="Arial MT"/>
              </a:rPr>
              <a:t>C</a:t>
            </a:r>
            <a:r>
              <a:rPr sz="1000" b="1" spc="-14" dirty="0">
                <a:latin typeface="Arial MT"/>
                <a:cs typeface="Arial MT"/>
              </a:rPr>
              <a:t> </a:t>
            </a:r>
            <a:r>
              <a:rPr sz="1000" b="1" dirty="0">
                <a:latin typeface="Arial MT"/>
                <a:cs typeface="Arial MT"/>
              </a:rPr>
              <a:t>of</a:t>
            </a:r>
            <a:r>
              <a:rPr sz="1000" b="1" spc="-7" dirty="0">
                <a:latin typeface="Arial MT"/>
                <a:cs typeface="Arial MT"/>
              </a:rPr>
              <a:t> </a:t>
            </a:r>
            <a:r>
              <a:rPr sz="1000" b="1" dirty="0">
                <a:latin typeface="Arial MT"/>
                <a:cs typeface="Arial MT"/>
              </a:rPr>
              <a:t>Class</a:t>
            </a:r>
            <a:r>
              <a:rPr sz="1000" b="1" spc="-3" dirty="0">
                <a:latin typeface="Arial MT"/>
                <a:cs typeface="Arial MT"/>
              </a:rPr>
              <a:t> </a:t>
            </a:r>
            <a:r>
              <a:rPr sz="1000" b="1" dirty="0">
                <a:latin typeface="Arial MT"/>
                <a:cs typeface="Arial MT"/>
              </a:rPr>
              <a:t>A</a:t>
            </a:r>
            <a:r>
              <a:rPr sz="1000" b="1" spc="-3" dirty="0">
                <a:latin typeface="Arial MT"/>
                <a:cs typeface="Arial MT"/>
              </a:rPr>
              <a:t> </a:t>
            </a:r>
            <a:r>
              <a:rPr sz="1000" b="1" spc="-7" dirty="0">
                <a:latin typeface="Arial MT"/>
                <a:cs typeface="Arial MT"/>
              </a:rPr>
              <a:t>Material</a:t>
            </a:r>
            <a:endParaRPr sz="1000" b="1">
              <a:latin typeface="Arial MT"/>
              <a:cs typeface="Arial MT"/>
            </a:endParaRPr>
          </a:p>
          <a:p>
            <a:pPr>
              <a:spcBef>
                <a:spcPts val="210"/>
              </a:spcBef>
            </a:pPr>
            <a:endParaRPr sz="1000" b="1">
              <a:latin typeface="Arial MT"/>
              <a:cs typeface="Arial MT"/>
            </a:endParaRPr>
          </a:p>
          <a:p>
            <a:pPr marL="8890" marR="5080" algn="just">
              <a:lnSpc>
                <a:spcPct val="89000"/>
              </a:lnSpc>
            </a:pPr>
            <a:r>
              <a:rPr sz="1000" b="1" dirty="0">
                <a:latin typeface="Arial MT"/>
                <a:cs typeface="Arial MT"/>
              </a:rPr>
              <a:t>R.D.</a:t>
            </a:r>
            <a:r>
              <a:rPr sz="1000" b="1" spc="55" dirty="0">
                <a:latin typeface="Arial MT"/>
                <a:cs typeface="Arial MT"/>
              </a:rPr>
              <a:t> </a:t>
            </a:r>
            <a:r>
              <a:rPr sz="1000" b="1" dirty="0">
                <a:latin typeface="Arial MT"/>
                <a:cs typeface="Arial MT"/>
              </a:rPr>
              <a:t>TECH</a:t>
            </a:r>
            <a:r>
              <a:rPr sz="1000" b="1" spc="58" dirty="0">
                <a:latin typeface="Arial MT"/>
                <a:cs typeface="Arial MT"/>
              </a:rPr>
              <a:t> </a:t>
            </a:r>
            <a:r>
              <a:rPr sz="1000" b="1" dirty="0">
                <a:latin typeface="Arial MT"/>
                <a:cs typeface="Arial MT"/>
              </a:rPr>
              <a:t>INFRA</a:t>
            </a:r>
            <a:r>
              <a:rPr sz="1000" b="1" spc="61" dirty="0">
                <a:latin typeface="Arial MT"/>
                <a:cs typeface="Arial MT"/>
              </a:rPr>
              <a:t> </a:t>
            </a:r>
            <a:r>
              <a:rPr sz="1000" b="1" dirty="0">
                <a:latin typeface="Arial MT"/>
                <a:cs typeface="Arial MT"/>
              </a:rPr>
              <a:t>has</a:t>
            </a:r>
            <a:r>
              <a:rPr sz="1000" b="1" spc="58" dirty="0">
                <a:latin typeface="Arial MT"/>
                <a:cs typeface="Arial MT"/>
              </a:rPr>
              <a:t> </a:t>
            </a:r>
            <a:r>
              <a:rPr sz="1000" b="1" dirty="0">
                <a:latin typeface="Arial MT"/>
                <a:cs typeface="Arial MT"/>
              </a:rPr>
              <a:t>the</a:t>
            </a:r>
            <a:r>
              <a:rPr sz="1000" b="1" spc="61" dirty="0">
                <a:latin typeface="Arial MT"/>
                <a:cs typeface="Arial MT"/>
              </a:rPr>
              <a:t> </a:t>
            </a:r>
            <a:r>
              <a:rPr sz="1000" b="1" dirty="0">
                <a:latin typeface="Arial MT"/>
                <a:cs typeface="Arial MT"/>
              </a:rPr>
              <a:t>capabilities</a:t>
            </a:r>
            <a:r>
              <a:rPr sz="1000" b="1" spc="55" dirty="0">
                <a:latin typeface="Arial MT"/>
                <a:cs typeface="Arial MT"/>
              </a:rPr>
              <a:t> </a:t>
            </a:r>
            <a:r>
              <a:rPr sz="1000" b="1" dirty="0">
                <a:latin typeface="Arial MT"/>
                <a:cs typeface="Arial MT"/>
              </a:rPr>
              <a:t>to</a:t>
            </a:r>
            <a:r>
              <a:rPr sz="1000" b="1" spc="55" dirty="0">
                <a:latin typeface="Arial MT"/>
                <a:cs typeface="Arial MT"/>
              </a:rPr>
              <a:t> </a:t>
            </a:r>
            <a:r>
              <a:rPr sz="1000" b="1" dirty="0">
                <a:latin typeface="Arial MT"/>
                <a:cs typeface="Arial MT"/>
              </a:rPr>
              <a:t>source</a:t>
            </a:r>
            <a:r>
              <a:rPr sz="1000" b="1" spc="58" dirty="0">
                <a:latin typeface="Arial MT"/>
                <a:cs typeface="Arial MT"/>
              </a:rPr>
              <a:t> </a:t>
            </a:r>
            <a:r>
              <a:rPr sz="1000" b="1" dirty="0">
                <a:latin typeface="Arial MT"/>
                <a:cs typeface="Arial MT"/>
              </a:rPr>
              <a:t>the</a:t>
            </a:r>
            <a:r>
              <a:rPr sz="1000" b="1" spc="58" dirty="0">
                <a:latin typeface="Arial MT"/>
                <a:cs typeface="Arial MT"/>
              </a:rPr>
              <a:t> </a:t>
            </a:r>
            <a:r>
              <a:rPr sz="1000" b="1" dirty="0">
                <a:latin typeface="Arial MT"/>
                <a:cs typeface="Arial MT"/>
              </a:rPr>
              <a:t>class</a:t>
            </a:r>
            <a:r>
              <a:rPr sz="1000" b="1" spc="58" dirty="0">
                <a:latin typeface="Arial MT"/>
                <a:cs typeface="Arial MT"/>
              </a:rPr>
              <a:t> </a:t>
            </a:r>
            <a:r>
              <a:rPr sz="1000" b="1" dirty="0">
                <a:latin typeface="Arial MT"/>
                <a:cs typeface="Arial MT"/>
              </a:rPr>
              <a:t>A</a:t>
            </a:r>
            <a:r>
              <a:rPr sz="1000" b="1" spc="51" dirty="0">
                <a:latin typeface="Arial MT"/>
                <a:cs typeface="Arial MT"/>
              </a:rPr>
              <a:t> </a:t>
            </a:r>
            <a:r>
              <a:rPr sz="1000" b="1" dirty="0">
                <a:latin typeface="Arial MT"/>
                <a:cs typeface="Arial MT"/>
              </a:rPr>
              <a:t>material</a:t>
            </a:r>
            <a:r>
              <a:rPr sz="1000" b="1" spc="51" dirty="0">
                <a:latin typeface="Arial MT"/>
                <a:cs typeface="Arial MT"/>
              </a:rPr>
              <a:t> </a:t>
            </a:r>
            <a:r>
              <a:rPr sz="1000" b="1" dirty="0">
                <a:latin typeface="Arial MT"/>
                <a:cs typeface="Arial MT"/>
              </a:rPr>
              <a:t>like</a:t>
            </a:r>
            <a:r>
              <a:rPr sz="1000" b="1" spc="61" dirty="0">
                <a:latin typeface="Arial MT"/>
                <a:cs typeface="Arial MT"/>
              </a:rPr>
              <a:t> </a:t>
            </a:r>
            <a:r>
              <a:rPr sz="1000" b="1" dirty="0">
                <a:latin typeface="Arial MT"/>
                <a:cs typeface="Arial MT"/>
              </a:rPr>
              <a:t>Tower,</a:t>
            </a:r>
            <a:r>
              <a:rPr sz="1000" b="1" spc="58" dirty="0">
                <a:latin typeface="Arial MT"/>
                <a:cs typeface="Arial MT"/>
              </a:rPr>
              <a:t> </a:t>
            </a:r>
            <a:r>
              <a:rPr sz="1000" b="1" spc="-7" dirty="0">
                <a:latin typeface="Arial MT"/>
                <a:cs typeface="Arial MT"/>
              </a:rPr>
              <a:t>Shelter, </a:t>
            </a:r>
            <a:r>
              <a:rPr sz="1000" b="1" dirty="0">
                <a:latin typeface="Arial MT"/>
                <a:cs typeface="Arial MT"/>
              </a:rPr>
              <a:t>DG,</a:t>
            </a:r>
            <a:r>
              <a:rPr sz="1000" b="1" spc="85" dirty="0">
                <a:latin typeface="Arial MT"/>
                <a:cs typeface="Arial MT"/>
              </a:rPr>
              <a:t> </a:t>
            </a:r>
            <a:r>
              <a:rPr sz="1000" b="1" dirty="0">
                <a:latin typeface="Arial MT"/>
                <a:cs typeface="Arial MT"/>
              </a:rPr>
              <a:t>AC,</a:t>
            </a:r>
            <a:r>
              <a:rPr sz="1000" b="1" spc="78" dirty="0">
                <a:latin typeface="Arial MT"/>
                <a:cs typeface="Arial MT"/>
              </a:rPr>
              <a:t> </a:t>
            </a:r>
            <a:r>
              <a:rPr sz="1000" b="1" dirty="0">
                <a:latin typeface="Arial MT"/>
                <a:cs typeface="Arial MT"/>
              </a:rPr>
              <a:t>Fire</a:t>
            </a:r>
            <a:r>
              <a:rPr sz="1000" b="1" spc="89" dirty="0">
                <a:latin typeface="Arial MT"/>
                <a:cs typeface="Arial MT"/>
              </a:rPr>
              <a:t> </a:t>
            </a:r>
            <a:r>
              <a:rPr sz="1000" b="1" dirty="0">
                <a:latin typeface="Arial MT"/>
                <a:cs typeface="Arial MT"/>
              </a:rPr>
              <a:t>Alarm</a:t>
            </a:r>
            <a:r>
              <a:rPr sz="1000" b="1" spc="82" dirty="0">
                <a:latin typeface="Arial MT"/>
                <a:cs typeface="Arial MT"/>
              </a:rPr>
              <a:t> </a:t>
            </a:r>
            <a:r>
              <a:rPr sz="1000" b="1" dirty="0">
                <a:latin typeface="Arial MT"/>
                <a:cs typeface="Arial MT"/>
              </a:rPr>
              <a:t>system,</a:t>
            </a:r>
            <a:r>
              <a:rPr sz="1000" b="1" spc="82" dirty="0">
                <a:latin typeface="Arial MT"/>
                <a:cs typeface="Arial MT"/>
              </a:rPr>
              <a:t> </a:t>
            </a:r>
            <a:r>
              <a:rPr sz="1000" b="1" dirty="0">
                <a:latin typeface="Arial MT"/>
                <a:cs typeface="Arial MT"/>
              </a:rPr>
              <a:t>stabilizers</a:t>
            </a:r>
            <a:r>
              <a:rPr sz="1000" b="1" spc="85" dirty="0">
                <a:latin typeface="Arial MT"/>
                <a:cs typeface="Arial MT"/>
              </a:rPr>
              <a:t> </a:t>
            </a:r>
            <a:r>
              <a:rPr sz="1000" b="1" dirty="0">
                <a:latin typeface="Arial MT"/>
                <a:cs typeface="Arial MT"/>
              </a:rPr>
              <a:t>etc.</a:t>
            </a:r>
            <a:r>
              <a:rPr sz="1000" b="1" spc="75" dirty="0">
                <a:latin typeface="Arial MT"/>
                <a:cs typeface="Arial MT"/>
              </a:rPr>
              <a:t> </a:t>
            </a:r>
            <a:r>
              <a:rPr sz="1000" b="1" dirty="0">
                <a:latin typeface="Arial MT"/>
                <a:cs typeface="Arial MT"/>
              </a:rPr>
              <a:t>We</a:t>
            </a:r>
            <a:r>
              <a:rPr sz="1000" b="1" spc="78" dirty="0">
                <a:latin typeface="Arial MT"/>
                <a:cs typeface="Arial MT"/>
              </a:rPr>
              <a:t> </a:t>
            </a:r>
            <a:r>
              <a:rPr sz="1000" b="1" dirty="0">
                <a:latin typeface="Arial MT"/>
                <a:cs typeface="Arial MT"/>
              </a:rPr>
              <a:t>have</a:t>
            </a:r>
            <a:r>
              <a:rPr sz="1000" b="1" spc="82" dirty="0">
                <a:latin typeface="Arial MT"/>
                <a:cs typeface="Arial MT"/>
              </a:rPr>
              <a:t> </a:t>
            </a:r>
            <a:r>
              <a:rPr sz="1000" b="1" dirty="0">
                <a:latin typeface="Arial MT"/>
                <a:cs typeface="Arial MT"/>
              </a:rPr>
              <a:t>got</a:t>
            </a:r>
            <a:r>
              <a:rPr sz="1000" b="1" spc="82" dirty="0">
                <a:latin typeface="Arial MT"/>
                <a:cs typeface="Arial MT"/>
              </a:rPr>
              <a:t> </a:t>
            </a:r>
            <a:r>
              <a:rPr sz="1000" b="1" dirty="0">
                <a:latin typeface="Arial MT"/>
                <a:cs typeface="Arial MT"/>
              </a:rPr>
              <a:t>exclusive</a:t>
            </a:r>
            <a:r>
              <a:rPr sz="1000" b="1" spc="89" dirty="0">
                <a:latin typeface="Arial MT"/>
                <a:cs typeface="Arial MT"/>
              </a:rPr>
              <a:t> </a:t>
            </a:r>
            <a:r>
              <a:rPr sz="1000" b="1" dirty="0">
                <a:latin typeface="Arial MT"/>
                <a:cs typeface="Arial MT"/>
              </a:rPr>
              <a:t>tie</a:t>
            </a:r>
            <a:r>
              <a:rPr sz="1000" b="1" spc="82" dirty="0">
                <a:latin typeface="Arial MT"/>
                <a:cs typeface="Arial MT"/>
              </a:rPr>
              <a:t> </a:t>
            </a:r>
            <a:r>
              <a:rPr sz="1000" b="1" dirty="0">
                <a:latin typeface="Arial MT"/>
                <a:cs typeface="Arial MT"/>
              </a:rPr>
              <a:t>ups</a:t>
            </a:r>
            <a:r>
              <a:rPr sz="1000" b="1" spc="78" dirty="0">
                <a:latin typeface="Arial MT"/>
                <a:cs typeface="Arial MT"/>
              </a:rPr>
              <a:t> </a:t>
            </a:r>
            <a:r>
              <a:rPr sz="1000" b="1" dirty="0">
                <a:latin typeface="Arial MT"/>
                <a:cs typeface="Arial MT"/>
              </a:rPr>
              <a:t>&amp;</a:t>
            </a:r>
            <a:r>
              <a:rPr sz="1000" b="1" spc="89" dirty="0">
                <a:latin typeface="Arial MT"/>
                <a:cs typeface="Arial MT"/>
              </a:rPr>
              <a:t> </a:t>
            </a:r>
            <a:r>
              <a:rPr sz="1000" b="1" spc="-7" dirty="0">
                <a:latin typeface="Arial MT"/>
                <a:cs typeface="Arial MT"/>
              </a:rPr>
              <a:t>relationship </a:t>
            </a:r>
            <a:r>
              <a:rPr sz="1000" b="1" dirty="0">
                <a:latin typeface="Arial MT"/>
                <a:cs typeface="Arial MT"/>
              </a:rPr>
              <a:t>with</a:t>
            </a:r>
            <a:r>
              <a:rPr sz="1000" b="1" spc="-7" dirty="0">
                <a:latin typeface="Arial MT"/>
                <a:cs typeface="Arial MT"/>
              </a:rPr>
              <a:t> </a:t>
            </a:r>
            <a:r>
              <a:rPr sz="1000" b="1" dirty="0">
                <a:latin typeface="Arial MT"/>
                <a:cs typeface="Arial MT"/>
              </a:rPr>
              <a:t>the</a:t>
            </a:r>
            <a:r>
              <a:rPr sz="1000" b="1" spc="-17" dirty="0">
                <a:latin typeface="Arial MT"/>
                <a:cs typeface="Arial MT"/>
              </a:rPr>
              <a:t> </a:t>
            </a:r>
            <a:r>
              <a:rPr sz="1000" b="1" dirty="0">
                <a:latin typeface="Arial MT"/>
                <a:cs typeface="Arial MT"/>
              </a:rPr>
              <a:t>various</a:t>
            </a:r>
            <a:r>
              <a:rPr sz="1000" b="1" spc="-14" dirty="0">
                <a:latin typeface="Arial MT"/>
                <a:cs typeface="Arial MT"/>
              </a:rPr>
              <a:t> </a:t>
            </a:r>
            <a:r>
              <a:rPr sz="1000" b="1" dirty="0">
                <a:latin typeface="Arial MT"/>
                <a:cs typeface="Arial MT"/>
              </a:rPr>
              <a:t>manufacturers</a:t>
            </a:r>
            <a:r>
              <a:rPr sz="1000" b="1" spc="-10" dirty="0">
                <a:latin typeface="Arial MT"/>
                <a:cs typeface="Arial MT"/>
              </a:rPr>
              <a:t> </a:t>
            </a:r>
            <a:r>
              <a:rPr sz="1000" b="1" dirty="0">
                <a:latin typeface="Arial MT"/>
                <a:cs typeface="Arial MT"/>
              </a:rPr>
              <a:t>in</a:t>
            </a:r>
            <a:r>
              <a:rPr sz="1000" b="1" spc="-17" dirty="0">
                <a:latin typeface="Arial MT"/>
                <a:cs typeface="Arial MT"/>
              </a:rPr>
              <a:t> </a:t>
            </a:r>
            <a:r>
              <a:rPr sz="1000" b="1" dirty="0">
                <a:latin typeface="Arial MT"/>
                <a:cs typeface="Arial MT"/>
              </a:rPr>
              <a:t>the</a:t>
            </a:r>
            <a:r>
              <a:rPr sz="1000" b="1" spc="-14" dirty="0">
                <a:latin typeface="Arial MT"/>
                <a:cs typeface="Arial MT"/>
              </a:rPr>
              <a:t> </a:t>
            </a:r>
            <a:r>
              <a:rPr sz="1000" b="1" spc="-7" dirty="0">
                <a:latin typeface="Arial MT"/>
                <a:cs typeface="Arial MT"/>
              </a:rPr>
              <a:t>field.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35" y="0"/>
            <a:ext cx="12191365" cy="6858000"/>
          </a:xfrm>
          <a:prstGeom prst="rect">
            <a:avLst/>
          </a:prstGeom>
        </p:spPr>
      </p:pic>
      <p:sp>
        <p:nvSpPr>
          <p:cNvPr id="3" name="object 3"/>
          <p:cNvSpPr txBox="1"/>
          <p:nvPr/>
        </p:nvSpPr>
        <p:spPr>
          <a:xfrm>
            <a:off x="391160" y="1366520"/>
            <a:ext cx="11114405" cy="2061845"/>
          </a:xfrm>
          <a:prstGeom prst="rect">
            <a:avLst/>
          </a:prstGeom>
        </p:spPr>
        <p:txBody>
          <a:bodyPr vert="horz" wrap="square" lIns="0" tIns="8659" rIns="0" bIns="0" rtlCol="0">
            <a:noAutofit/>
          </a:bodyPr>
          <a:lstStyle/>
          <a:p>
            <a:pPr marL="8890" algn="just">
              <a:spcBef>
                <a:spcPts val="70"/>
              </a:spcBef>
            </a:pPr>
            <a:r>
              <a:rPr sz="1020" b="1" dirty="0">
                <a:solidFill>
                  <a:srgbClr val="000080"/>
                </a:solidFill>
                <a:latin typeface="Arial MT"/>
                <a:cs typeface="Arial MT"/>
              </a:rPr>
              <a:t>Telecom</a:t>
            </a:r>
            <a:r>
              <a:rPr sz="1020" b="1" spc="-14" dirty="0">
                <a:solidFill>
                  <a:srgbClr val="000080"/>
                </a:solidFill>
                <a:latin typeface="Arial MT"/>
                <a:cs typeface="Arial MT"/>
              </a:rPr>
              <a:t> </a:t>
            </a:r>
            <a:r>
              <a:rPr sz="1020" b="1" dirty="0">
                <a:solidFill>
                  <a:srgbClr val="000080"/>
                </a:solidFill>
                <a:latin typeface="Arial MT"/>
                <a:cs typeface="Arial MT"/>
              </a:rPr>
              <a:t>Equipment</a:t>
            </a:r>
            <a:r>
              <a:rPr sz="1020" b="1" spc="-17" dirty="0">
                <a:solidFill>
                  <a:srgbClr val="000080"/>
                </a:solidFill>
                <a:latin typeface="Arial MT"/>
                <a:cs typeface="Arial MT"/>
              </a:rPr>
              <a:t> </a:t>
            </a:r>
            <a:r>
              <a:rPr sz="1020" b="1" dirty="0">
                <a:solidFill>
                  <a:srgbClr val="000080"/>
                </a:solidFill>
                <a:latin typeface="Arial MT"/>
                <a:cs typeface="Arial MT"/>
              </a:rPr>
              <a:t>I&amp;</a:t>
            </a:r>
            <a:r>
              <a:rPr sz="1020" b="1" spc="-20" dirty="0">
                <a:solidFill>
                  <a:srgbClr val="000080"/>
                </a:solidFill>
                <a:latin typeface="Arial MT"/>
                <a:cs typeface="Arial MT"/>
              </a:rPr>
              <a:t> </a:t>
            </a:r>
            <a:r>
              <a:rPr sz="1020" b="1" dirty="0">
                <a:solidFill>
                  <a:srgbClr val="000080"/>
                </a:solidFill>
                <a:latin typeface="Arial MT"/>
                <a:cs typeface="Arial MT"/>
              </a:rPr>
              <a:t>C</a:t>
            </a:r>
            <a:r>
              <a:rPr sz="1020" b="1" spc="-17" dirty="0">
                <a:solidFill>
                  <a:srgbClr val="000080"/>
                </a:solidFill>
                <a:latin typeface="Arial MT"/>
                <a:cs typeface="Arial MT"/>
              </a:rPr>
              <a:t> </a:t>
            </a:r>
            <a:r>
              <a:rPr sz="1020" b="1" spc="-7" dirty="0">
                <a:solidFill>
                  <a:srgbClr val="000080"/>
                </a:solidFill>
                <a:latin typeface="Arial MT"/>
                <a:cs typeface="Arial MT"/>
              </a:rPr>
              <a:t>Capabilities</a:t>
            </a:r>
            <a:endParaRPr sz="1020" b="1">
              <a:latin typeface="Arial MT"/>
              <a:cs typeface="Arial MT"/>
            </a:endParaRPr>
          </a:p>
          <a:p>
            <a:pPr>
              <a:lnSpc>
                <a:spcPct val="100000"/>
              </a:lnSpc>
            </a:pPr>
            <a:endParaRPr sz="1020" b="1">
              <a:latin typeface="Arial MT"/>
              <a:cs typeface="Arial MT"/>
            </a:endParaRPr>
          </a:p>
          <a:p>
            <a:pPr>
              <a:spcBef>
                <a:spcPts val="185"/>
              </a:spcBef>
            </a:pPr>
            <a:endParaRPr sz="1020" b="1">
              <a:latin typeface="Arial MT"/>
              <a:cs typeface="Arial MT"/>
            </a:endParaRPr>
          </a:p>
          <a:p>
            <a:pPr marL="8890" marR="647065">
              <a:lnSpc>
                <a:spcPct val="110000"/>
              </a:lnSpc>
              <a:spcBef>
                <a:spcPts val="5"/>
              </a:spcBef>
            </a:pPr>
            <a:r>
              <a:rPr sz="1020" b="1" dirty="0">
                <a:latin typeface="Arial MT"/>
                <a:cs typeface="Arial MT"/>
              </a:rPr>
              <a:t>R.D.</a:t>
            </a:r>
            <a:r>
              <a:rPr sz="1020" b="1" spc="-20" dirty="0">
                <a:latin typeface="Arial MT"/>
                <a:cs typeface="Arial MT"/>
              </a:rPr>
              <a:t> </a:t>
            </a:r>
            <a:r>
              <a:rPr sz="1020" b="1" dirty="0">
                <a:latin typeface="Arial MT"/>
                <a:cs typeface="Arial MT"/>
              </a:rPr>
              <a:t>TECH</a:t>
            </a:r>
            <a:r>
              <a:rPr sz="1020" b="1" spc="-10" dirty="0">
                <a:latin typeface="Arial MT"/>
                <a:cs typeface="Arial MT"/>
              </a:rPr>
              <a:t> </a:t>
            </a:r>
            <a:r>
              <a:rPr sz="1020" b="1" dirty="0">
                <a:latin typeface="Arial MT"/>
                <a:cs typeface="Arial MT"/>
              </a:rPr>
              <a:t>INFRA</a:t>
            </a:r>
            <a:r>
              <a:rPr sz="1020" b="1" spc="-10" dirty="0">
                <a:latin typeface="Arial MT"/>
                <a:cs typeface="Arial MT"/>
              </a:rPr>
              <a:t> </a:t>
            </a:r>
            <a:r>
              <a:rPr sz="1020" b="1" dirty="0">
                <a:latin typeface="Arial MT"/>
                <a:cs typeface="Arial MT"/>
              </a:rPr>
              <a:t>has</a:t>
            </a:r>
            <a:r>
              <a:rPr sz="1020" b="1" spc="-20" dirty="0">
                <a:latin typeface="Arial MT"/>
                <a:cs typeface="Arial MT"/>
              </a:rPr>
              <a:t> </a:t>
            </a:r>
            <a:r>
              <a:rPr sz="1020" b="1" dirty="0">
                <a:latin typeface="Arial MT"/>
                <a:cs typeface="Arial MT"/>
              </a:rPr>
              <a:t>trained</a:t>
            </a:r>
            <a:r>
              <a:rPr sz="1020" b="1" spc="-20" dirty="0">
                <a:latin typeface="Arial MT"/>
                <a:cs typeface="Arial MT"/>
              </a:rPr>
              <a:t> </a:t>
            </a:r>
            <a:r>
              <a:rPr sz="1020" b="1" dirty="0">
                <a:latin typeface="Arial MT"/>
                <a:cs typeface="Arial MT"/>
              </a:rPr>
              <a:t>engineer</a:t>
            </a:r>
            <a:r>
              <a:rPr sz="1020" b="1" spc="-10" dirty="0">
                <a:latin typeface="Arial MT"/>
                <a:cs typeface="Arial MT"/>
              </a:rPr>
              <a:t> </a:t>
            </a:r>
            <a:r>
              <a:rPr sz="1020" b="1" dirty="0">
                <a:latin typeface="Arial MT"/>
                <a:cs typeface="Arial MT"/>
              </a:rPr>
              <a:t>who</a:t>
            </a:r>
            <a:r>
              <a:rPr sz="1020" b="1" spc="-20" dirty="0">
                <a:latin typeface="Arial MT"/>
                <a:cs typeface="Arial MT"/>
              </a:rPr>
              <a:t> </a:t>
            </a:r>
            <a:r>
              <a:rPr sz="1020" b="1" dirty="0">
                <a:latin typeface="Arial MT"/>
                <a:cs typeface="Arial MT"/>
              </a:rPr>
              <a:t>have</a:t>
            </a:r>
            <a:r>
              <a:rPr sz="1020" b="1" spc="-10" dirty="0">
                <a:latin typeface="Arial MT"/>
                <a:cs typeface="Arial MT"/>
              </a:rPr>
              <a:t> </a:t>
            </a:r>
            <a:r>
              <a:rPr sz="1020" b="1" dirty="0">
                <a:latin typeface="Arial MT"/>
                <a:cs typeface="Arial MT"/>
              </a:rPr>
              <a:t>carried</a:t>
            </a:r>
            <a:r>
              <a:rPr sz="1020" b="1" spc="-10" dirty="0">
                <a:latin typeface="Arial MT"/>
                <a:cs typeface="Arial MT"/>
              </a:rPr>
              <a:t> </a:t>
            </a:r>
            <a:r>
              <a:rPr sz="1020" b="1" dirty="0">
                <a:latin typeface="Arial MT"/>
                <a:cs typeface="Arial MT"/>
              </a:rPr>
              <a:t>out</a:t>
            </a:r>
            <a:r>
              <a:rPr sz="1020" b="1" spc="-10" dirty="0">
                <a:latin typeface="Arial MT"/>
                <a:cs typeface="Arial MT"/>
              </a:rPr>
              <a:t> </a:t>
            </a:r>
            <a:r>
              <a:rPr sz="1020" b="1" dirty="0">
                <a:latin typeface="Arial MT"/>
                <a:cs typeface="Arial MT"/>
              </a:rPr>
              <a:t>Installation</a:t>
            </a:r>
            <a:r>
              <a:rPr sz="1020" b="1" spc="-17" dirty="0">
                <a:latin typeface="Arial MT"/>
                <a:cs typeface="Arial MT"/>
              </a:rPr>
              <a:t> and </a:t>
            </a:r>
            <a:r>
              <a:rPr sz="1020" b="1" dirty="0">
                <a:latin typeface="Arial MT"/>
                <a:cs typeface="Arial MT"/>
              </a:rPr>
              <a:t>commissioning</a:t>
            </a:r>
            <a:r>
              <a:rPr sz="1020" b="1" spc="-17" dirty="0">
                <a:latin typeface="Arial MT"/>
                <a:cs typeface="Arial MT"/>
              </a:rPr>
              <a:t> </a:t>
            </a:r>
            <a:r>
              <a:rPr sz="1020" b="1" dirty="0">
                <a:latin typeface="Arial MT"/>
                <a:cs typeface="Arial MT"/>
              </a:rPr>
              <a:t>of</a:t>
            </a:r>
            <a:r>
              <a:rPr sz="1020" b="1" spc="-24" dirty="0">
                <a:latin typeface="Arial MT"/>
                <a:cs typeface="Arial MT"/>
              </a:rPr>
              <a:t> </a:t>
            </a:r>
            <a:r>
              <a:rPr sz="1020" b="1" dirty="0">
                <a:latin typeface="Arial MT"/>
                <a:cs typeface="Arial MT"/>
              </a:rPr>
              <a:t>various</a:t>
            </a:r>
            <a:r>
              <a:rPr sz="1020" b="1" spc="-17" dirty="0">
                <a:latin typeface="Arial MT"/>
                <a:cs typeface="Arial MT"/>
              </a:rPr>
              <a:t> </a:t>
            </a:r>
            <a:r>
              <a:rPr sz="1020" b="1" dirty="0">
                <a:latin typeface="Arial MT"/>
                <a:cs typeface="Arial MT"/>
              </a:rPr>
              <a:t>prestigious</a:t>
            </a:r>
            <a:r>
              <a:rPr sz="1020" b="1" spc="-14" dirty="0">
                <a:latin typeface="Arial MT"/>
                <a:cs typeface="Arial MT"/>
              </a:rPr>
              <a:t> </a:t>
            </a:r>
            <a:r>
              <a:rPr sz="1020" b="1" dirty="0">
                <a:latin typeface="Arial MT"/>
                <a:cs typeface="Arial MT"/>
              </a:rPr>
              <a:t>OEM</a:t>
            </a:r>
            <a:r>
              <a:rPr sz="1020" b="1" spc="-20" dirty="0">
                <a:latin typeface="Arial MT"/>
                <a:cs typeface="Arial MT"/>
              </a:rPr>
              <a:t> </a:t>
            </a:r>
            <a:r>
              <a:rPr sz="1020" b="1" dirty="0">
                <a:latin typeface="Arial MT"/>
                <a:cs typeface="Arial MT"/>
              </a:rPr>
              <a:t>equipments</a:t>
            </a:r>
            <a:r>
              <a:rPr sz="1020" b="1" spc="-17" dirty="0">
                <a:latin typeface="Arial MT"/>
                <a:cs typeface="Arial MT"/>
              </a:rPr>
              <a:t> </a:t>
            </a:r>
            <a:r>
              <a:rPr sz="1020" b="1" dirty="0">
                <a:latin typeface="Arial MT"/>
                <a:cs typeface="Arial MT"/>
              </a:rPr>
              <a:t>like</a:t>
            </a:r>
            <a:r>
              <a:rPr sz="1020" b="1" spc="-20" dirty="0">
                <a:latin typeface="Arial MT"/>
                <a:cs typeface="Arial MT"/>
              </a:rPr>
              <a:t> </a:t>
            </a:r>
            <a:r>
              <a:rPr sz="1020" b="1" spc="-7" dirty="0">
                <a:latin typeface="Arial MT"/>
                <a:cs typeface="Arial MT"/>
              </a:rPr>
              <a:t>NOKIA, </a:t>
            </a:r>
            <a:r>
              <a:rPr sz="1020" b="1" dirty="0">
                <a:latin typeface="Arial MT"/>
                <a:cs typeface="Arial MT"/>
              </a:rPr>
              <a:t>ERICCSON,</a:t>
            </a:r>
            <a:r>
              <a:rPr sz="1020" b="1" spc="-31" dirty="0">
                <a:latin typeface="Arial MT"/>
                <a:cs typeface="Arial MT"/>
              </a:rPr>
              <a:t> </a:t>
            </a:r>
            <a:r>
              <a:rPr sz="1020" b="1" dirty="0">
                <a:latin typeface="Arial MT"/>
                <a:cs typeface="Arial MT"/>
              </a:rPr>
              <a:t>LUCENT,</a:t>
            </a:r>
            <a:r>
              <a:rPr sz="1020" b="1" spc="-37" dirty="0">
                <a:latin typeface="Arial MT"/>
                <a:cs typeface="Arial MT"/>
              </a:rPr>
              <a:t> </a:t>
            </a:r>
            <a:r>
              <a:rPr sz="1020" b="1" dirty="0">
                <a:latin typeface="Arial MT"/>
                <a:cs typeface="Arial MT"/>
              </a:rPr>
              <a:t>MOTOROLLA,</a:t>
            </a:r>
            <a:r>
              <a:rPr sz="1020" b="1" spc="-34" dirty="0">
                <a:latin typeface="Arial MT"/>
                <a:cs typeface="Arial MT"/>
              </a:rPr>
              <a:t> </a:t>
            </a:r>
            <a:r>
              <a:rPr sz="1020" b="1" dirty="0">
                <a:latin typeface="Arial MT"/>
                <a:cs typeface="Arial MT"/>
              </a:rPr>
              <a:t>SIEMENS,ALCATEL</a:t>
            </a:r>
            <a:r>
              <a:rPr sz="1020" b="1" spc="-31" dirty="0">
                <a:latin typeface="Arial MT"/>
                <a:cs typeface="Arial MT"/>
              </a:rPr>
              <a:t> </a:t>
            </a:r>
            <a:r>
              <a:rPr sz="1020" b="1" spc="-14" dirty="0">
                <a:latin typeface="Arial MT"/>
                <a:cs typeface="Arial MT"/>
              </a:rPr>
              <a:t>etc.</a:t>
            </a:r>
            <a:endParaRPr sz="1020" b="1">
              <a:latin typeface="Arial MT"/>
              <a:cs typeface="Arial MT"/>
            </a:endParaRPr>
          </a:p>
          <a:p>
            <a:pPr>
              <a:spcBef>
                <a:spcPts val="145"/>
              </a:spcBef>
            </a:pPr>
            <a:endParaRPr sz="1020" b="1">
              <a:latin typeface="Arial MT"/>
              <a:cs typeface="Arial MT"/>
            </a:endParaRPr>
          </a:p>
          <a:p>
            <a:pPr marL="8890" marR="3175" algn="just">
              <a:lnSpc>
                <a:spcPct val="110000"/>
              </a:lnSpc>
            </a:pPr>
            <a:r>
              <a:rPr sz="1020" b="1" dirty="0">
                <a:latin typeface="Arial MT"/>
                <a:cs typeface="Arial MT"/>
              </a:rPr>
              <a:t>These</a:t>
            </a:r>
            <a:r>
              <a:rPr sz="1020" b="1" spc="150" dirty="0">
                <a:latin typeface="Arial MT"/>
                <a:cs typeface="Arial MT"/>
              </a:rPr>
              <a:t> </a:t>
            </a:r>
            <a:r>
              <a:rPr sz="1020" b="1" dirty="0">
                <a:latin typeface="Arial MT"/>
                <a:cs typeface="Arial MT"/>
              </a:rPr>
              <a:t>Engineers</a:t>
            </a:r>
            <a:r>
              <a:rPr sz="1020" b="1" spc="147" dirty="0">
                <a:latin typeface="Arial MT"/>
                <a:cs typeface="Arial MT"/>
              </a:rPr>
              <a:t> </a:t>
            </a:r>
            <a:r>
              <a:rPr sz="1020" b="1" dirty="0">
                <a:latin typeface="Arial MT"/>
                <a:cs typeface="Arial MT"/>
              </a:rPr>
              <a:t>with</a:t>
            </a:r>
            <a:r>
              <a:rPr sz="1020" b="1" spc="153" dirty="0">
                <a:latin typeface="Arial MT"/>
                <a:cs typeface="Arial MT"/>
              </a:rPr>
              <a:t> </a:t>
            </a:r>
            <a:r>
              <a:rPr sz="1020" b="1" dirty="0">
                <a:latin typeface="Arial MT"/>
                <a:cs typeface="Arial MT"/>
              </a:rPr>
              <a:t>the</a:t>
            </a:r>
            <a:r>
              <a:rPr sz="1020" b="1" spc="153" dirty="0">
                <a:latin typeface="Arial MT"/>
                <a:cs typeface="Arial MT"/>
              </a:rPr>
              <a:t> </a:t>
            </a:r>
            <a:r>
              <a:rPr sz="1020" b="1" dirty="0">
                <a:latin typeface="Arial MT"/>
                <a:cs typeface="Arial MT"/>
              </a:rPr>
              <a:t>help</a:t>
            </a:r>
            <a:r>
              <a:rPr sz="1020" b="1" spc="153" dirty="0">
                <a:latin typeface="Arial MT"/>
                <a:cs typeface="Arial MT"/>
              </a:rPr>
              <a:t> </a:t>
            </a:r>
            <a:r>
              <a:rPr sz="1020" b="1" dirty="0">
                <a:latin typeface="Arial MT"/>
                <a:cs typeface="Arial MT"/>
              </a:rPr>
              <a:t>of</a:t>
            </a:r>
            <a:r>
              <a:rPr sz="1020" b="1" spc="153" dirty="0">
                <a:latin typeface="Arial MT"/>
                <a:cs typeface="Arial MT"/>
              </a:rPr>
              <a:t> </a:t>
            </a:r>
            <a:r>
              <a:rPr sz="1020" b="1" dirty="0">
                <a:latin typeface="Arial MT"/>
                <a:cs typeface="Arial MT"/>
              </a:rPr>
              <a:t>subcontracting</a:t>
            </a:r>
            <a:r>
              <a:rPr sz="1020" b="1" spc="153" dirty="0">
                <a:latin typeface="Arial MT"/>
                <a:cs typeface="Arial MT"/>
              </a:rPr>
              <a:t> </a:t>
            </a:r>
            <a:r>
              <a:rPr sz="1020" b="1" dirty="0">
                <a:latin typeface="Arial MT"/>
                <a:cs typeface="Arial MT"/>
              </a:rPr>
              <a:t>teams</a:t>
            </a:r>
            <a:r>
              <a:rPr sz="1020" b="1" spc="150" dirty="0">
                <a:latin typeface="Arial MT"/>
                <a:cs typeface="Arial MT"/>
              </a:rPr>
              <a:t> </a:t>
            </a:r>
            <a:r>
              <a:rPr sz="1020" b="1" dirty="0">
                <a:latin typeface="Arial MT"/>
                <a:cs typeface="Arial MT"/>
              </a:rPr>
              <a:t>are</a:t>
            </a:r>
            <a:r>
              <a:rPr sz="1020" b="1" spc="150" dirty="0">
                <a:latin typeface="Arial MT"/>
                <a:cs typeface="Arial MT"/>
              </a:rPr>
              <a:t> </a:t>
            </a:r>
            <a:r>
              <a:rPr sz="1020" b="1" dirty="0">
                <a:latin typeface="Arial MT"/>
                <a:cs typeface="Arial MT"/>
              </a:rPr>
              <a:t>capable</a:t>
            </a:r>
            <a:r>
              <a:rPr sz="1020" b="1" spc="150" dirty="0">
                <a:latin typeface="Arial MT"/>
                <a:cs typeface="Arial MT"/>
              </a:rPr>
              <a:t> </a:t>
            </a:r>
            <a:r>
              <a:rPr sz="1020" b="1" dirty="0">
                <a:latin typeface="Arial MT"/>
                <a:cs typeface="Arial MT"/>
              </a:rPr>
              <a:t>of</a:t>
            </a:r>
            <a:r>
              <a:rPr sz="1020" b="1" spc="153" dirty="0">
                <a:latin typeface="Arial MT"/>
                <a:cs typeface="Arial MT"/>
              </a:rPr>
              <a:t> </a:t>
            </a:r>
            <a:r>
              <a:rPr sz="1020" b="1" dirty="0">
                <a:latin typeface="Arial MT"/>
                <a:cs typeface="Arial MT"/>
              </a:rPr>
              <a:t>Installation</a:t>
            </a:r>
            <a:r>
              <a:rPr sz="1020" b="1" spc="153" dirty="0">
                <a:latin typeface="Arial MT"/>
                <a:cs typeface="Arial MT"/>
              </a:rPr>
              <a:t> </a:t>
            </a:r>
            <a:r>
              <a:rPr sz="1020" b="1" spc="-17" dirty="0">
                <a:latin typeface="Arial MT"/>
                <a:cs typeface="Arial MT"/>
              </a:rPr>
              <a:t>and </a:t>
            </a:r>
            <a:r>
              <a:rPr sz="1020" b="1" dirty="0">
                <a:latin typeface="Arial MT"/>
                <a:cs typeface="Arial MT"/>
              </a:rPr>
              <a:t>commissioning</a:t>
            </a:r>
            <a:r>
              <a:rPr sz="1020" b="1" spc="44" dirty="0">
                <a:latin typeface="Arial MT"/>
                <a:cs typeface="Arial MT"/>
              </a:rPr>
              <a:t> </a:t>
            </a:r>
            <a:r>
              <a:rPr sz="1020" b="1" dirty="0">
                <a:latin typeface="Arial MT"/>
                <a:cs typeface="Arial MT"/>
              </a:rPr>
              <a:t>the</a:t>
            </a:r>
            <a:r>
              <a:rPr sz="1020" b="1" spc="44" dirty="0">
                <a:latin typeface="Arial MT"/>
                <a:cs typeface="Arial MT"/>
              </a:rPr>
              <a:t> </a:t>
            </a:r>
            <a:r>
              <a:rPr sz="1020" b="1" dirty="0">
                <a:latin typeface="Arial MT"/>
                <a:cs typeface="Arial MT"/>
              </a:rPr>
              <a:t>BTS</a:t>
            </a:r>
            <a:r>
              <a:rPr sz="1020" b="1" spc="44" dirty="0">
                <a:latin typeface="Arial MT"/>
                <a:cs typeface="Arial MT"/>
              </a:rPr>
              <a:t> </a:t>
            </a:r>
            <a:r>
              <a:rPr sz="1020" b="1" dirty="0">
                <a:latin typeface="Arial MT"/>
                <a:cs typeface="Arial MT"/>
              </a:rPr>
              <a:t>equipments</a:t>
            </a:r>
            <a:r>
              <a:rPr sz="1020" b="1" spc="44" dirty="0">
                <a:latin typeface="Arial MT"/>
                <a:cs typeface="Arial MT"/>
              </a:rPr>
              <a:t> </a:t>
            </a:r>
            <a:r>
              <a:rPr sz="1020" b="1" dirty="0">
                <a:latin typeface="Arial MT"/>
                <a:cs typeface="Arial MT"/>
              </a:rPr>
              <a:t>at</a:t>
            </a:r>
            <a:r>
              <a:rPr sz="1020" b="1" spc="37" dirty="0">
                <a:latin typeface="Arial MT"/>
                <a:cs typeface="Arial MT"/>
              </a:rPr>
              <a:t> </a:t>
            </a:r>
            <a:r>
              <a:rPr sz="1020" b="1" dirty="0">
                <a:latin typeface="Arial MT"/>
                <a:cs typeface="Arial MT"/>
              </a:rPr>
              <a:t>a</a:t>
            </a:r>
            <a:r>
              <a:rPr sz="1020" b="1" spc="37" dirty="0">
                <a:latin typeface="Arial MT"/>
                <a:cs typeface="Arial MT"/>
              </a:rPr>
              <a:t> </a:t>
            </a:r>
            <a:r>
              <a:rPr sz="1020" b="1" dirty="0">
                <a:latin typeface="Arial MT"/>
                <a:cs typeface="Arial MT"/>
              </a:rPr>
              <a:t>faster</a:t>
            </a:r>
            <a:r>
              <a:rPr sz="1020" b="1" spc="41" dirty="0">
                <a:latin typeface="Arial MT"/>
                <a:cs typeface="Arial MT"/>
              </a:rPr>
              <a:t> </a:t>
            </a:r>
            <a:r>
              <a:rPr sz="1020" b="1" dirty="0">
                <a:latin typeface="Arial MT"/>
                <a:cs typeface="Arial MT"/>
              </a:rPr>
              <a:t>pace</a:t>
            </a:r>
            <a:r>
              <a:rPr sz="1020" b="1" spc="37" dirty="0">
                <a:latin typeface="Arial MT"/>
                <a:cs typeface="Arial MT"/>
              </a:rPr>
              <a:t> </a:t>
            </a:r>
            <a:r>
              <a:rPr sz="1020" b="1" dirty="0">
                <a:latin typeface="Arial MT"/>
                <a:cs typeface="Arial MT"/>
              </a:rPr>
              <a:t>with</a:t>
            </a:r>
            <a:r>
              <a:rPr sz="1020" b="1" spc="37" dirty="0">
                <a:latin typeface="Arial MT"/>
                <a:cs typeface="Arial MT"/>
              </a:rPr>
              <a:t> </a:t>
            </a:r>
            <a:r>
              <a:rPr sz="1020" b="1" dirty="0">
                <a:latin typeface="Arial MT"/>
                <a:cs typeface="Arial MT"/>
              </a:rPr>
              <a:t>practically</a:t>
            </a:r>
            <a:r>
              <a:rPr sz="1020" b="1" spc="44" dirty="0">
                <a:latin typeface="Arial MT"/>
                <a:cs typeface="Arial MT"/>
              </a:rPr>
              <a:t> </a:t>
            </a:r>
            <a:r>
              <a:rPr sz="1020" b="1" dirty="0">
                <a:latin typeface="Arial MT"/>
                <a:cs typeface="Arial MT"/>
              </a:rPr>
              <a:t>No</a:t>
            </a:r>
            <a:r>
              <a:rPr sz="1020" b="1" spc="44" dirty="0">
                <a:latin typeface="Arial MT"/>
                <a:cs typeface="Arial MT"/>
              </a:rPr>
              <a:t> </a:t>
            </a:r>
            <a:r>
              <a:rPr sz="1020" b="1" dirty="0">
                <a:latin typeface="Arial MT"/>
                <a:cs typeface="Arial MT"/>
              </a:rPr>
              <a:t>Error.</a:t>
            </a:r>
            <a:r>
              <a:rPr sz="1020" b="1" spc="78" dirty="0">
                <a:latin typeface="Arial MT"/>
                <a:cs typeface="Arial MT"/>
              </a:rPr>
              <a:t> </a:t>
            </a:r>
            <a:r>
              <a:rPr sz="1020" b="1" dirty="0">
                <a:latin typeface="Arial MT"/>
                <a:cs typeface="Arial MT"/>
              </a:rPr>
              <a:t>R.D.</a:t>
            </a:r>
            <a:r>
              <a:rPr sz="1020" b="1" spc="44" dirty="0">
                <a:latin typeface="Arial MT"/>
                <a:cs typeface="Arial MT"/>
              </a:rPr>
              <a:t> </a:t>
            </a:r>
            <a:r>
              <a:rPr sz="1020" b="1" spc="-14" dirty="0">
                <a:latin typeface="Arial MT"/>
                <a:cs typeface="Arial MT"/>
              </a:rPr>
              <a:t>TECH </a:t>
            </a:r>
            <a:r>
              <a:rPr sz="1020" b="1" dirty="0">
                <a:latin typeface="Arial MT"/>
                <a:cs typeface="Arial MT"/>
              </a:rPr>
              <a:t>INFRA</a:t>
            </a:r>
            <a:r>
              <a:rPr sz="1020" b="1" spc="184" dirty="0">
                <a:latin typeface="Arial MT"/>
                <a:cs typeface="Arial MT"/>
              </a:rPr>
              <a:t> </a:t>
            </a:r>
            <a:r>
              <a:rPr sz="1020" b="1" dirty="0">
                <a:latin typeface="Arial MT"/>
                <a:cs typeface="Arial MT"/>
              </a:rPr>
              <a:t>engineers</a:t>
            </a:r>
            <a:r>
              <a:rPr sz="1020" b="1" spc="177" dirty="0">
                <a:latin typeface="Arial MT"/>
                <a:cs typeface="Arial MT"/>
              </a:rPr>
              <a:t> </a:t>
            </a:r>
            <a:r>
              <a:rPr sz="1020" b="1" dirty="0">
                <a:latin typeface="Arial MT"/>
                <a:cs typeface="Arial MT"/>
              </a:rPr>
              <a:t>have</a:t>
            </a:r>
            <a:r>
              <a:rPr sz="1020" b="1" spc="181" dirty="0">
                <a:latin typeface="Arial MT"/>
                <a:cs typeface="Arial MT"/>
              </a:rPr>
              <a:t> </a:t>
            </a:r>
            <a:r>
              <a:rPr sz="1020" b="1" dirty="0">
                <a:latin typeface="Arial MT"/>
                <a:cs typeface="Arial MT"/>
              </a:rPr>
              <a:t>extensive</a:t>
            </a:r>
            <a:r>
              <a:rPr sz="1020" b="1" spc="177" dirty="0">
                <a:latin typeface="Arial MT"/>
                <a:cs typeface="Arial MT"/>
              </a:rPr>
              <a:t> </a:t>
            </a:r>
            <a:r>
              <a:rPr sz="1020" b="1" dirty="0">
                <a:latin typeface="Arial MT"/>
                <a:cs typeface="Arial MT"/>
              </a:rPr>
              <a:t>experience</a:t>
            </a:r>
            <a:r>
              <a:rPr sz="1020" b="1" spc="181" dirty="0">
                <a:latin typeface="Arial MT"/>
                <a:cs typeface="Arial MT"/>
              </a:rPr>
              <a:t> </a:t>
            </a:r>
            <a:r>
              <a:rPr sz="1020" b="1" dirty="0">
                <a:latin typeface="Arial MT"/>
                <a:cs typeface="Arial MT"/>
              </a:rPr>
              <a:t>in</a:t>
            </a:r>
            <a:r>
              <a:rPr sz="1020" b="1" spc="173" dirty="0">
                <a:latin typeface="Arial MT"/>
                <a:cs typeface="Arial MT"/>
              </a:rPr>
              <a:t> </a:t>
            </a:r>
            <a:r>
              <a:rPr sz="1020" b="1" dirty="0">
                <a:latin typeface="Arial MT"/>
                <a:cs typeface="Arial MT"/>
              </a:rPr>
              <a:t>the</a:t>
            </a:r>
            <a:r>
              <a:rPr sz="1020" b="1" spc="177" dirty="0">
                <a:latin typeface="Arial MT"/>
                <a:cs typeface="Arial MT"/>
              </a:rPr>
              <a:t> </a:t>
            </a:r>
            <a:r>
              <a:rPr sz="1020" b="1" dirty="0">
                <a:latin typeface="Arial MT"/>
                <a:cs typeface="Arial MT"/>
              </a:rPr>
              <a:t>domain</a:t>
            </a:r>
            <a:r>
              <a:rPr sz="1020" b="1" spc="173" dirty="0">
                <a:latin typeface="Arial MT"/>
                <a:cs typeface="Arial MT"/>
              </a:rPr>
              <a:t> </a:t>
            </a:r>
            <a:r>
              <a:rPr sz="1020" b="1" dirty="0">
                <a:latin typeface="Arial MT"/>
                <a:cs typeface="Arial MT"/>
              </a:rPr>
              <a:t>and</a:t>
            </a:r>
            <a:r>
              <a:rPr sz="1020" b="1" spc="173" dirty="0">
                <a:latin typeface="Arial MT"/>
                <a:cs typeface="Arial MT"/>
              </a:rPr>
              <a:t> </a:t>
            </a:r>
            <a:r>
              <a:rPr sz="1020" b="1" dirty="0">
                <a:latin typeface="Arial MT"/>
                <a:cs typeface="Arial MT"/>
              </a:rPr>
              <a:t>have</a:t>
            </a:r>
            <a:r>
              <a:rPr sz="1020" b="1" spc="177" dirty="0">
                <a:latin typeface="Arial MT"/>
                <a:cs typeface="Arial MT"/>
              </a:rPr>
              <a:t> </a:t>
            </a:r>
            <a:r>
              <a:rPr sz="1020" b="1" dirty="0">
                <a:latin typeface="Arial MT"/>
                <a:cs typeface="Arial MT"/>
              </a:rPr>
              <a:t>also</a:t>
            </a:r>
            <a:r>
              <a:rPr sz="1020" b="1" spc="181" dirty="0">
                <a:latin typeface="Arial MT"/>
                <a:cs typeface="Arial MT"/>
              </a:rPr>
              <a:t> </a:t>
            </a:r>
            <a:r>
              <a:rPr sz="1020" b="1" dirty="0">
                <a:latin typeface="Arial MT"/>
                <a:cs typeface="Arial MT"/>
              </a:rPr>
              <a:t>carried</a:t>
            </a:r>
            <a:r>
              <a:rPr sz="1020" b="1" spc="173" dirty="0">
                <a:latin typeface="Arial MT"/>
                <a:cs typeface="Arial MT"/>
              </a:rPr>
              <a:t> </a:t>
            </a:r>
            <a:r>
              <a:rPr sz="1020" b="1" spc="-17" dirty="0">
                <a:latin typeface="Arial MT"/>
                <a:cs typeface="Arial MT"/>
              </a:rPr>
              <a:t>out </a:t>
            </a:r>
            <a:r>
              <a:rPr sz="1020" b="1" dirty="0">
                <a:latin typeface="Arial MT"/>
                <a:cs typeface="Arial MT"/>
              </a:rPr>
              <a:t>various</a:t>
            </a:r>
            <a:r>
              <a:rPr sz="1020" b="1" spc="20" dirty="0">
                <a:latin typeface="Arial MT"/>
                <a:cs typeface="Arial MT"/>
              </a:rPr>
              <a:t> </a:t>
            </a:r>
            <a:r>
              <a:rPr sz="1020" b="1" dirty="0">
                <a:latin typeface="Arial MT"/>
                <a:cs typeface="Arial MT"/>
              </a:rPr>
              <a:t>SITE</a:t>
            </a:r>
            <a:r>
              <a:rPr sz="1020" b="1" spc="24" dirty="0">
                <a:latin typeface="Arial MT"/>
                <a:cs typeface="Arial MT"/>
              </a:rPr>
              <a:t> </a:t>
            </a:r>
            <a:r>
              <a:rPr sz="1020" b="1" dirty="0">
                <a:latin typeface="Arial MT"/>
                <a:cs typeface="Arial MT"/>
              </a:rPr>
              <a:t>SWAPPING</a:t>
            </a:r>
            <a:r>
              <a:rPr sz="1020" b="1" spc="24" dirty="0">
                <a:latin typeface="Arial MT"/>
                <a:cs typeface="Arial MT"/>
              </a:rPr>
              <a:t> </a:t>
            </a:r>
            <a:r>
              <a:rPr sz="1020" b="1" dirty="0">
                <a:latin typeface="Arial MT"/>
                <a:cs typeface="Arial MT"/>
              </a:rPr>
              <a:t>works</a:t>
            </a:r>
            <a:r>
              <a:rPr sz="1020" b="1" spc="20" dirty="0">
                <a:latin typeface="Arial MT"/>
                <a:cs typeface="Arial MT"/>
              </a:rPr>
              <a:t> </a:t>
            </a:r>
            <a:r>
              <a:rPr sz="1020" b="1" dirty="0">
                <a:latin typeface="Arial MT"/>
                <a:cs typeface="Arial MT"/>
              </a:rPr>
              <a:t>also.</a:t>
            </a:r>
            <a:r>
              <a:rPr sz="1020" b="1" spc="27" dirty="0">
                <a:latin typeface="Arial MT"/>
                <a:cs typeface="Arial MT"/>
              </a:rPr>
              <a:t> </a:t>
            </a:r>
            <a:r>
              <a:rPr sz="1020" b="1" dirty="0">
                <a:latin typeface="Arial MT"/>
                <a:cs typeface="Arial MT"/>
              </a:rPr>
              <a:t>All</a:t>
            </a:r>
            <a:r>
              <a:rPr sz="1020" b="1" spc="17" dirty="0">
                <a:latin typeface="Arial MT"/>
                <a:cs typeface="Arial MT"/>
              </a:rPr>
              <a:t> </a:t>
            </a:r>
            <a:r>
              <a:rPr sz="1020" b="1" dirty="0">
                <a:latin typeface="Arial MT"/>
                <a:cs typeface="Arial MT"/>
              </a:rPr>
              <a:t>the</a:t>
            </a:r>
            <a:r>
              <a:rPr sz="1020" b="1" spc="27" dirty="0">
                <a:latin typeface="Arial MT"/>
                <a:cs typeface="Arial MT"/>
              </a:rPr>
              <a:t> </a:t>
            </a:r>
            <a:r>
              <a:rPr sz="1020" b="1" dirty="0">
                <a:latin typeface="Arial MT"/>
                <a:cs typeface="Arial MT"/>
              </a:rPr>
              <a:t>related</a:t>
            </a:r>
            <a:r>
              <a:rPr sz="1020" b="1" spc="24" dirty="0">
                <a:latin typeface="Arial MT"/>
                <a:cs typeface="Arial MT"/>
              </a:rPr>
              <a:t> </a:t>
            </a:r>
            <a:r>
              <a:rPr sz="1020" b="1" dirty="0">
                <a:latin typeface="Arial MT"/>
                <a:cs typeface="Arial MT"/>
              </a:rPr>
              <a:t>works</a:t>
            </a:r>
            <a:r>
              <a:rPr sz="1020" b="1" spc="24" dirty="0">
                <a:latin typeface="Arial MT"/>
                <a:cs typeface="Arial MT"/>
              </a:rPr>
              <a:t> </a:t>
            </a:r>
            <a:r>
              <a:rPr sz="1020" b="1" dirty="0">
                <a:latin typeface="Arial MT"/>
                <a:cs typeface="Arial MT"/>
              </a:rPr>
              <a:t>are</a:t>
            </a:r>
            <a:r>
              <a:rPr sz="1020" b="1" spc="24" dirty="0">
                <a:latin typeface="Arial MT"/>
                <a:cs typeface="Arial MT"/>
              </a:rPr>
              <a:t> </a:t>
            </a:r>
            <a:r>
              <a:rPr sz="1020" b="1" dirty="0">
                <a:latin typeface="Arial MT"/>
                <a:cs typeface="Arial MT"/>
              </a:rPr>
              <a:t>carried</a:t>
            </a:r>
            <a:r>
              <a:rPr sz="1020" b="1" spc="31" dirty="0">
                <a:latin typeface="Arial MT"/>
                <a:cs typeface="Arial MT"/>
              </a:rPr>
              <a:t> </a:t>
            </a:r>
            <a:r>
              <a:rPr sz="1020" b="1" dirty="0">
                <a:latin typeface="Arial MT"/>
                <a:cs typeface="Arial MT"/>
              </a:rPr>
              <a:t>out</a:t>
            </a:r>
            <a:r>
              <a:rPr sz="1020" b="1" spc="24" dirty="0">
                <a:latin typeface="Arial MT"/>
                <a:cs typeface="Arial MT"/>
              </a:rPr>
              <a:t> </a:t>
            </a:r>
            <a:r>
              <a:rPr sz="1020" b="1" dirty="0">
                <a:latin typeface="Arial MT"/>
                <a:cs typeface="Arial MT"/>
              </a:rPr>
              <a:t>keeping</a:t>
            </a:r>
            <a:r>
              <a:rPr sz="1020" b="1" spc="27" dirty="0">
                <a:latin typeface="Arial MT"/>
                <a:cs typeface="Arial MT"/>
              </a:rPr>
              <a:t> </a:t>
            </a:r>
            <a:r>
              <a:rPr sz="1020" b="1" dirty="0">
                <a:latin typeface="Arial MT"/>
                <a:cs typeface="Arial MT"/>
              </a:rPr>
              <a:t>in</a:t>
            </a:r>
            <a:r>
              <a:rPr sz="1020" b="1" spc="24" dirty="0">
                <a:latin typeface="Arial MT"/>
                <a:cs typeface="Arial MT"/>
              </a:rPr>
              <a:t> </a:t>
            </a:r>
            <a:r>
              <a:rPr sz="1020" b="1" spc="-14" dirty="0">
                <a:latin typeface="Arial MT"/>
                <a:cs typeface="Arial MT"/>
              </a:rPr>
              <a:t>view </a:t>
            </a:r>
            <a:r>
              <a:rPr sz="1020" b="1" dirty="0">
                <a:latin typeface="Arial MT"/>
                <a:cs typeface="Arial MT"/>
              </a:rPr>
              <a:t>the</a:t>
            </a:r>
            <a:r>
              <a:rPr sz="1020" b="1" spc="-17" dirty="0">
                <a:latin typeface="Arial MT"/>
                <a:cs typeface="Arial MT"/>
              </a:rPr>
              <a:t> </a:t>
            </a:r>
            <a:r>
              <a:rPr sz="1020" b="1" dirty="0">
                <a:latin typeface="Arial MT"/>
                <a:cs typeface="Arial MT"/>
              </a:rPr>
              <a:t>quality</a:t>
            </a:r>
            <a:r>
              <a:rPr sz="1020" b="1" spc="-17" dirty="0">
                <a:latin typeface="Arial MT"/>
                <a:cs typeface="Arial MT"/>
              </a:rPr>
              <a:t> </a:t>
            </a:r>
            <a:r>
              <a:rPr sz="1020" b="1" dirty="0">
                <a:latin typeface="Arial MT"/>
                <a:cs typeface="Arial MT"/>
              </a:rPr>
              <a:t>guidelines</a:t>
            </a:r>
            <a:r>
              <a:rPr sz="1020" b="1" spc="-10" dirty="0">
                <a:latin typeface="Arial MT"/>
                <a:cs typeface="Arial MT"/>
              </a:rPr>
              <a:t> </a:t>
            </a:r>
            <a:r>
              <a:rPr sz="1020" b="1" dirty="0">
                <a:latin typeface="Arial MT"/>
                <a:cs typeface="Arial MT"/>
              </a:rPr>
              <a:t>laid</a:t>
            </a:r>
            <a:r>
              <a:rPr sz="1020" b="1" spc="-10" dirty="0">
                <a:latin typeface="Arial MT"/>
                <a:cs typeface="Arial MT"/>
              </a:rPr>
              <a:t> </a:t>
            </a:r>
            <a:r>
              <a:rPr sz="1020" b="1" dirty="0">
                <a:latin typeface="Arial MT"/>
                <a:cs typeface="Arial MT"/>
              </a:rPr>
              <a:t>down</a:t>
            </a:r>
            <a:r>
              <a:rPr sz="1020" b="1" spc="-10" dirty="0">
                <a:latin typeface="Arial MT"/>
                <a:cs typeface="Arial MT"/>
              </a:rPr>
              <a:t> </a:t>
            </a:r>
            <a:r>
              <a:rPr sz="1020" b="1" dirty="0">
                <a:latin typeface="Arial MT"/>
                <a:cs typeface="Arial MT"/>
              </a:rPr>
              <a:t>by</a:t>
            </a:r>
            <a:r>
              <a:rPr sz="1020" b="1" spc="3" dirty="0">
                <a:latin typeface="Arial MT"/>
                <a:cs typeface="Arial MT"/>
              </a:rPr>
              <a:t> </a:t>
            </a:r>
            <a:r>
              <a:rPr sz="1020" b="1" dirty="0">
                <a:latin typeface="Arial MT"/>
                <a:cs typeface="Arial MT"/>
              </a:rPr>
              <a:t>R.D.</a:t>
            </a:r>
            <a:r>
              <a:rPr sz="1020" b="1" spc="-20" dirty="0">
                <a:latin typeface="Arial MT"/>
                <a:cs typeface="Arial MT"/>
              </a:rPr>
              <a:t> </a:t>
            </a:r>
            <a:r>
              <a:rPr sz="1020" b="1" dirty="0">
                <a:latin typeface="Arial MT"/>
                <a:cs typeface="Arial MT"/>
              </a:rPr>
              <a:t>TECH</a:t>
            </a:r>
            <a:r>
              <a:rPr sz="1020" b="1" spc="-7" dirty="0">
                <a:latin typeface="Arial MT"/>
                <a:cs typeface="Arial MT"/>
              </a:rPr>
              <a:t> </a:t>
            </a:r>
            <a:r>
              <a:rPr sz="1020" b="1" dirty="0">
                <a:latin typeface="Arial MT"/>
                <a:cs typeface="Arial MT"/>
              </a:rPr>
              <a:t>INFRA</a:t>
            </a:r>
            <a:r>
              <a:rPr sz="1020" b="1" spc="-7" dirty="0">
                <a:latin typeface="Arial MT"/>
                <a:cs typeface="Arial MT"/>
              </a:rPr>
              <a:t> </a:t>
            </a:r>
            <a:r>
              <a:rPr sz="1020" b="1" spc="-34" dirty="0">
                <a:latin typeface="Arial MT"/>
                <a:cs typeface="Arial MT"/>
              </a:rPr>
              <a:t>.</a:t>
            </a:r>
            <a:endParaRPr sz="1020" b="1">
              <a:latin typeface="Arial MT"/>
              <a:cs typeface="Arial MT"/>
            </a:endParaRPr>
          </a:p>
          <a:p>
            <a:pPr>
              <a:spcBef>
                <a:spcPts val="140"/>
              </a:spcBef>
            </a:pPr>
            <a:endParaRPr sz="1020" b="1">
              <a:latin typeface="Arial MT"/>
              <a:cs typeface="Arial MT"/>
            </a:endParaRPr>
          </a:p>
          <a:p>
            <a:pPr marL="8890" marR="208280">
              <a:lnSpc>
                <a:spcPct val="110000"/>
              </a:lnSpc>
            </a:pPr>
            <a:r>
              <a:rPr sz="1020" b="1" dirty="0">
                <a:latin typeface="Arial MT"/>
                <a:cs typeface="Arial MT"/>
              </a:rPr>
              <a:t>The</a:t>
            </a:r>
            <a:r>
              <a:rPr sz="1020" b="1" spc="-14" dirty="0">
                <a:latin typeface="Arial MT"/>
                <a:cs typeface="Arial MT"/>
              </a:rPr>
              <a:t> </a:t>
            </a:r>
            <a:r>
              <a:rPr sz="1020" b="1" dirty="0">
                <a:latin typeface="Arial MT"/>
                <a:cs typeface="Arial MT"/>
              </a:rPr>
              <a:t>precision</a:t>
            </a:r>
            <a:r>
              <a:rPr sz="1020" b="1" spc="-14" dirty="0">
                <a:latin typeface="Arial MT"/>
                <a:cs typeface="Arial MT"/>
              </a:rPr>
              <a:t> </a:t>
            </a:r>
            <a:r>
              <a:rPr sz="1020" b="1" dirty="0">
                <a:latin typeface="Arial MT"/>
                <a:cs typeface="Arial MT"/>
              </a:rPr>
              <a:t>test</a:t>
            </a:r>
            <a:r>
              <a:rPr sz="1020" b="1" spc="-14" dirty="0">
                <a:latin typeface="Arial MT"/>
                <a:cs typeface="Arial MT"/>
              </a:rPr>
              <a:t> </a:t>
            </a:r>
            <a:r>
              <a:rPr sz="1020" b="1" dirty="0">
                <a:latin typeface="Arial MT"/>
                <a:cs typeface="Arial MT"/>
              </a:rPr>
              <a:t>and</a:t>
            </a:r>
            <a:r>
              <a:rPr sz="1020" b="1" spc="-17" dirty="0">
                <a:latin typeface="Arial MT"/>
                <a:cs typeface="Arial MT"/>
              </a:rPr>
              <a:t> </a:t>
            </a:r>
            <a:r>
              <a:rPr sz="1020" b="1" dirty="0">
                <a:latin typeface="Arial MT"/>
                <a:cs typeface="Arial MT"/>
              </a:rPr>
              <a:t>measuring</a:t>
            </a:r>
            <a:r>
              <a:rPr sz="1020" b="1" spc="-20" dirty="0">
                <a:latin typeface="Arial MT"/>
                <a:cs typeface="Arial MT"/>
              </a:rPr>
              <a:t> </a:t>
            </a:r>
            <a:r>
              <a:rPr sz="1020" b="1" dirty="0">
                <a:latin typeface="Arial MT"/>
                <a:cs typeface="Arial MT"/>
              </a:rPr>
              <a:t>equipments</a:t>
            </a:r>
            <a:r>
              <a:rPr sz="1020" b="1" spc="-17" dirty="0">
                <a:latin typeface="Arial MT"/>
                <a:cs typeface="Arial MT"/>
              </a:rPr>
              <a:t> </a:t>
            </a:r>
            <a:r>
              <a:rPr sz="1020" b="1" dirty="0">
                <a:latin typeface="Arial MT"/>
                <a:cs typeface="Arial MT"/>
              </a:rPr>
              <a:t>required</a:t>
            </a:r>
            <a:r>
              <a:rPr sz="1020" b="1" spc="-20" dirty="0">
                <a:latin typeface="Arial MT"/>
                <a:cs typeface="Arial MT"/>
              </a:rPr>
              <a:t> </a:t>
            </a:r>
            <a:r>
              <a:rPr sz="1020" b="1" dirty="0">
                <a:latin typeface="Arial MT"/>
                <a:cs typeface="Arial MT"/>
              </a:rPr>
              <a:t>like</a:t>
            </a:r>
            <a:r>
              <a:rPr sz="1020" b="1" spc="-14" dirty="0">
                <a:latin typeface="Arial MT"/>
                <a:cs typeface="Arial MT"/>
              </a:rPr>
              <a:t> </a:t>
            </a:r>
            <a:r>
              <a:rPr sz="1020" b="1" dirty="0">
                <a:latin typeface="Arial MT"/>
                <a:cs typeface="Arial MT"/>
              </a:rPr>
              <a:t>Site</a:t>
            </a:r>
            <a:r>
              <a:rPr sz="1020" b="1" spc="-17" dirty="0">
                <a:latin typeface="Arial MT"/>
                <a:cs typeface="Arial MT"/>
              </a:rPr>
              <a:t> </a:t>
            </a:r>
            <a:r>
              <a:rPr sz="1020" b="1" dirty="0">
                <a:latin typeface="Arial MT"/>
                <a:cs typeface="Arial MT"/>
              </a:rPr>
              <a:t>analyzers</a:t>
            </a:r>
            <a:r>
              <a:rPr sz="1020" b="1" spc="-14" dirty="0">
                <a:latin typeface="Arial MT"/>
                <a:cs typeface="Arial MT"/>
              </a:rPr>
              <a:t> </a:t>
            </a:r>
            <a:r>
              <a:rPr sz="1020" b="1" dirty="0">
                <a:latin typeface="Arial MT"/>
                <a:cs typeface="Arial MT"/>
              </a:rPr>
              <a:t>are</a:t>
            </a:r>
            <a:r>
              <a:rPr sz="1020" b="1" spc="-14" dirty="0">
                <a:latin typeface="Arial MT"/>
                <a:cs typeface="Arial MT"/>
              </a:rPr>
              <a:t> </a:t>
            </a:r>
            <a:r>
              <a:rPr sz="1020" b="1" spc="-7" dirty="0">
                <a:latin typeface="Arial MT"/>
                <a:cs typeface="Arial MT"/>
              </a:rPr>
              <a:t>available </a:t>
            </a:r>
            <a:r>
              <a:rPr sz="1020" b="1" dirty="0">
                <a:latin typeface="Arial MT"/>
                <a:cs typeface="Arial MT"/>
              </a:rPr>
              <a:t>per</a:t>
            </a:r>
            <a:r>
              <a:rPr sz="1020" b="1" spc="-3" dirty="0">
                <a:latin typeface="Arial MT"/>
                <a:cs typeface="Arial MT"/>
              </a:rPr>
              <a:t> </a:t>
            </a:r>
            <a:r>
              <a:rPr sz="1020" b="1" spc="-7" dirty="0">
                <a:latin typeface="Arial MT"/>
                <a:cs typeface="Arial MT"/>
              </a:rPr>
              <a:t>team.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35" y="0"/>
            <a:ext cx="12191365" cy="6857365"/>
          </a:xfrm>
          <a:prstGeom prst="rect">
            <a:avLst/>
          </a:prstGeom>
        </p:spPr>
      </p:pic>
      <p:sp>
        <p:nvSpPr>
          <p:cNvPr id="3" name="object 3"/>
          <p:cNvSpPr txBox="1"/>
          <p:nvPr/>
        </p:nvSpPr>
        <p:spPr>
          <a:xfrm>
            <a:off x="3562350" y="607060"/>
            <a:ext cx="3212465" cy="327660"/>
          </a:xfrm>
          <a:prstGeom prst="rect">
            <a:avLst/>
          </a:prstGeom>
        </p:spPr>
        <p:txBody>
          <a:bodyPr vert="horz" wrap="square" lIns="0" tIns="8659" rIns="0" bIns="0" rtlCol="0">
            <a:noAutofit/>
          </a:bodyPr>
          <a:lstStyle/>
          <a:p>
            <a:pPr marL="8890">
              <a:spcBef>
                <a:spcPts val="70"/>
              </a:spcBef>
            </a:pPr>
            <a:r>
              <a:rPr sz="1200" b="1" u="sng" dirty="0">
                <a:solidFill>
                  <a:srgbClr val="FF0000"/>
                </a:solidFill>
                <a:uFill>
                  <a:solidFill>
                    <a:srgbClr val="FF0000"/>
                  </a:solidFill>
                </a:uFill>
                <a:latin typeface="Arial MT"/>
                <a:cs typeface="Arial MT"/>
              </a:rPr>
              <a:t>O</a:t>
            </a:r>
            <a:r>
              <a:rPr sz="1200" b="1" u="sng" spc="-7" dirty="0">
                <a:solidFill>
                  <a:srgbClr val="FF0000"/>
                </a:solidFill>
                <a:uFill>
                  <a:solidFill>
                    <a:srgbClr val="FF0000"/>
                  </a:solidFill>
                </a:uFill>
                <a:latin typeface="Arial MT"/>
                <a:cs typeface="Arial MT"/>
              </a:rPr>
              <a:t> </a:t>
            </a:r>
            <a:r>
              <a:rPr sz="1200" b="1" u="sng" dirty="0">
                <a:solidFill>
                  <a:srgbClr val="FF0000"/>
                </a:solidFill>
                <a:uFill>
                  <a:solidFill>
                    <a:srgbClr val="FF0000"/>
                  </a:solidFill>
                </a:uFill>
                <a:latin typeface="Arial MT"/>
                <a:cs typeface="Arial MT"/>
              </a:rPr>
              <a:t>&amp;</a:t>
            </a:r>
            <a:r>
              <a:rPr sz="1200" b="1" u="sng" spc="-7" dirty="0">
                <a:solidFill>
                  <a:srgbClr val="FF0000"/>
                </a:solidFill>
                <a:uFill>
                  <a:solidFill>
                    <a:srgbClr val="FF0000"/>
                  </a:solidFill>
                </a:uFill>
                <a:latin typeface="Arial MT"/>
                <a:cs typeface="Arial MT"/>
              </a:rPr>
              <a:t> </a:t>
            </a:r>
            <a:r>
              <a:rPr sz="1200" b="1" u="sng" dirty="0">
                <a:solidFill>
                  <a:srgbClr val="FF0000"/>
                </a:solidFill>
                <a:uFill>
                  <a:solidFill>
                    <a:srgbClr val="FF0000"/>
                  </a:solidFill>
                </a:uFill>
                <a:latin typeface="Arial MT"/>
                <a:cs typeface="Arial MT"/>
              </a:rPr>
              <a:t>M</a:t>
            </a:r>
            <a:r>
              <a:rPr sz="1200" b="1" u="sng" spc="-3" dirty="0">
                <a:solidFill>
                  <a:srgbClr val="FF0000"/>
                </a:solidFill>
                <a:uFill>
                  <a:solidFill>
                    <a:srgbClr val="FF0000"/>
                  </a:solidFill>
                </a:uFill>
                <a:latin typeface="Arial MT"/>
                <a:cs typeface="Arial MT"/>
              </a:rPr>
              <a:t> </a:t>
            </a:r>
            <a:r>
              <a:rPr sz="1200" b="1" u="sng" dirty="0">
                <a:solidFill>
                  <a:srgbClr val="FF0000"/>
                </a:solidFill>
                <a:uFill>
                  <a:solidFill>
                    <a:srgbClr val="FF0000"/>
                  </a:solidFill>
                </a:uFill>
                <a:latin typeface="Arial MT"/>
                <a:cs typeface="Arial MT"/>
              </a:rPr>
              <a:t>SERVICES</a:t>
            </a:r>
            <a:r>
              <a:rPr sz="1200" b="1" u="sng" spc="-14" dirty="0">
                <a:solidFill>
                  <a:srgbClr val="FF0000"/>
                </a:solidFill>
                <a:uFill>
                  <a:solidFill>
                    <a:srgbClr val="FF0000"/>
                  </a:solidFill>
                </a:uFill>
                <a:latin typeface="Arial MT"/>
                <a:cs typeface="Arial MT"/>
              </a:rPr>
              <a:t> </a:t>
            </a:r>
            <a:r>
              <a:rPr sz="1200" b="1" u="sng" dirty="0">
                <a:solidFill>
                  <a:srgbClr val="FF0000"/>
                </a:solidFill>
                <a:uFill>
                  <a:solidFill>
                    <a:srgbClr val="FF0000"/>
                  </a:solidFill>
                </a:uFill>
                <a:latin typeface="Arial MT"/>
                <a:cs typeface="Arial MT"/>
              </a:rPr>
              <a:t>IN</a:t>
            </a:r>
            <a:r>
              <a:rPr sz="1200" b="1" u="sng" spc="-10" dirty="0">
                <a:solidFill>
                  <a:srgbClr val="FF0000"/>
                </a:solidFill>
                <a:uFill>
                  <a:solidFill>
                    <a:srgbClr val="FF0000"/>
                  </a:solidFill>
                </a:uFill>
                <a:latin typeface="Arial MT"/>
                <a:cs typeface="Arial MT"/>
              </a:rPr>
              <a:t> </a:t>
            </a:r>
            <a:r>
              <a:rPr sz="1200" b="1" u="sng" dirty="0">
                <a:solidFill>
                  <a:srgbClr val="FF0000"/>
                </a:solidFill>
                <a:uFill>
                  <a:solidFill>
                    <a:srgbClr val="FF0000"/>
                  </a:solidFill>
                </a:uFill>
                <a:latin typeface="Arial MT"/>
                <a:cs typeface="Arial MT"/>
              </a:rPr>
              <a:t>TELECOM</a:t>
            </a:r>
            <a:r>
              <a:rPr sz="1200" b="1" u="sng" spc="-10" dirty="0">
                <a:solidFill>
                  <a:srgbClr val="FF0000"/>
                </a:solidFill>
                <a:uFill>
                  <a:solidFill>
                    <a:srgbClr val="FF0000"/>
                  </a:solidFill>
                </a:uFill>
                <a:latin typeface="Arial MT"/>
                <a:cs typeface="Arial MT"/>
              </a:rPr>
              <a:t> </a:t>
            </a:r>
            <a:r>
              <a:rPr sz="1200" b="1" u="sng" spc="-7" dirty="0">
                <a:solidFill>
                  <a:srgbClr val="FF0000"/>
                </a:solidFill>
                <a:uFill>
                  <a:solidFill>
                    <a:srgbClr val="FF0000"/>
                  </a:solidFill>
                </a:uFill>
                <a:latin typeface="Arial MT"/>
                <a:cs typeface="Arial MT"/>
              </a:rPr>
              <a:t>INDUSTARY</a:t>
            </a:r>
          </a:p>
        </p:txBody>
      </p:sp>
      <p:sp>
        <p:nvSpPr>
          <p:cNvPr id="4" name="object 4"/>
          <p:cNvSpPr txBox="1"/>
          <p:nvPr/>
        </p:nvSpPr>
        <p:spPr>
          <a:xfrm>
            <a:off x="0" y="1546225"/>
            <a:ext cx="12191365" cy="5311140"/>
          </a:xfrm>
          <a:prstGeom prst="rect">
            <a:avLst/>
          </a:prstGeom>
        </p:spPr>
        <p:txBody>
          <a:bodyPr vert="horz" wrap="square" lIns="0" tIns="23380" rIns="0" bIns="0" rtlCol="0">
            <a:noAutofit/>
          </a:bodyPr>
          <a:lstStyle/>
          <a:p>
            <a:pPr marL="8890" marR="113665">
              <a:lnSpc>
                <a:spcPct val="88000"/>
              </a:lnSpc>
              <a:spcBef>
                <a:spcPts val="185"/>
              </a:spcBef>
            </a:pPr>
            <a:r>
              <a:rPr sz="1200" i="1" dirty="0">
                <a:latin typeface="Times New Roman" panose="02020603050405020304"/>
                <a:cs typeface="Times New Roman" panose="02020603050405020304"/>
              </a:rPr>
              <a:t>CS</a:t>
            </a:r>
            <a:r>
              <a:rPr sz="1200" i="1"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Operation</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10"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Maintenance</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(O</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&amp;</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M)</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Division</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is</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committed</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to</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provide</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flexible,</a:t>
            </a:r>
            <a:r>
              <a:rPr sz="1200" spc="-10"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integrated, </a:t>
            </a:r>
            <a:r>
              <a:rPr sz="1200" dirty="0">
                <a:latin typeface="Times New Roman" panose="02020603050405020304"/>
                <a:cs typeface="Times New Roman" panose="02020603050405020304"/>
              </a:rPr>
              <a:t>dependable,</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cost</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effective</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responsive</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solutions</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for</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Operation</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10"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Maintenance requirements</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Telecom</a:t>
            </a:r>
            <a:r>
              <a:rPr sz="1200" spc="-3" dirty="0">
                <a:latin typeface="Times New Roman" panose="02020603050405020304"/>
                <a:cs typeface="Times New Roman" panose="02020603050405020304"/>
              </a:rPr>
              <a:t> </a:t>
            </a:r>
            <a:r>
              <a:rPr sz="1200" dirty="0">
                <a:latin typeface="Times New Roman" panose="02020603050405020304"/>
                <a:cs typeface="Times New Roman" panose="02020603050405020304"/>
              </a:rPr>
              <a:t>industry.</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Under</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Operation</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14" dirty="0">
                <a:latin typeface="Times New Roman" panose="02020603050405020304"/>
                <a:cs typeface="Times New Roman" panose="02020603050405020304"/>
              </a:rPr>
              <a:t> </a:t>
            </a:r>
            <a:r>
              <a:rPr sz="2000" spc="-7" dirty="0">
                <a:latin typeface="Times New Roman" panose="02020603050405020304"/>
                <a:cs typeface="Times New Roman" panose="02020603050405020304"/>
              </a:rPr>
              <a:t>Maintenance</a:t>
            </a:r>
            <a:r>
              <a:rPr sz="20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telecom</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sites</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we</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deal</a:t>
            </a:r>
            <a:r>
              <a:rPr sz="1200" spc="-10" dirty="0">
                <a:latin typeface="Times New Roman" panose="02020603050405020304"/>
                <a:cs typeface="Times New Roman" panose="02020603050405020304"/>
              </a:rPr>
              <a:t> </a:t>
            </a:r>
            <a:r>
              <a:rPr sz="1200" spc="-17" dirty="0">
                <a:latin typeface="Times New Roman" panose="02020603050405020304"/>
                <a:cs typeface="Times New Roman" panose="02020603050405020304"/>
              </a:rPr>
              <a:t>in </a:t>
            </a:r>
            <a:r>
              <a:rPr sz="1200" dirty="0">
                <a:latin typeface="Times New Roman" panose="02020603050405020304"/>
                <a:cs typeface="Times New Roman" panose="02020603050405020304"/>
              </a:rPr>
              <a:t>Diesel</a:t>
            </a:r>
            <a:r>
              <a:rPr sz="1200" spc="-27" dirty="0">
                <a:latin typeface="Times New Roman" panose="02020603050405020304"/>
                <a:cs typeface="Times New Roman" panose="02020603050405020304"/>
              </a:rPr>
              <a:t> </a:t>
            </a:r>
            <a:r>
              <a:rPr sz="1200" dirty="0">
                <a:latin typeface="Times New Roman" panose="02020603050405020304"/>
                <a:cs typeface="Times New Roman" panose="02020603050405020304"/>
              </a:rPr>
              <a:t>filling,</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Security</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services</a:t>
            </a:r>
            <a:r>
              <a:rPr sz="1200" spc="-27"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maintenance</a:t>
            </a:r>
            <a:r>
              <a:rPr sz="1200" spc="-27"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27" dirty="0">
                <a:latin typeface="Times New Roman" panose="02020603050405020304"/>
                <a:cs typeface="Times New Roman" panose="02020603050405020304"/>
              </a:rPr>
              <a:t> </a:t>
            </a:r>
            <a:r>
              <a:rPr sz="1200" dirty="0">
                <a:latin typeface="Times New Roman" panose="02020603050405020304"/>
                <a:cs typeface="Times New Roman" panose="02020603050405020304"/>
              </a:rPr>
              <a:t>Electricity</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Bills</a:t>
            </a:r>
            <a:r>
              <a:rPr sz="1200" spc="-27"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Electrical</a:t>
            </a:r>
            <a:r>
              <a:rPr sz="1200" spc="-24"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facilities </a:t>
            </a:r>
            <a:r>
              <a:rPr sz="1200" dirty="0">
                <a:latin typeface="Times New Roman" panose="02020603050405020304"/>
                <a:cs typeface="Times New Roman" panose="02020603050405020304"/>
              </a:rPr>
              <a:t>which</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includes</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breakdown</a:t>
            </a:r>
            <a:r>
              <a:rPr sz="1200" spc="-14"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maintenance,</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management</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14"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electrical</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infrastructure</a:t>
            </a:r>
            <a:r>
              <a:rPr sz="1200" spc="-20"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equipments.</a:t>
            </a:r>
            <a:endParaRPr sz="1200">
              <a:latin typeface="Times New Roman" panose="02020603050405020304"/>
              <a:cs typeface="Times New Roman" panose="02020603050405020304"/>
            </a:endParaRPr>
          </a:p>
          <a:p>
            <a:pPr>
              <a:spcBef>
                <a:spcPts val="370"/>
              </a:spcBef>
            </a:pPr>
            <a:endParaRPr sz="1200">
              <a:latin typeface="Times New Roman" panose="02020603050405020304"/>
              <a:cs typeface="Times New Roman" panose="02020603050405020304"/>
            </a:endParaRPr>
          </a:p>
          <a:p>
            <a:pPr marL="8890" marR="290195">
              <a:lnSpc>
                <a:spcPts val="825"/>
              </a:lnSpc>
              <a:spcBef>
                <a:spcPts val="5"/>
              </a:spcBef>
            </a:pPr>
            <a:r>
              <a:rPr sz="1200" dirty="0">
                <a:latin typeface="Times New Roman" panose="02020603050405020304"/>
                <a:cs typeface="Times New Roman" panose="02020603050405020304"/>
              </a:rPr>
              <a:t>We</a:t>
            </a:r>
            <a:r>
              <a:rPr sz="1200" spc="-27" dirty="0">
                <a:latin typeface="Times New Roman" panose="02020603050405020304"/>
                <a:cs typeface="Times New Roman" panose="02020603050405020304"/>
              </a:rPr>
              <a:t> </a:t>
            </a:r>
            <a:r>
              <a:rPr sz="1200" dirty="0">
                <a:latin typeface="Times New Roman" panose="02020603050405020304"/>
                <a:cs typeface="Times New Roman" panose="02020603050405020304"/>
              </a:rPr>
              <a:t>provide</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preventive</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maintenance</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electrical</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equipments</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like</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Air</a:t>
            </a:r>
            <a:r>
              <a:rPr sz="1200" spc="-20"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Conditioner,</a:t>
            </a:r>
            <a:r>
              <a:rPr sz="1200" spc="-20" dirty="0">
                <a:latin typeface="Times New Roman" panose="02020603050405020304"/>
                <a:cs typeface="Times New Roman" panose="02020603050405020304"/>
              </a:rPr>
              <a:t> </a:t>
            </a:r>
            <a:r>
              <a:rPr sz="1200" spc="-17" dirty="0">
                <a:latin typeface="Times New Roman" panose="02020603050405020304"/>
                <a:cs typeface="Times New Roman" panose="02020603050405020304"/>
              </a:rPr>
              <a:t>DG </a:t>
            </a:r>
            <a:r>
              <a:rPr sz="1200" dirty="0">
                <a:latin typeface="Times New Roman" panose="02020603050405020304"/>
                <a:cs typeface="Times New Roman" panose="02020603050405020304"/>
              </a:rPr>
              <a:t>Isolation</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Transformer,</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Power</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Plant,</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Battery</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Banks,</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Panels,</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DCDB</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Earth</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Pits,</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Energy</a:t>
            </a:r>
            <a:r>
              <a:rPr sz="1200" spc="-20"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Meter, Tower/Mast/poles</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for</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MW,</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prefab</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shelter/Brick</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room</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for</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equipment,</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fire</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detection</a:t>
            </a:r>
            <a:r>
              <a:rPr sz="1200" spc="-17"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system.</a:t>
            </a:r>
            <a:endParaRPr sz="1200">
              <a:latin typeface="Times New Roman" panose="02020603050405020304"/>
              <a:cs typeface="Times New Roman" panose="02020603050405020304"/>
            </a:endParaRPr>
          </a:p>
          <a:p>
            <a:pPr>
              <a:spcBef>
                <a:spcPts val="350"/>
              </a:spcBef>
            </a:pPr>
            <a:endParaRPr sz="1200">
              <a:latin typeface="Times New Roman" panose="02020603050405020304"/>
              <a:cs typeface="Times New Roman" panose="02020603050405020304"/>
            </a:endParaRPr>
          </a:p>
          <a:p>
            <a:pPr marL="8890" marR="87630">
              <a:lnSpc>
                <a:spcPts val="850"/>
              </a:lnSpc>
            </a:pPr>
            <a:r>
              <a:rPr sz="1200" dirty="0">
                <a:latin typeface="Times New Roman" panose="02020603050405020304"/>
                <a:cs typeface="Times New Roman" panose="02020603050405020304"/>
              </a:rPr>
              <a:t>Preventive</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measures</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are</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taken</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by</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us</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to</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keep</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equipments</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in</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healthy</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conditions</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to</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reduce</a:t>
            </a:r>
            <a:r>
              <a:rPr sz="1200" spc="-20"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break </a:t>
            </a:r>
            <a:r>
              <a:rPr sz="1200" dirty="0">
                <a:latin typeface="Times New Roman" panose="02020603050405020304"/>
                <a:cs typeface="Times New Roman" panose="02020603050405020304"/>
              </a:rPr>
              <a:t>down</a:t>
            </a:r>
            <a:r>
              <a:rPr sz="1200" spc="-10"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maintenance. </a:t>
            </a:r>
            <a:r>
              <a:rPr sz="1200" dirty="0">
                <a:latin typeface="Times New Roman" panose="02020603050405020304"/>
                <a:cs typeface="Times New Roman" panose="02020603050405020304"/>
              </a:rPr>
              <a:t>Thus resulting</a:t>
            </a:r>
            <a:r>
              <a:rPr sz="1200" spc="-7" dirty="0">
                <a:latin typeface="Times New Roman" panose="02020603050405020304"/>
                <a:cs typeface="Times New Roman" panose="02020603050405020304"/>
              </a:rPr>
              <a:t> </a:t>
            </a:r>
            <a:r>
              <a:rPr sz="1200" dirty="0">
                <a:latin typeface="Times New Roman" panose="02020603050405020304"/>
                <a:cs typeface="Times New Roman" panose="02020603050405020304"/>
              </a:rPr>
              <a:t>higher</a:t>
            </a:r>
            <a:r>
              <a:rPr sz="1200" spc="-7" dirty="0">
                <a:latin typeface="Times New Roman" panose="02020603050405020304"/>
                <a:cs typeface="Times New Roman" panose="02020603050405020304"/>
              </a:rPr>
              <a:t> availability </a:t>
            </a:r>
            <a:r>
              <a:rPr sz="1200" dirty="0">
                <a:latin typeface="Times New Roman" panose="02020603050405020304"/>
                <a:cs typeface="Times New Roman" panose="02020603050405020304"/>
              </a:rPr>
              <a:t>of</a:t>
            </a:r>
            <a:r>
              <a:rPr sz="1200" spc="-7" dirty="0">
                <a:latin typeface="Times New Roman" panose="02020603050405020304"/>
                <a:cs typeface="Times New Roman" panose="02020603050405020304"/>
              </a:rPr>
              <a:t> </a:t>
            </a:r>
            <a:r>
              <a:rPr sz="1200" dirty="0">
                <a:latin typeface="Times New Roman" panose="02020603050405020304"/>
                <a:cs typeface="Times New Roman" panose="02020603050405020304"/>
              </a:rPr>
              <a:t>cell</a:t>
            </a:r>
            <a:r>
              <a:rPr sz="1200" spc="-7" dirty="0">
                <a:latin typeface="Times New Roman" panose="02020603050405020304"/>
                <a:cs typeface="Times New Roman" panose="02020603050405020304"/>
              </a:rPr>
              <a:t> </a:t>
            </a:r>
            <a:r>
              <a:rPr sz="1200" dirty="0">
                <a:latin typeface="Times New Roman" panose="02020603050405020304"/>
                <a:cs typeface="Times New Roman" panose="02020603050405020304"/>
              </a:rPr>
              <a:t>sites</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by</a:t>
            </a:r>
            <a:r>
              <a:rPr sz="1200" spc="-7" dirty="0">
                <a:latin typeface="Times New Roman" panose="02020603050405020304"/>
                <a:cs typeface="Times New Roman" panose="02020603050405020304"/>
              </a:rPr>
              <a:t> </a:t>
            </a:r>
            <a:r>
              <a:rPr sz="1200" dirty="0">
                <a:latin typeface="Times New Roman" panose="02020603050405020304"/>
                <a:cs typeface="Times New Roman" panose="02020603050405020304"/>
              </a:rPr>
              <a:t>bringing</a:t>
            </a:r>
            <a:r>
              <a:rPr sz="1200" spc="-7" dirty="0">
                <a:latin typeface="Times New Roman" panose="02020603050405020304"/>
                <a:cs typeface="Times New Roman" panose="02020603050405020304"/>
              </a:rPr>
              <a:t> </a:t>
            </a:r>
            <a:r>
              <a:rPr sz="1200" dirty="0">
                <a:latin typeface="Times New Roman" panose="02020603050405020304"/>
                <a:cs typeface="Times New Roman" panose="02020603050405020304"/>
              </a:rPr>
              <a:t>down</a:t>
            </a:r>
            <a:r>
              <a:rPr sz="1200" spc="-7"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7" dirty="0">
                <a:latin typeface="Times New Roman" panose="02020603050405020304"/>
                <a:cs typeface="Times New Roman" panose="02020603050405020304"/>
              </a:rPr>
              <a:t> outages. </a:t>
            </a:r>
            <a:r>
              <a:rPr sz="1200" dirty="0">
                <a:latin typeface="Times New Roman" panose="02020603050405020304"/>
                <a:cs typeface="Times New Roman" panose="02020603050405020304"/>
              </a:rPr>
              <a:t>It’s</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also</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includes</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checking</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physical</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condition</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shelters,</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room,</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towers</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20"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other</a:t>
            </a:r>
            <a:r>
              <a:rPr sz="1200" spc="341"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infrastructure</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related</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parts</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network</a:t>
            </a:r>
            <a:r>
              <a:rPr sz="1200" spc="-7"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10"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pre-</a:t>
            </a:r>
            <a:r>
              <a:rPr sz="1200" dirty="0">
                <a:latin typeface="Times New Roman" panose="02020603050405020304"/>
                <a:cs typeface="Times New Roman" panose="02020603050405020304"/>
              </a:rPr>
              <a:t>monsoon</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check</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3" dirty="0">
                <a:latin typeface="Times New Roman" panose="02020603050405020304"/>
                <a:cs typeface="Times New Roman" panose="02020603050405020304"/>
              </a:rPr>
              <a:t> </a:t>
            </a:r>
            <a:r>
              <a:rPr sz="1200" dirty="0">
                <a:latin typeface="Times New Roman" panose="02020603050405020304"/>
                <a:cs typeface="Times New Roman" panose="02020603050405020304"/>
              </a:rPr>
              <a:t>repairs</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wherever</a:t>
            </a:r>
            <a:r>
              <a:rPr sz="1200" spc="-7" dirty="0">
                <a:latin typeface="Times New Roman" panose="02020603050405020304"/>
                <a:cs typeface="Times New Roman" panose="02020603050405020304"/>
              </a:rPr>
              <a:t> required.</a:t>
            </a:r>
            <a:endParaRPr sz="1200">
              <a:latin typeface="Times New Roman" panose="02020603050405020304"/>
              <a:cs typeface="Times New Roman" panose="02020603050405020304"/>
            </a:endParaRPr>
          </a:p>
          <a:p>
            <a:pPr>
              <a:spcBef>
                <a:spcPts val="210"/>
              </a:spcBef>
            </a:pPr>
            <a:endParaRPr sz="1200">
              <a:latin typeface="Times New Roman" panose="02020603050405020304"/>
              <a:cs typeface="Times New Roman" panose="02020603050405020304"/>
            </a:endParaRPr>
          </a:p>
          <a:p>
            <a:pPr marL="337820" marR="3175"/>
            <a:r>
              <a:rPr sz="1200" dirty="0">
                <a:latin typeface="Times New Roman" panose="02020603050405020304"/>
                <a:cs typeface="Times New Roman" panose="02020603050405020304"/>
              </a:rPr>
              <a:t>Our</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team</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consists</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experienced</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O</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&amp;</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M</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head,</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Zonal</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Supervisors,</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field</a:t>
            </a:r>
            <a:r>
              <a:rPr sz="1200" spc="-17"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technicians, surveillance</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engineers,</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MIS</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assistant,</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inventory</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assistant,</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QA</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audit</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engineer</a:t>
            </a:r>
            <a:r>
              <a:rPr sz="1200" spc="-14" dirty="0">
                <a:latin typeface="Times New Roman" panose="02020603050405020304"/>
                <a:cs typeface="Times New Roman" panose="02020603050405020304"/>
              </a:rPr>
              <a:t> with</a:t>
            </a:r>
            <a:r>
              <a:rPr sz="1200" spc="341"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8-</a:t>
            </a:r>
            <a:r>
              <a:rPr sz="1200" dirty="0">
                <a:latin typeface="Times New Roman" panose="02020603050405020304"/>
                <a:cs typeface="Times New Roman" panose="02020603050405020304"/>
              </a:rPr>
              <a:t>10</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years</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experience</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in</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same</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industry.</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Our</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group</a:t>
            </a:r>
            <a:r>
              <a:rPr sz="1200" spc="-10"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provides</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24</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*7</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services</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keeps</a:t>
            </a:r>
            <a:r>
              <a:rPr sz="1200" spc="-17" dirty="0">
                <a:latin typeface="Times New Roman" panose="02020603050405020304"/>
                <a:cs typeface="Times New Roman" panose="02020603050405020304"/>
              </a:rPr>
              <a:t> the </a:t>
            </a:r>
            <a:r>
              <a:rPr sz="1200" dirty="0">
                <a:latin typeface="Times New Roman" panose="02020603050405020304"/>
                <a:cs typeface="Times New Roman" panose="02020603050405020304"/>
              </a:rPr>
              <a:t>network</a:t>
            </a:r>
            <a:r>
              <a:rPr sz="1200" spc="-27" dirty="0">
                <a:latin typeface="Times New Roman" panose="02020603050405020304"/>
                <a:cs typeface="Times New Roman" panose="02020603050405020304"/>
              </a:rPr>
              <a:t> </a:t>
            </a:r>
            <a:r>
              <a:rPr sz="1200" dirty="0">
                <a:latin typeface="Times New Roman" panose="02020603050405020304"/>
                <a:cs typeface="Times New Roman" panose="02020603050405020304"/>
              </a:rPr>
              <a:t>in</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serviceable</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conditions</a:t>
            </a:r>
            <a:r>
              <a:rPr sz="1200" spc="-27" dirty="0">
                <a:latin typeface="Times New Roman" panose="02020603050405020304"/>
                <a:cs typeface="Times New Roman" panose="02020603050405020304"/>
              </a:rPr>
              <a:t> </a:t>
            </a:r>
            <a:r>
              <a:rPr sz="1200" dirty="0">
                <a:latin typeface="Times New Roman" panose="02020603050405020304"/>
                <a:cs typeface="Times New Roman" panose="02020603050405020304"/>
              </a:rPr>
              <a:t>with</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99.99%</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uptime.</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Equipments</a:t>
            </a:r>
            <a:r>
              <a:rPr sz="1200" spc="-27" dirty="0">
                <a:latin typeface="Times New Roman" panose="02020603050405020304"/>
                <a:cs typeface="Times New Roman" panose="02020603050405020304"/>
              </a:rPr>
              <a:t> </a:t>
            </a:r>
            <a:r>
              <a:rPr sz="1200" dirty="0">
                <a:latin typeface="Times New Roman" panose="02020603050405020304"/>
                <a:cs typeface="Times New Roman" panose="02020603050405020304"/>
              </a:rPr>
              <a:t>at</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cell</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sites</a:t>
            </a:r>
            <a:r>
              <a:rPr sz="1200" spc="-27" dirty="0">
                <a:latin typeface="Times New Roman" panose="02020603050405020304"/>
                <a:cs typeface="Times New Roman" panose="02020603050405020304"/>
              </a:rPr>
              <a:t> </a:t>
            </a:r>
            <a:r>
              <a:rPr sz="1200" spc="-17" dirty="0">
                <a:latin typeface="Times New Roman" panose="02020603050405020304"/>
                <a:cs typeface="Times New Roman" panose="02020603050405020304"/>
              </a:rPr>
              <a:t>are</a:t>
            </a:r>
            <a:endParaRPr sz="1200">
              <a:latin typeface="Times New Roman" panose="02020603050405020304"/>
              <a:cs typeface="Times New Roman" panose="02020603050405020304"/>
            </a:endParaRPr>
          </a:p>
          <a:p>
            <a:pPr marL="337820"/>
            <a:r>
              <a:rPr sz="1200" dirty="0">
                <a:latin typeface="Times New Roman" panose="02020603050405020304"/>
                <a:cs typeface="Times New Roman" panose="02020603050405020304"/>
              </a:rPr>
              <a:t>routinely</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checked</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for</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preventive</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maintenance</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as</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per</a:t>
            </a:r>
            <a:r>
              <a:rPr sz="1200" spc="-14"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manufacturer’s</a:t>
            </a:r>
            <a:r>
              <a:rPr sz="1200" spc="-17"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guidelines.</a:t>
            </a:r>
            <a:endParaRPr sz="1200">
              <a:latin typeface="Times New Roman" panose="02020603050405020304"/>
              <a:cs typeface="Times New Roman" panose="02020603050405020304"/>
            </a:endParaRPr>
          </a:p>
          <a:p>
            <a:pPr marL="337820">
              <a:lnSpc>
                <a:spcPts val="905"/>
              </a:lnSpc>
              <a:spcBef>
                <a:spcPts val="390"/>
              </a:spcBef>
            </a:pPr>
            <a:r>
              <a:rPr sz="1200" dirty="0">
                <a:latin typeface="Times New Roman" panose="02020603050405020304"/>
                <a:cs typeface="Times New Roman" panose="02020603050405020304"/>
              </a:rPr>
              <a:t>We</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follow</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standard</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quality</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management</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resulting</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in</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successful</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execution</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our</a:t>
            </a:r>
            <a:r>
              <a:rPr sz="1200" spc="14"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projects</a:t>
            </a:r>
            <a:endParaRPr sz="1200">
              <a:latin typeface="Times New Roman" panose="02020603050405020304"/>
              <a:cs typeface="Times New Roman" panose="02020603050405020304"/>
            </a:endParaRPr>
          </a:p>
          <a:p>
            <a:pPr marL="337820">
              <a:lnSpc>
                <a:spcPts val="905"/>
              </a:lnSpc>
            </a:pPr>
            <a:r>
              <a:rPr sz="1200" dirty="0">
                <a:latin typeface="Times New Roman" panose="02020603050405020304"/>
                <a:cs typeface="Times New Roman" panose="02020603050405020304"/>
              </a:rPr>
              <a:t>in</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stipulated</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time</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frame</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excel</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customer’s</a:t>
            </a:r>
            <a:r>
              <a:rPr sz="1200" spc="-27"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expectation.</a:t>
            </a:r>
            <a:endParaRPr sz="1200">
              <a:latin typeface="Times New Roman" panose="02020603050405020304"/>
              <a:cs typeface="Times New Roman" panose="02020603050405020304"/>
            </a:endParaRPr>
          </a:p>
          <a:p>
            <a:pPr marL="8890">
              <a:spcBef>
                <a:spcPts val="895"/>
              </a:spcBef>
            </a:pPr>
            <a:r>
              <a:rPr sz="1200" b="1" u="sng" dirty="0">
                <a:solidFill>
                  <a:srgbClr val="FF0000"/>
                </a:solidFill>
                <a:uFill>
                  <a:solidFill>
                    <a:srgbClr val="FF0000"/>
                  </a:solidFill>
                </a:uFill>
                <a:latin typeface="Times New Roman" panose="02020603050405020304"/>
                <a:cs typeface="Times New Roman" panose="02020603050405020304"/>
              </a:rPr>
              <a:t>PROPOSED</a:t>
            </a:r>
            <a:r>
              <a:rPr sz="1200" b="1" u="sng" spc="-27" dirty="0">
                <a:solidFill>
                  <a:srgbClr val="FF0000"/>
                </a:solidFill>
                <a:uFill>
                  <a:solidFill>
                    <a:srgbClr val="FF0000"/>
                  </a:solidFill>
                </a:uFill>
                <a:latin typeface="Times New Roman" panose="02020603050405020304"/>
                <a:cs typeface="Times New Roman" panose="02020603050405020304"/>
              </a:rPr>
              <a:t> </a:t>
            </a:r>
            <a:r>
              <a:rPr sz="1200" b="1" u="sng" dirty="0">
                <a:solidFill>
                  <a:srgbClr val="FF0000"/>
                </a:solidFill>
                <a:uFill>
                  <a:solidFill>
                    <a:srgbClr val="FF0000"/>
                  </a:solidFill>
                </a:uFill>
                <a:latin typeface="Times New Roman" panose="02020603050405020304"/>
                <a:cs typeface="Times New Roman" panose="02020603050405020304"/>
              </a:rPr>
              <a:t>RESOURCE</a:t>
            </a:r>
            <a:r>
              <a:rPr sz="1200" b="1" u="sng" spc="-24" dirty="0">
                <a:solidFill>
                  <a:srgbClr val="FF0000"/>
                </a:solidFill>
                <a:uFill>
                  <a:solidFill>
                    <a:srgbClr val="FF0000"/>
                  </a:solidFill>
                </a:uFill>
                <a:latin typeface="Times New Roman" panose="02020603050405020304"/>
                <a:cs typeface="Times New Roman" panose="02020603050405020304"/>
              </a:rPr>
              <a:t> </a:t>
            </a:r>
            <a:r>
              <a:rPr sz="1200" b="1" u="sng" dirty="0">
                <a:solidFill>
                  <a:srgbClr val="FF0000"/>
                </a:solidFill>
                <a:uFill>
                  <a:solidFill>
                    <a:srgbClr val="FF0000"/>
                  </a:solidFill>
                </a:uFill>
                <a:latin typeface="Times New Roman" panose="02020603050405020304"/>
                <a:cs typeface="Times New Roman" panose="02020603050405020304"/>
              </a:rPr>
              <a:t>DEPLOYMENTS</a:t>
            </a:r>
            <a:r>
              <a:rPr sz="1200" b="1" u="sng" spc="-27" dirty="0">
                <a:solidFill>
                  <a:srgbClr val="FF0000"/>
                </a:solidFill>
                <a:uFill>
                  <a:solidFill>
                    <a:srgbClr val="FF0000"/>
                  </a:solidFill>
                </a:uFill>
                <a:latin typeface="Times New Roman" panose="02020603050405020304"/>
                <a:cs typeface="Times New Roman" panose="02020603050405020304"/>
              </a:rPr>
              <a:t> </a:t>
            </a:r>
            <a:r>
              <a:rPr sz="1200" b="1" u="sng" dirty="0">
                <a:solidFill>
                  <a:srgbClr val="FF0000"/>
                </a:solidFill>
                <a:uFill>
                  <a:solidFill>
                    <a:srgbClr val="FF0000"/>
                  </a:solidFill>
                </a:uFill>
                <a:latin typeface="Times New Roman" panose="02020603050405020304"/>
                <a:cs typeface="Times New Roman" panose="02020603050405020304"/>
              </a:rPr>
              <a:t>&amp;</a:t>
            </a:r>
            <a:r>
              <a:rPr sz="1200" b="1" u="sng" spc="-24" dirty="0">
                <a:solidFill>
                  <a:srgbClr val="FF0000"/>
                </a:solidFill>
                <a:uFill>
                  <a:solidFill>
                    <a:srgbClr val="FF0000"/>
                  </a:solidFill>
                </a:uFill>
                <a:latin typeface="Times New Roman" panose="02020603050405020304"/>
                <a:cs typeface="Times New Roman" panose="02020603050405020304"/>
              </a:rPr>
              <a:t> </a:t>
            </a:r>
            <a:r>
              <a:rPr sz="1200" b="1" u="sng" dirty="0">
                <a:solidFill>
                  <a:srgbClr val="FF0000"/>
                </a:solidFill>
                <a:uFill>
                  <a:solidFill>
                    <a:srgbClr val="FF0000"/>
                  </a:solidFill>
                </a:uFill>
                <a:latin typeface="Times New Roman" panose="02020603050405020304"/>
                <a:cs typeface="Times New Roman" panose="02020603050405020304"/>
              </a:rPr>
              <a:t>PROCESS</a:t>
            </a:r>
            <a:r>
              <a:rPr sz="1200" b="1" u="sng" spc="-24" dirty="0">
                <a:solidFill>
                  <a:srgbClr val="FF0000"/>
                </a:solidFill>
                <a:uFill>
                  <a:solidFill>
                    <a:srgbClr val="FF0000"/>
                  </a:solidFill>
                </a:uFill>
                <a:latin typeface="Times New Roman" panose="02020603050405020304"/>
                <a:cs typeface="Times New Roman" panose="02020603050405020304"/>
              </a:rPr>
              <a:t> </a:t>
            </a:r>
            <a:r>
              <a:rPr sz="1200" b="1" u="sng" spc="-7" dirty="0">
                <a:solidFill>
                  <a:srgbClr val="FF0000"/>
                </a:solidFill>
                <a:uFill>
                  <a:solidFill>
                    <a:srgbClr val="FF0000"/>
                  </a:solidFill>
                </a:uFill>
                <a:latin typeface="Times New Roman" panose="02020603050405020304"/>
                <a:cs typeface="Times New Roman" panose="02020603050405020304"/>
              </a:rPr>
              <a:t>FLOW:</a:t>
            </a:r>
            <a:endParaRPr sz="1200">
              <a:latin typeface="Times New Roman" panose="02020603050405020304"/>
              <a:cs typeface="Times New Roman" panose="02020603050405020304"/>
            </a:endParaRPr>
          </a:p>
          <a:p>
            <a:pPr marL="163830">
              <a:spcBef>
                <a:spcPts val="620"/>
              </a:spcBef>
            </a:pPr>
            <a:r>
              <a:rPr sz="1200" dirty="0">
                <a:latin typeface="Times New Roman" panose="02020603050405020304"/>
                <a:cs typeface="Times New Roman" panose="02020603050405020304"/>
              </a:rPr>
              <a:t>Help</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desk</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will</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be</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setup</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to</a:t>
            </a:r>
            <a:r>
              <a:rPr sz="1200" spc="-14"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facilitate</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Rectification</a:t>
            </a:r>
            <a:r>
              <a:rPr sz="1200" spc="-7"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14"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faults.</a:t>
            </a:r>
            <a:endParaRPr sz="1200">
              <a:latin typeface="Times New Roman" panose="02020603050405020304"/>
              <a:cs typeface="Times New Roman" panose="02020603050405020304"/>
            </a:endParaRPr>
          </a:p>
          <a:p>
            <a:pPr marL="320040" marR="501650" indent="40005">
              <a:lnSpc>
                <a:spcPts val="820"/>
              </a:lnSpc>
              <a:spcBef>
                <a:spcPts val="490"/>
              </a:spcBef>
            </a:pPr>
            <a:r>
              <a:rPr sz="1200" dirty="0">
                <a:latin typeface="Times New Roman" panose="02020603050405020304"/>
                <a:cs typeface="Times New Roman" panose="02020603050405020304"/>
              </a:rPr>
              <a:t>Stores</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will</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be</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hired</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on</a:t>
            </a:r>
            <a:r>
              <a:rPr sz="1200" spc="-7" dirty="0">
                <a:latin typeface="Times New Roman" panose="02020603050405020304"/>
                <a:cs typeface="Times New Roman" panose="02020603050405020304"/>
              </a:rPr>
              <a:t> </a:t>
            </a:r>
            <a:r>
              <a:rPr sz="1200" dirty="0">
                <a:latin typeface="Times New Roman" panose="02020603050405020304"/>
                <a:cs typeface="Times New Roman" panose="02020603050405020304"/>
              </a:rPr>
              <a:t>state</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level</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or</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District</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level</a:t>
            </a:r>
            <a:r>
              <a:rPr sz="1200" spc="-7" dirty="0">
                <a:latin typeface="Times New Roman" panose="02020603050405020304"/>
                <a:cs typeface="Times New Roman" panose="02020603050405020304"/>
              </a:rPr>
              <a:t> </a:t>
            </a:r>
            <a:r>
              <a:rPr sz="1200" dirty="0">
                <a:latin typeface="Times New Roman" panose="02020603050405020304"/>
                <a:cs typeface="Times New Roman" panose="02020603050405020304"/>
              </a:rPr>
              <a:t>(for</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storing</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spares</a:t>
            </a:r>
            <a:r>
              <a:rPr sz="1200" spc="-7"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14"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faulty </a:t>
            </a:r>
            <a:r>
              <a:rPr sz="1200" dirty="0">
                <a:latin typeface="Times New Roman" panose="02020603050405020304"/>
                <a:cs typeface="Times New Roman" panose="02020603050405020304"/>
              </a:rPr>
              <a:t>equipments)</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as</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per</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availability</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sites</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within</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easily</a:t>
            </a:r>
            <a:r>
              <a:rPr sz="1200" spc="-17"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reach.</a:t>
            </a:r>
            <a:endParaRPr sz="1200">
              <a:latin typeface="Times New Roman" panose="02020603050405020304"/>
              <a:cs typeface="Times New Roman" panose="02020603050405020304"/>
            </a:endParaRPr>
          </a:p>
          <a:p>
            <a:pPr marL="320040" marR="554355" indent="40005">
              <a:lnSpc>
                <a:spcPts val="810"/>
              </a:lnSpc>
              <a:spcBef>
                <a:spcPts val="465"/>
              </a:spcBef>
            </a:pPr>
            <a:r>
              <a:rPr sz="1200" dirty="0">
                <a:latin typeface="Times New Roman" panose="02020603050405020304"/>
                <a:cs typeface="Times New Roman" panose="02020603050405020304"/>
              </a:rPr>
              <a:t>Quick</a:t>
            </a:r>
            <a:r>
              <a:rPr sz="1200" spc="222" dirty="0">
                <a:latin typeface="Times New Roman" panose="02020603050405020304"/>
                <a:cs typeface="Times New Roman" panose="02020603050405020304"/>
              </a:rPr>
              <a:t> </a:t>
            </a:r>
            <a:r>
              <a:rPr sz="1200" dirty="0">
                <a:latin typeface="Times New Roman" panose="02020603050405020304"/>
                <a:cs typeface="Times New Roman" panose="02020603050405020304"/>
              </a:rPr>
              <a:t>Technical</a:t>
            </a:r>
            <a:r>
              <a:rPr sz="1200" spc="228" dirty="0">
                <a:latin typeface="Times New Roman" panose="02020603050405020304"/>
                <a:cs typeface="Times New Roman" panose="02020603050405020304"/>
              </a:rPr>
              <a:t> </a:t>
            </a:r>
            <a:r>
              <a:rPr sz="1200" dirty="0">
                <a:latin typeface="Times New Roman" panose="02020603050405020304"/>
                <a:cs typeface="Times New Roman" panose="02020603050405020304"/>
              </a:rPr>
              <a:t>support</a:t>
            </a:r>
            <a:r>
              <a:rPr sz="1200" spc="228" dirty="0">
                <a:latin typeface="Times New Roman" panose="02020603050405020304"/>
                <a:cs typeface="Times New Roman" panose="02020603050405020304"/>
              </a:rPr>
              <a:t> </a:t>
            </a:r>
            <a:r>
              <a:rPr sz="1200" dirty="0">
                <a:latin typeface="Times New Roman" panose="02020603050405020304"/>
                <a:cs typeface="Times New Roman" panose="02020603050405020304"/>
              </a:rPr>
              <a:t>vehicle</a:t>
            </a:r>
            <a:r>
              <a:rPr sz="1200" spc="218" dirty="0">
                <a:latin typeface="Times New Roman" panose="02020603050405020304"/>
                <a:cs typeface="Times New Roman" panose="02020603050405020304"/>
              </a:rPr>
              <a:t> </a:t>
            </a:r>
            <a:r>
              <a:rPr sz="1200" dirty="0">
                <a:latin typeface="Times New Roman" panose="02020603050405020304"/>
                <a:cs typeface="Times New Roman" panose="02020603050405020304"/>
              </a:rPr>
              <a:t>(QTSV)</a:t>
            </a:r>
            <a:r>
              <a:rPr sz="1200" spc="222" dirty="0">
                <a:latin typeface="Times New Roman" panose="02020603050405020304"/>
                <a:cs typeface="Times New Roman" panose="02020603050405020304"/>
              </a:rPr>
              <a:t> </a:t>
            </a:r>
            <a:r>
              <a:rPr sz="1200" dirty="0">
                <a:latin typeface="Times New Roman" panose="02020603050405020304"/>
                <a:cs typeface="Times New Roman" panose="02020603050405020304"/>
              </a:rPr>
              <a:t>will</a:t>
            </a:r>
            <a:r>
              <a:rPr sz="1200" spc="235" dirty="0">
                <a:latin typeface="Times New Roman" panose="02020603050405020304"/>
                <a:cs typeface="Times New Roman" panose="02020603050405020304"/>
              </a:rPr>
              <a:t> </a:t>
            </a:r>
            <a:r>
              <a:rPr sz="1200" dirty="0">
                <a:latin typeface="Times New Roman" panose="02020603050405020304"/>
                <a:cs typeface="Times New Roman" panose="02020603050405020304"/>
              </a:rPr>
              <a:t>be</a:t>
            </a:r>
            <a:r>
              <a:rPr sz="1200" spc="222" dirty="0">
                <a:latin typeface="Times New Roman" panose="02020603050405020304"/>
                <a:cs typeface="Times New Roman" panose="02020603050405020304"/>
              </a:rPr>
              <a:t> </a:t>
            </a:r>
            <a:r>
              <a:rPr sz="1200" dirty="0">
                <a:latin typeface="Times New Roman" panose="02020603050405020304"/>
                <a:cs typeface="Times New Roman" panose="02020603050405020304"/>
              </a:rPr>
              <a:t>deployed</a:t>
            </a:r>
            <a:r>
              <a:rPr sz="1200" spc="228" dirty="0">
                <a:latin typeface="Times New Roman" panose="02020603050405020304"/>
                <a:cs typeface="Times New Roman" panose="02020603050405020304"/>
              </a:rPr>
              <a:t> </a:t>
            </a:r>
            <a:r>
              <a:rPr sz="1200" dirty="0">
                <a:latin typeface="Times New Roman" panose="02020603050405020304"/>
                <a:cs typeface="Times New Roman" panose="02020603050405020304"/>
              </a:rPr>
              <a:t>for</a:t>
            </a:r>
            <a:r>
              <a:rPr sz="1200" spc="228"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carrying </a:t>
            </a:r>
            <a:r>
              <a:rPr sz="1200" dirty="0">
                <a:latin typeface="Times New Roman" panose="02020603050405020304"/>
                <a:cs typeface="Times New Roman" panose="02020603050405020304"/>
              </a:rPr>
              <a:t>spares</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 </a:t>
            </a:r>
            <a:r>
              <a:rPr sz="1200" spc="-7" dirty="0">
                <a:latin typeface="Times New Roman" panose="02020603050405020304"/>
                <a:cs typeface="Times New Roman" panose="02020603050405020304"/>
              </a:rPr>
              <a:t>emergencies</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along</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with</a:t>
            </a:r>
            <a:r>
              <a:rPr sz="1200" spc="-7" dirty="0">
                <a:latin typeface="Times New Roman" panose="02020603050405020304"/>
                <a:cs typeface="Times New Roman" panose="02020603050405020304"/>
              </a:rPr>
              <a:t> technician.</a:t>
            </a:r>
            <a:endParaRPr sz="1200">
              <a:latin typeface="Times New Roman" panose="02020603050405020304"/>
              <a:cs typeface="Times New Roman" panose="02020603050405020304"/>
            </a:endParaRPr>
          </a:p>
          <a:p>
            <a:pPr marL="163830">
              <a:lnSpc>
                <a:spcPts val="935"/>
              </a:lnSpc>
            </a:pPr>
            <a:r>
              <a:rPr sz="1200" dirty="0">
                <a:latin typeface="Times New Roman" panose="02020603050405020304"/>
                <a:cs typeface="Times New Roman" panose="02020603050405020304"/>
              </a:rPr>
              <a:t>A.C</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&amp;</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DG</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Dealers</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will</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be</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notified</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for</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purchases</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17" dirty="0">
                <a:latin typeface="Times New Roman" panose="02020603050405020304"/>
                <a:cs typeface="Times New Roman" panose="02020603050405020304"/>
              </a:rPr>
              <a:t> </a:t>
            </a:r>
            <a:r>
              <a:rPr sz="1200" dirty="0">
                <a:latin typeface="Times New Roman" panose="02020603050405020304"/>
                <a:cs typeface="Times New Roman" panose="02020603050405020304"/>
              </a:rPr>
              <a:t>original</a:t>
            </a:r>
            <a:r>
              <a:rPr sz="1200" spc="-17"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spares.</a:t>
            </a:r>
            <a:endParaRPr sz="1200">
              <a:latin typeface="Times New Roman" panose="02020603050405020304"/>
              <a:cs typeface="Times New Roman" panose="02020603050405020304"/>
            </a:endParaRPr>
          </a:p>
          <a:p>
            <a:pPr marL="320040" marR="408940" indent="40005">
              <a:lnSpc>
                <a:spcPts val="810"/>
              </a:lnSpc>
              <a:spcBef>
                <a:spcPts val="495"/>
              </a:spcBef>
            </a:pPr>
            <a:r>
              <a:rPr sz="1200" dirty="0">
                <a:latin typeface="Times New Roman" panose="02020603050405020304"/>
                <a:cs typeface="Times New Roman" panose="02020603050405020304"/>
              </a:rPr>
              <a:t>Mobile</a:t>
            </a:r>
            <a:r>
              <a:rPr sz="1200" spc="116" dirty="0">
                <a:latin typeface="Times New Roman" panose="02020603050405020304"/>
                <a:cs typeface="Times New Roman" panose="02020603050405020304"/>
              </a:rPr>
              <a:t> </a:t>
            </a:r>
            <a:r>
              <a:rPr sz="1200" dirty="0">
                <a:latin typeface="Times New Roman" panose="02020603050405020304"/>
                <a:cs typeface="Times New Roman" panose="02020603050405020304"/>
              </a:rPr>
              <a:t>DG</a:t>
            </a:r>
            <a:r>
              <a:rPr sz="1200" spc="116" dirty="0">
                <a:latin typeface="Times New Roman" panose="02020603050405020304"/>
                <a:cs typeface="Times New Roman" panose="02020603050405020304"/>
              </a:rPr>
              <a:t> </a:t>
            </a:r>
            <a:r>
              <a:rPr sz="1200" dirty="0">
                <a:latin typeface="Times New Roman" panose="02020603050405020304"/>
                <a:cs typeface="Times New Roman" panose="02020603050405020304"/>
              </a:rPr>
              <a:t>will</a:t>
            </a:r>
            <a:r>
              <a:rPr sz="1200" spc="123" dirty="0">
                <a:latin typeface="Times New Roman" panose="02020603050405020304"/>
                <a:cs typeface="Times New Roman" panose="02020603050405020304"/>
              </a:rPr>
              <a:t> </a:t>
            </a:r>
            <a:r>
              <a:rPr sz="1200" dirty="0">
                <a:latin typeface="Times New Roman" panose="02020603050405020304"/>
                <a:cs typeface="Times New Roman" panose="02020603050405020304"/>
              </a:rPr>
              <a:t>be</a:t>
            </a:r>
            <a:r>
              <a:rPr sz="1200" spc="116" dirty="0">
                <a:latin typeface="Times New Roman" panose="02020603050405020304"/>
                <a:cs typeface="Times New Roman" panose="02020603050405020304"/>
              </a:rPr>
              <a:t> </a:t>
            </a:r>
            <a:r>
              <a:rPr sz="1200" dirty="0">
                <a:latin typeface="Times New Roman" panose="02020603050405020304"/>
                <a:cs typeface="Times New Roman" panose="02020603050405020304"/>
              </a:rPr>
              <a:t>deployed</a:t>
            </a:r>
            <a:r>
              <a:rPr sz="1200" spc="119" dirty="0">
                <a:latin typeface="Times New Roman" panose="02020603050405020304"/>
                <a:cs typeface="Times New Roman" panose="02020603050405020304"/>
              </a:rPr>
              <a:t> </a:t>
            </a:r>
            <a:r>
              <a:rPr sz="1200" dirty="0">
                <a:latin typeface="Times New Roman" panose="02020603050405020304"/>
                <a:cs typeface="Times New Roman" panose="02020603050405020304"/>
              </a:rPr>
              <a:t>as</a:t>
            </a:r>
            <a:r>
              <a:rPr sz="1200" spc="119" dirty="0">
                <a:latin typeface="Times New Roman" panose="02020603050405020304"/>
                <a:cs typeface="Times New Roman" panose="02020603050405020304"/>
              </a:rPr>
              <a:t> </a:t>
            </a:r>
            <a:r>
              <a:rPr sz="1200" dirty="0">
                <a:latin typeface="Times New Roman" panose="02020603050405020304"/>
                <a:cs typeface="Times New Roman" panose="02020603050405020304"/>
              </a:rPr>
              <a:t>per</a:t>
            </a:r>
            <a:r>
              <a:rPr sz="1200" spc="116"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119" dirty="0">
                <a:latin typeface="Times New Roman" panose="02020603050405020304"/>
                <a:cs typeface="Times New Roman" panose="02020603050405020304"/>
              </a:rPr>
              <a:t> </a:t>
            </a:r>
            <a:r>
              <a:rPr sz="1200" dirty="0">
                <a:latin typeface="Times New Roman" panose="02020603050405020304"/>
                <a:cs typeface="Times New Roman" panose="02020603050405020304"/>
              </a:rPr>
              <a:t>sites</a:t>
            </a:r>
            <a:r>
              <a:rPr sz="1200" spc="130" dirty="0">
                <a:latin typeface="Times New Roman" panose="02020603050405020304"/>
                <a:cs typeface="Times New Roman" panose="02020603050405020304"/>
              </a:rPr>
              <a:t> </a:t>
            </a:r>
            <a:r>
              <a:rPr sz="1200" dirty="0">
                <a:latin typeface="Times New Roman" panose="02020603050405020304"/>
                <a:cs typeface="Times New Roman" panose="02020603050405020304"/>
              </a:rPr>
              <a:t>availability</a:t>
            </a:r>
            <a:r>
              <a:rPr sz="1200" spc="119" dirty="0">
                <a:latin typeface="Times New Roman" panose="02020603050405020304"/>
                <a:cs typeface="Times New Roman" panose="02020603050405020304"/>
              </a:rPr>
              <a:t> </a:t>
            </a:r>
            <a:r>
              <a:rPr sz="1200" dirty="0">
                <a:latin typeface="Times New Roman" panose="02020603050405020304"/>
                <a:cs typeface="Times New Roman" panose="02020603050405020304"/>
              </a:rPr>
              <a:t>preferably</a:t>
            </a:r>
            <a:r>
              <a:rPr sz="1200" spc="123" dirty="0">
                <a:latin typeface="Times New Roman" panose="02020603050405020304"/>
                <a:cs typeface="Times New Roman" panose="02020603050405020304"/>
              </a:rPr>
              <a:t> </a:t>
            </a:r>
            <a:r>
              <a:rPr sz="1200" dirty="0">
                <a:latin typeface="Times New Roman" panose="02020603050405020304"/>
                <a:cs typeface="Times New Roman" panose="02020603050405020304"/>
              </a:rPr>
              <a:t>rural</a:t>
            </a:r>
            <a:r>
              <a:rPr sz="1200" spc="119" dirty="0">
                <a:latin typeface="Times New Roman" panose="02020603050405020304"/>
                <a:cs typeface="Times New Roman" panose="02020603050405020304"/>
              </a:rPr>
              <a:t> </a:t>
            </a:r>
            <a:r>
              <a:rPr sz="1200" spc="-17" dirty="0">
                <a:latin typeface="Times New Roman" panose="02020603050405020304"/>
                <a:cs typeface="Times New Roman" panose="02020603050405020304"/>
              </a:rPr>
              <a:t>and </a:t>
            </a:r>
            <a:r>
              <a:rPr sz="1200" dirty="0">
                <a:latin typeface="Times New Roman" panose="02020603050405020304"/>
                <a:cs typeface="Times New Roman" panose="02020603050405020304"/>
              </a:rPr>
              <a:t>hilly</a:t>
            </a:r>
            <a:r>
              <a:rPr sz="1200" spc="-27" dirty="0">
                <a:latin typeface="Times New Roman" panose="02020603050405020304"/>
                <a:cs typeface="Times New Roman" panose="02020603050405020304"/>
              </a:rPr>
              <a:t> </a:t>
            </a:r>
            <a:r>
              <a:rPr sz="1200" dirty="0">
                <a:latin typeface="Times New Roman" panose="02020603050405020304"/>
                <a:cs typeface="Times New Roman" panose="02020603050405020304"/>
              </a:rPr>
              <a:t>terrain</a:t>
            </a:r>
            <a:r>
              <a:rPr sz="1200" spc="-27"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areas.</a:t>
            </a:r>
            <a:endParaRPr sz="1200">
              <a:latin typeface="Times New Roman" panose="02020603050405020304"/>
              <a:cs typeface="Times New Roman" panose="02020603050405020304"/>
            </a:endParaRPr>
          </a:p>
          <a:p>
            <a:pPr marL="163830">
              <a:lnSpc>
                <a:spcPts val="940"/>
              </a:lnSpc>
            </a:pPr>
            <a:r>
              <a:rPr sz="1200" dirty="0">
                <a:latin typeface="Times New Roman" panose="02020603050405020304"/>
                <a:cs typeface="Times New Roman" panose="02020603050405020304"/>
              </a:rPr>
              <a:t>Man</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power</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will</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be</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recruited</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for</a:t>
            </a:r>
            <a:r>
              <a:rPr sz="1200" spc="-31" dirty="0">
                <a:latin typeface="Times New Roman" panose="02020603050405020304"/>
                <a:cs typeface="Times New Roman" panose="02020603050405020304"/>
              </a:rPr>
              <a:t> </a:t>
            </a:r>
            <a:r>
              <a:rPr sz="1200" dirty="0">
                <a:latin typeface="Times New Roman" panose="02020603050405020304"/>
                <a:cs typeface="Times New Roman" panose="02020603050405020304"/>
              </a:rPr>
              <a:t>different</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departments</a:t>
            </a:r>
            <a:r>
              <a:rPr sz="1200" spc="-27" dirty="0">
                <a:latin typeface="Times New Roman" panose="02020603050405020304"/>
                <a:cs typeface="Times New Roman" panose="02020603050405020304"/>
              </a:rPr>
              <a:t> </a:t>
            </a:r>
            <a:r>
              <a:rPr sz="1200" dirty="0">
                <a:latin typeface="Times New Roman" panose="02020603050405020304"/>
                <a:cs typeface="Times New Roman" panose="02020603050405020304"/>
              </a:rPr>
              <a:t>(EB,</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Estate,</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Technical,</a:t>
            </a:r>
            <a:r>
              <a:rPr sz="1200" spc="-24"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etc).</a:t>
            </a:r>
            <a:endParaRPr sz="1200">
              <a:latin typeface="Times New Roman" panose="02020603050405020304"/>
              <a:cs typeface="Times New Roman" panose="02020603050405020304"/>
            </a:endParaRPr>
          </a:p>
          <a:p>
            <a:pPr marL="163830">
              <a:spcBef>
                <a:spcPts val="860"/>
              </a:spcBef>
            </a:pPr>
            <a:r>
              <a:rPr sz="1200" dirty="0">
                <a:latin typeface="Times New Roman" panose="02020603050405020304"/>
                <a:cs typeface="Times New Roman" panose="02020603050405020304"/>
              </a:rPr>
              <a:t>Housekeeping</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materials</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will</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be</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procured</a:t>
            </a:r>
            <a:r>
              <a:rPr sz="1200" spc="-14"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issued</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as</a:t>
            </a:r>
            <a:r>
              <a:rPr sz="1200" spc="-24" dirty="0">
                <a:latin typeface="Times New Roman" panose="02020603050405020304"/>
                <a:cs typeface="Times New Roman" panose="02020603050405020304"/>
              </a:rPr>
              <a:t> </a:t>
            </a:r>
            <a:r>
              <a:rPr sz="1200" dirty="0">
                <a:latin typeface="Times New Roman" panose="02020603050405020304"/>
                <a:cs typeface="Times New Roman" panose="02020603050405020304"/>
              </a:rPr>
              <a:t>per</a:t>
            </a:r>
            <a:r>
              <a:rPr sz="1200" spc="-20" dirty="0">
                <a:latin typeface="Times New Roman" panose="02020603050405020304"/>
                <a:cs typeface="Times New Roman" panose="02020603050405020304"/>
              </a:rPr>
              <a:t> </a:t>
            </a:r>
            <a:r>
              <a:rPr sz="1200" spc="-7" dirty="0">
                <a:latin typeface="Times New Roman" panose="02020603050405020304"/>
                <a:cs typeface="Times New Roman" panose="02020603050405020304"/>
              </a:rPr>
              <a:t>sites.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35" y="-635"/>
            <a:ext cx="12192635" cy="6859270"/>
          </a:xfrm>
          <a:prstGeom prst="rect">
            <a:avLst/>
          </a:prstGeom>
        </p:spPr>
      </p:pic>
      <p:sp>
        <p:nvSpPr>
          <p:cNvPr id="3" name="object 3"/>
          <p:cNvSpPr txBox="1"/>
          <p:nvPr/>
        </p:nvSpPr>
        <p:spPr>
          <a:xfrm>
            <a:off x="3507105" y="1096010"/>
            <a:ext cx="3197860" cy="322580"/>
          </a:xfrm>
          <a:prstGeom prst="rect">
            <a:avLst/>
          </a:prstGeom>
        </p:spPr>
        <p:txBody>
          <a:bodyPr vert="horz" wrap="square" lIns="0" tIns="8659" rIns="0" bIns="0" rtlCol="0">
            <a:noAutofit/>
          </a:bodyPr>
          <a:lstStyle/>
          <a:p>
            <a:pPr marL="8890">
              <a:spcBef>
                <a:spcPts val="70"/>
              </a:spcBef>
            </a:pPr>
            <a:r>
              <a:rPr sz="1200" b="1" u="sng" dirty="0">
                <a:uFill>
                  <a:solidFill>
                    <a:srgbClr val="000000"/>
                  </a:solidFill>
                </a:uFill>
                <a:latin typeface="Times New Roman" panose="02020603050405020304"/>
                <a:cs typeface="Times New Roman" panose="02020603050405020304"/>
              </a:rPr>
              <a:t>O</a:t>
            </a:r>
            <a:r>
              <a:rPr sz="1200" b="1" u="sng" spc="-14" dirty="0">
                <a:uFill>
                  <a:solidFill>
                    <a:srgbClr val="000000"/>
                  </a:solidFill>
                </a:uFill>
                <a:latin typeface="Times New Roman" panose="02020603050405020304"/>
                <a:cs typeface="Times New Roman" panose="02020603050405020304"/>
              </a:rPr>
              <a:t> </a:t>
            </a:r>
            <a:r>
              <a:rPr sz="1200" b="1" u="sng" dirty="0">
                <a:uFill>
                  <a:solidFill>
                    <a:srgbClr val="000000"/>
                  </a:solidFill>
                </a:uFill>
                <a:latin typeface="Times New Roman" panose="02020603050405020304"/>
                <a:cs typeface="Times New Roman" panose="02020603050405020304"/>
              </a:rPr>
              <a:t>&amp;</a:t>
            </a:r>
            <a:r>
              <a:rPr sz="1200" b="1" u="sng" spc="-10" dirty="0">
                <a:uFill>
                  <a:solidFill>
                    <a:srgbClr val="000000"/>
                  </a:solidFill>
                </a:uFill>
                <a:latin typeface="Times New Roman" panose="02020603050405020304"/>
                <a:cs typeface="Times New Roman" panose="02020603050405020304"/>
              </a:rPr>
              <a:t> </a:t>
            </a:r>
            <a:r>
              <a:rPr sz="1200" b="1" u="sng" dirty="0">
                <a:uFill>
                  <a:solidFill>
                    <a:srgbClr val="000000"/>
                  </a:solidFill>
                </a:uFill>
                <a:latin typeface="Times New Roman" panose="02020603050405020304"/>
                <a:cs typeface="Times New Roman" panose="02020603050405020304"/>
              </a:rPr>
              <a:t>M</a:t>
            </a:r>
            <a:r>
              <a:rPr sz="1200" b="1" u="sng" spc="-17" dirty="0">
                <a:uFill>
                  <a:solidFill>
                    <a:srgbClr val="000000"/>
                  </a:solidFill>
                </a:uFill>
                <a:latin typeface="Times New Roman" panose="02020603050405020304"/>
                <a:cs typeface="Times New Roman" panose="02020603050405020304"/>
              </a:rPr>
              <a:t> </a:t>
            </a:r>
            <a:r>
              <a:rPr sz="1200" b="1" u="sng" dirty="0">
                <a:uFill>
                  <a:solidFill>
                    <a:srgbClr val="000000"/>
                  </a:solidFill>
                </a:uFill>
                <a:latin typeface="Times New Roman" panose="02020603050405020304"/>
                <a:cs typeface="Times New Roman" panose="02020603050405020304"/>
              </a:rPr>
              <a:t>EXECUTION</a:t>
            </a:r>
            <a:r>
              <a:rPr sz="1200" b="1" u="sng" spc="-14" dirty="0">
                <a:uFill>
                  <a:solidFill>
                    <a:srgbClr val="000000"/>
                  </a:solidFill>
                </a:uFill>
                <a:latin typeface="Times New Roman" panose="02020603050405020304"/>
                <a:cs typeface="Times New Roman" panose="02020603050405020304"/>
              </a:rPr>
              <a:t> </a:t>
            </a:r>
            <a:r>
              <a:rPr sz="1200" b="1" u="sng" spc="-7" dirty="0">
                <a:uFill>
                  <a:solidFill>
                    <a:srgbClr val="000000"/>
                  </a:solidFill>
                </a:uFill>
                <a:latin typeface="Times New Roman" panose="02020603050405020304"/>
                <a:cs typeface="Times New Roman" panose="02020603050405020304"/>
              </a:rPr>
              <a:t>PLAN:</a:t>
            </a:r>
          </a:p>
        </p:txBody>
      </p:sp>
      <p:sp>
        <p:nvSpPr>
          <p:cNvPr id="4" name="object 4"/>
          <p:cNvSpPr txBox="1"/>
          <p:nvPr/>
        </p:nvSpPr>
        <p:spPr>
          <a:xfrm>
            <a:off x="255270" y="1734820"/>
            <a:ext cx="10170795" cy="3482975"/>
          </a:xfrm>
          <a:prstGeom prst="rect">
            <a:avLst/>
          </a:prstGeom>
        </p:spPr>
        <p:txBody>
          <a:bodyPr vert="horz" wrap="square" lIns="0" tIns="29441" rIns="0" bIns="0" rtlCol="0">
            <a:noAutofit/>
          </a:bodyPr>
          <a:lstStyle/>
          <a:p>
            <a:pPr marL="8890" marR="460375">
              <a:lnSpc>
                <a:spcPts val="820"/>
              </a:lnSpc>
              <a:spcBef>
                <a:spcPts val="230"/>
              </a:spcBef>
            </a:pPr>
            <a:r>
              <a:rPr sz="1400" dirty="0">
                <a:latin typeface="Times New Roman" panose="02020603050405020304"/>
                <a:cs typeface="Times New Roman" panose="02020603050405020304"/>
              </a:rPr>
              <a:t>One</a:t>
            </a:r>
            <a:r>
              <a:rPr sz="1400" spc="-24" dirty="0">
                <a:latin typeface="Times New Roman" panose="02020603050405020304"/>
                <a:cs typeface="Times New Roman" panose="02020603050405020304"/>
              </a:rPr>
              <a:t> </a:t>
            </a:r>
            <a:r>
              <a:rPr sz="1400" dirty="0">
                <a:latin typeface="Times New Roman" panose="02020603050405020304"/>
                <a:cs typeface="Times New Roman" panose="02020603050405020304"/>
              </a:rPr>
              <a:t>O</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&amp;</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M</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head</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in</a:t>
            </a:r>
            <a:r>
              <a:rPr sz="1400" spc="-7" dirty="0">
                <a:latin typeface="Times New Roman" panose="02020603050405020304"/>
                <a:cs typeface="Times New Roman" panose="02020603050405020304"/>
              </a:rPr>
              <a:t> </a:t>
            </a:r>
            <a:r>
              <a:rPr sz="1400" dirty="0">
                <a:latin typeface="Times New Roman" panose="02020603050405020304"/>
                <a:cs typeface="Times New Roman" panose="02020603050405020304"/>
              </a:rPr>
              <a:t>each</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circle</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will</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be</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employed</a:t>
            </a:r>
            <a:r>
              <a:rPr sz="1400" spc="-7" dirty="0">
                <a:latin typeface="Times New Roman" panose="02020603050405020304"/>
                <a:cs typeface="Times New Roman" panose="02020603050405020304"/>
              </a:rPr>
              <a:t> </a:t>
            </a:r>
            <a:r>
              <a:rPr sz="1400" dirty="0">
                <a:latin typeface="Times New Roman" panose="02020603050405020304"/>
                <a:cs typeface="Times New Roman" panose="02020603050405020304"/>
              </a:rPr>
              <a:t>who</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will</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be</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looking</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after</a:t>
            </a:r>
            <a:r>
              <a:rPr sz="1400" spc="-17" dirty="0">
                <a:latin typeface="Times New Roman" panose="02020603050405020304"/>
                <a:cs typeface="Times New Roman" panose="02020603050405020304"/>
              </a:rPr>
              <a:t> the </a:t>
            </a:r>
            <a:r>
              <a:rPr sz="1400" dirty="0">
                <a:latin typeface="Times New Roman" panose="02020603050405020304"/>
                <a:cs typeface="Times New Roman" panose="02020603050405020304"/>
              </a:rPr>
              <a:t>complete</a:t>
            </a:r>
            <a:r>
              <a:rPr sz="1400" spc="-27" dirty="0">
                <a:latin typeface="Times New Roman" panose="02020603050405020304"/>
                <a:cs typeface="Times New Roman" panose="02020603050405020304"/>
              </a:rPr>
              <a:t> </a:t>
            </a:r>
            <a:r>
              <a:rPr sz="1400" dirty="0">
                <a:latin typeface="Times New Roman" panose="02020603050405020304"/>
                <a:cs typeface="Times New Roman" panose="02020603050405020304"/>
              </a:rPr>
              <a:t>operations</a:t>
            </a:r>
            <a:r>
              <a:rPr sz="1400" spc="-31" dirty="0">
                <a:latin typeface="Times New Roman" panose="02020603050405020304"/>
                <a:cs typeface="Times New Roman" panose="02020603050405020304"/>
              </a:rPr>
              <a:t> </a:t>
            </a:r>
            <a:r>
              <a:rPr sz="1400" dirty="0">
                <a:latin typeface="Times New Roman" panose="02020603050405020304"/>
                <a:cs typeface="Times New Roman" panose="02020603050405020304"/>
              </a:rPr>
              <a:t>with</a:t>
            </a:r>
            <a:r>
              <a:rPr sz="1400" spc="-24" dirty="0">
                <a:latin typeface="Times New Roman" panose="02020603050405020304"/>
                <a:cs typeface="Times New Roman" panose="02020603050405020304"/>
              </a:rPr>
              <a:t> </a:t>
            </a:r>
            <a:r>
              <a:rPr sz="1400" dirty="0">
                <a:latin typeface="Times New Roman" panose="02020603050405020304"/>
                <a:cs typeface="Times New Roman" panose="02020603050405020304"/>
              </a:rPr>
              <a:t>authorities</a:t>
            </a:r>
            <a:r>
              <a:rPr sz="1400" spc="-31" dirty="0">
                <a:latin typeface="Times New Roman" panose="02020603050405020304"/>
                <a:cs typeface="Times New Roman" panose="02020603050405020304"/>
              </a:rPr>
              <a:t> </a:t>
            </a:r>
            <a:r>
              <a:rPr sz="1400" dirty="0">
                <a:latin typeface="Times New Roman" panose="02020603050405020304"/>
                <a:cs typeface="Times New Roman" panose="02020603050405020304"/>
              </a:rPr>
              <a:t>for</a:t>
            </a:r>
            <a:r>
              <a:rPr sz="1400" spc="-24" dirty="0">
                <a:latin typeface="Times New Roman" panose="02020603050405020304"/>
                <a:cs typeface="Times New Roman" panose="02020603050405020304"/>
              </a:rPr>
              <a:t> </a:t>
            </a:r>
            <a:r>
              <a:rPr sz="1400" dirty="0">
                <a:latin typeface="Times New Roman" panose="02020603050405020304"/>
                <a:cs typeface="Times New Roman" panose="02020603050405020304"/>
              </a:rPr>
              <a:t>better</a:t>
            </a:r>
            <a:r>
              <a:rPr sz="1400" spc="-24" dirty="0">
                <a:latin typeface="Times New Roman" panose="02020603050405020304"/>
                <a:cs typeface="Times New Roman" panose="02020603050405020304"/>
              </a:rPr>
              <a:t> </a:t>
            </a:r>
            <a:r>
              <a:rPr sz="1400" spc="-7" dirty="0">
                <a:latin typeface="Times New Roman" panose="02020603050405020304"/>
                <a:cs typeface="Times New Roman" panose="02020603050405020304"/>
              </a:rPr>
              <a:t>co-</a:t>
            </a:r>
            <a:r>
              <a:rPr sz="1400" dirty="0">
                <a:latin typeface="Times New Roman" panose="02020603050405020304"/>
                <a:cs typeface="Times New Roman" panose="02020603050405020304"/>
              </a:rPr>
              <a:t>ordination</a:t>
            </a:r>
            <a:r>
              <a:rPr sz="1400" spc="-27" dirty="0">
                <a:latin typeface="Times New Roman" panose="02020603050405020304"/>
                <a:cs typeface="Times New Roman" panose="02020603050405020304"/>
              </a:rPr>
              <a:t> </a:t>
            </a:r>
            <a:r>
              <a:rPr sz="1400" dirty="0">
                <a:latin typeface="Times New Roman" panose="02020603050405020304"/>
                <a:cs typeface="Times New Roman" panose="02020603050405020304"/>
              </a:rPr>
              <a:t>with</a:t>
            </a:r>
            <a:r>
              <a:rPr sz="1400" spc="-24" dirty="0">
                <a:latin typeface="Times New Roman" panose="02020603050405020304"/>
                <a:cs typeface="Times New Roman" panose="02020603050405020304"/>
              </a:rPr>
              <a:t> </a:t>
            </a:r>
            <a:r>
              <a:rPr sz="1400" dirty="0">
                <a:latin typeface="Times New Roman" panose="02020603050405020304"/>
                <a:cs typeface="Times New Roman" panose="02020603050405020304"/>
              </a:rPr>
              <a:t>operations</a:t>
            </a:r>
            <a:r>
              <a:rPr sz="1400" spc="-31" dirty="0">
                <a:latin typeface="Times New Roman" panose="02020603050405020304"/>
                <a:cs typeface="Times New Roman" panose="02020603050405020304"/>
              </a:rPr>
              <a:t> </a:t>
            </a:r>
            <a:r>
              <a:rPr sz="1400" dirty="0">
                <a:latin typeface="Times New Roman" panose="02020603050405020304"/>
                <a:cs typeface="Times New Roman" panose="02020603050405020304"/>
              </a:rPr>
              <a:t>and</a:t>
            </a:r>
            <a:r>
              <a:rPr sz="1400" spc="-24" dirty="0">
                <a:latin typeface="Times New Roman" panose="02020603050405020304"/>
                <a:cs typeface="Times New Roman" panose="02020603050405020304"/>
              </a:rPr>
              <a:t> </a:t>
            </a:r>
            <a:r>
              <a:rPr sz="1400" spc="-7" dirty="0">
                <a:latin typeface="Times New Roman" panose="02020603050405020304"/>
                <a:cs typeface="Times New Roman" panose="02020603050405020304"/>
              </a:rPr>
              <a:t>staff.</a:t>
            </a:r>
            <a:endParaRPr sz="1400">
              <a:latin typeface="Times New Roman" panose="02020603050405020304"/>
              <a:cs typeface="Times New Roman" panose="02020603050405020304"/>
            </a:endParaRPr>
          </a:p>
          <a:p>
            <a:pPr>
              <a:spcBef>
                <a:spcPts val="115"/>
              </a:spcBef>
            </a:pPr>
            <a:endParaRPr sz="1400">
              <a:latin typeface="Times New Roman" panose="02020603050405020304"/>
              <a:cs typeface="Times New Roman" panose="02020603050405020304"/>
            </a:endParaRPr>
          </a:p>
          <a:p>
            <a:pPr marL="8890" marR="22860">
              <a:lnSpc>
                <a:spcPts val="820"/>
              </a:lnSpc>
            </a:pPr>
            <a:r>
              <a:rPr sz="1400" dirty="0">
                <a:latin typeface="Times New Roman" panose="02020603050405020304"/>
                <a:cs typeface="Times New Roman" panose="02020603050405020304"/>
              </a:rPr>
              <a:t>A</a:t>
            </a:r>
            <a:r>
              <a:rPr sz="1400" spc="-24" dirty="0">
                <a:latin typeface="Times New Roman" panose="02020603050405020304"/>
                <a:cs typeface="Times New Roman" panose="02020603050405020304"/>
              </a:rPr>
              <a:t> </a:t>
            </a:r>
            <a:r>
              <a:rPr sz="1400" dirty="0">
                <a:latin typeface="Times New Roman" panose="02020603050405020304"/>
                <a:cs typeface="Times New Roman" panose="02020603050405020304"/>
              </a:rPr>
              <a:t>qualified</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Trainer</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will</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be</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employed</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to</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train</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the</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technical</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staff,</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for</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providing</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the</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proper</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‘On</a:t>
            </a:r>
            <a:r>
              <a:rPr sz="1400" spc="-20" dirty="0">
                <a:latin typeface="Times New Roman" panose="02020603050405020304"/>
                <a:cs typeface="Times New Roman" panose="02020603050405020304"/>
              </a:rPr>
              <a:t> </a:t>
            </a:r>
            <a:r>
              <a:rPr sz="1400" spc="-17" dirty="0">
                <a:latin typeface="Times New Roman" panose="02020603050405020304"/>
                <a:cs typeface="Times New Roman" panose="02020603050405020304"/>
              </a:rPr>
              <a:t>the </a:t>
            </a:r>
            <a:r>
              <a:rPr sz="1400" dirty="0">
                <a:latin typeface="Times New Roman" panose="02020603050405020304"/>
                <a:cs typeface="Times New Roman" panose="02020603050405020304"/>
              </a:rPr>
              <a:t>Job</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Training’</a:t>
            </a:r>
            <a:r>
              <a:rPr sz="1400" spc="-20" dirty="0">
                <a:latin typeface="Times New Roman" panose="02020603050405020304"/>
                <a:cs typeface="Times New Roman" panose="02020603050405020304"/>
              </a:rPr>
              <a:t> </a:t>
            </a:r>
            <a:r>
              <a:rPr sz="1400" spc="-7" dirty="0">
                <a:latin typeface="Times New Roman" panose="02020603050405020304"/>
                <a:cs typeface="Times New Roman" panose="02020603050405020304"/>
              </a:rPr>
              <a:t>(OJT).</a:t>
            </a:r>
            <a:endParaRPr sz="1400">
              <a:latin typeface="Times New Roman" panose="02020603050405020304"/>
              <a:cs typeface="Times New Roman" panose="02020603050405020304"/>
            </a:endParaRPr>
          </a:p>
          <a:p>
            <a:pPr>
              <a:spcBef>
                <a:spcPts val="110"/>
              </a:spcBef>
            </a:pPr>
            <a:endParaRPr sz="1400">
              <a:latin typeface="Times New Roman" panose="02020603050405020304"/>
              <a:cs typeface="Times New Roman" panose="02020603050405020304"/>
            </a:endParaRPr>
          </a:p>
          <a:p>
            <a:pPr marL="8890" marR="36195">
              <a:lnSpc>
                <a:spcPts val="820"/>
              </a:lnSpc>
              <a:spcBef>
                <a:spcPts val="5"/>
              </a:spcBef>
            </a:pPr>
            <a:r>
              <a:rPr sz="1400" dirty="0">
                <a:latin typeface="Times New Roman" panose="02020603050405020304"/>
                <a:cs typeface="Times New Roman" panose="02020603050405020304"/>
              </a:rPr>
              <a:t>Experienced</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staff</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will</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be</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hired</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for</a:t>
            </a:r>
            <a:r>
              <a:rPr sz="1400" spc="-24" dirty="0">
                <a:latin typeface="Times New Roman" panose="02020603050405020304"/>
                <a:cs typeface="Times New Roman" panose="02020603050405020304"/>
              </a:rPr>
              <a:t> </a:t>
            </a:r>
            <a:r>
              <a:rPr sz="1400" dirty="0">
                <a:latin typeface="Times New Roman" panose="02020603050405020304"/>
                <a:cs typeface="Times New Roman" panose="02020603050405020304"/>
              </a:rPr>
              <a:t>OMCR</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duties</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and</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Alarm</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monitoring</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and</a:t>
            </a:r>
            <a:r>
              <a:rPr sz="1400" spc="-7" dirty="0">
                <a:latin typeface="Times New Roman" panose="02020603050405020304"/>
                <a:cs typeface="Times New Roman" panose="02020603050405020304"/>
              </a:rPr>
              <a:t> </a:t>
            </a:r>
            <a:r>
              <a:rPr sz="1400" dirty="0">
                <a:latin typeface="Times New Roman" panose="02020603050405020304"/>
                <a:cs typeface="Times New Roman" panose="02020603050405020304"/>
              </a:rPr>
              <a:t>escalating</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24*7</a:t>
            </a:r>
            <a:r>
              <a:rPr sz="1400" spc="-17" dirty="0">
                <a:latin typeface="Times New Roman" panose="02020603050405020304"/>
                <a:cs typeface="Times New Roman" panose="02020603050405020304"/>
              </a:rPr>
              <a:t> and </a:t>
            </a:r>
            <a:r>
              <a:rPr sz="1400" dirty="0">
                <a:latin typeface="Times New Roman" panose="02020603050405020304"/>
                <a:cs typeface="Times New Roman" panose="02020603050405020304"/>
              </a:rPr>
              <a:t>maintaining</a:t>
            </a:r>
            <a:r>
              <a:rPr sz="1400" spc="-34" dirty="0">
                <a:latin typeface="Times New Roman" panose="02020603050405020304"/>
                <a:cs typeface="Times New Roman" panose="02020603050405020304"/>
              </a:rPr>
              <a:t> </a:t>
            </a:r>
            <a:r>
              <a:rPr sz="1400" dirty="0">
                <a:latin typeface="Times New Roman" panose="02020603050405020304"/>
                <a:cs typeface="Times New Roman" panose="02020603050405020304"/>
              </a:rPr>
              <a:t>outage</a:t>
            </a:r>
            <a:r>
              <a:rPr sz="1400" spc="-34" dirty="0">
                <a:latin typeface="Times New Roman" panose="02020603050405020304"/>
                <a:cs typeface="Times New Roman" panose="02020603050405020304"/>
              </a:rPr>
              <a:t> </a:t>
            </a:r>
            <a:r>
              <a:rPr sz="1400" spc="-7" dirty="0">
                <a:latin typeface="Times New Roman" panose="02020603050405020304"/>
                <a:cs typeface="Times New Roman" panose="02020603050405020304"/>
              </a:rPr>
              <a:t>report.</a:t>
            </a:r>
            <a:endParaRPr sz="1400">
              <a:latin typeface="Times New Roman" panose="02020603050405020304"/>
              <a:cs typeface="Times New Roman" panose="02020603050405020304"/>
            </a:endParaRPr>
          </a:p>
          <a:p>
            <a:pPr>
              <a:spcBef>
                <a:spcPts val="125"/>
              </a:spcBef>
            </a:pPr>
            <a:endParaRPr sz="1400">
              <a:latin typeface="Times New Roman" panose="02020603050405020304"/>
              <a:cs typeface="Times New Roman" panose="02020603050405020304"/>
            </a:endParaRPr>
          </a:p>
          <a:p>
            <a:pPr marL="8890" marR="476885">
              <a:lnSpc>
                <a:spcPts val="810"/>
              </a:lnSpc>
            </a:pPr>
            <a:r>
              <a:rPr sz="1400" dirty="0">
                <a:latin typeface="Times New Roman" panose="02020603050405020304"/>
                <a:cs typeface="Times New Roman" panose="02020603050405020304"/>
              </a:rPr>
              <a:t>CTL</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(cluster</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Team</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Leader)</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for</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100</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sites</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will</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be</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directly</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reporting</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to</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O</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&amp;</a:t>
            </a:r>
            <a:r>
              <a:rPr sz="1400" spc="-7" dirty="0">
                <a:latin typeface="Times New Roman" panose="02020603050405020304"/>
                <a:cs typeface="Times New Roman" panose="02020603050405020304"/>
              </a:rPr>
              <a:t> </a:t>
            </a:r>
            <a:r>
              <a:rPr sz="1400" dirty="0">
                <a:latin typeface="Times New Roman" panose="02020603050405020304"/>
                <a:cs typeface="Times New Roman" panose="02020603050405020304"/>
              </a:rPr>
              <a:t>M</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head</a:t>
            </a:r>
            <a:r>
              <a:rPr sz="1400" spc="-17" dirty="0">
                <a:latin typeface="Times New Roman" panose="02020603050405020304"/>
                <a:cs typeface="Times New Roman" panose="02020603050405020304"/>
              </a:rPr>
              <a:t> and </a:t>
            </a:r>
            <a:r>
              <a:rPr sz="1400" dirty="0">
                <a:latin typeface="Times New Roman" panose="02020603050405020304"/>
                <a:cs typeface="Times New Roman" panose="02020603050405020304"/>
              </a:rPr>
              <a:t>is</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responsible</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for</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any</a:t>
            </a:r>
            <a:r>
              <a:rPr sz="1400" spc="-3" dirty="0">
                <a:latin typeface="Times New Roman" panose="02020603050405020304"/>
                <a:cs typeface="Times New Roman" panose="02020603050405020304"/>
              </a:rPr>
              <a:t> </a:t>
            </a:r>
            <a:r>
              <a:rPr sz="1400" dirty="0">
                <a:latin typeface="Times New Roman" panose="02020603050405020304"/>
                <a:cs typeface="Times New Roman" panose="02020603050405020304"/>
              </a:rPr>
              <a:t>activity</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in</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his</a:t>
            </a:r>
            <a:r>
              <a:rPr sz="1400" spc="-10" dirty="0">
                <a:latin typeface="Times New Roman" panose="02020603050405020304"/>
                <a:cs typeface="Times New Roman" panose="02020603050405020304"/>
              </a:rPr>
              <a:t> </a:t>
            </a:r>
            <a:r>
              <a:rPr sz="1400" spc="-7" dirty="0">
                <a:latin typeface="Times New Roman" panose="02020603050405020304"/>
                <a:cs typeface="Times New Roman" panose="02020603050405020304"/>
              </a:rPr>
              <a:t>Zone.</a:t>
            </a:r>
            <a:endParaRPr sz="1400">
              <a:latin typeface="Times New Roman" panose="02020603050405020304"/>
              <a:cs typeface="Times New Roman" panose="02020603050405020304"/>
            </a:endParaRPr>
          </a:p>
          <a:p>
            <a:pPr>
              <a:spcBef>
                <a:spcPts val="120"/>
              </a:spcBef>
            </a:pPr>
            <a:endParaRPr sz="1400">
              <a:latin typeface="Times New Roman" panose="02020603050405020304"/>
              <a:cs typeface="Times New Roman" panose="02020603050405020304"/>
            </a:endParaRPr>
          </a:p>
          <a:p>
            <a:pPr marL="8890" marR="3175">
              <a:lnSpc>
                <a:spcPct val="87000"/>
              </a:lnSpc>
              <a:spcBef>
                <a:spcPts val="5"/>
              </a:spcBef>
            </a:pPr>
            <a:r>
              <a:rPr sz="1400" dirty="0">
                <a:latin typeface="Times New Roman" panose="02020603050405020304"/>
                <a:cs typeface="Times New Roman" panose="02020603050405020304"/>
              </a:rPr>
              <a:t>Under</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CTL</a:t>
            </a:r>
            <a:r>
              <a:rPr sz="1400" spc="-14" dirty="0">
                <a:latin typeface="Times New Roman" panose="02020603050405020304"/>
                <a:cs typeface="Times New Roman" panose="02020603050405020304"/>
              </a:rPr>
              <a:t> </a:t>
            </a:r>
            <a:r>
              <a:rPr sz="1400" spc="-7" dirty="0">
                <a:latin typeface="Times New Roman" panose="02020603050405020304"/>
                <a:cs typeface="Times New Roman" panose="02020603050405020304"/>
              </a:rPr>
              <a:t>specialized</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engineering</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team</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will</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be</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provided</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for</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DG,</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AC,</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PP,</a:t>
            </a:r>
            <a:r>
              <a:rPr sz="1400" spc="-7" dirty="0">
                <a:latin typeface="Times New Roman" panose="02020603050405020304"/>
                <a:cs typeface="Times New Roman" panose="02020603050405020304"/>
              </a:rPr>
              <a:t> </a:t>
            </a:r>
            <a:r>
              <a:rPr sz="1400" dirty="0">
                <a:latin typeface="Times New Roman" panose="02020603050405020304"/>
                <a:cs typeface="Times New Roman" panose="02020603050405020304"/>
              </a:rPr>
              <a:t>Battery</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Bank</a:t>
            </a:r>
            <a:r>
              <a:rPr sz="1400" spc="-14" dirty="0">
                <a:latin typeface="Times New Roman" panose="02020603050405020304"/>
                <a:cs typeface="Times New Roman" panose="02020603050405020304"/>
              </a:rPr>
              <a:t> </a:t>
            </a:r>
            <a:r>
              <a:rPr sz="1400" spc="-17" dirty="0">
                <a:latin typeface="Times New Roman" panose="02020603050405020304"/>
                <a:cs typeface="Times New Roman" panose="02020603050405020304"/>
              </a:rPr>
              <a:t>and</a:t>
            </a:r>
            <a:r>
              <a:rPr sz="1400" spc="341" dirty="0">
                <a:latin typeface="Times New Roman" panose="02020603050405020304"/>
                <a:cs typeface="Times New Roman" panose="02020603050405020304"/>
              </a:rPr>
              <a:t> </a:t>
            </a:r>
            <a:r>
              <a:rPr sz="1400" dirty="0">
                <a:latin typeface="Times New Roman" panose="02020603050405020304"/>
                <a:cs typeface="Times New Roman" panose="02020603050405020304"/>
              </a:rPr>
              <a:t>PIU</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maintenance</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and</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another</a:t>
            </a:r>
            <a:r>
              <a:rPr sz="1400" spc="-24" dirty="0">
                <a:latin typeface="Times New Roman" panose="02020603050405020304"/>
                <a:cs typeface="Times New Roman" panose="02020603050405020304"/>
              </a:rPr>
              <a:t> </a:t>
            </a:r>
            <a:r>
              <a:rPr sz="1400" dirty="0">
                <a:latin typeface="Times New Roman" panose="02020603050405020304"/>
                <a:cs typeface="Times New Roman" panose="02020603050405020304"/>
              </a:rPr>
              <a:t>team</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for</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infrastructure</a:t>
            </a:r>
            <a:r>
              <a:rPr sz="1400" spc="-24" dirty="0">
                <a:latin typeface="Times New Roman" panose="02020603050405020304"/>
                <a:cs typeface="Times New Roman" panose="02020603050405020304"/>
              </a:rPr>
              <a:t> </a:t>
            </a:r>
            <a:r>
              <a:rPr sz="1400" dirty="0">
                <a:latin typeface="Times New Roman" panose="02020603050405020304"/>
                <a:cs typeface="Times New Roman" panose="02020603050405020304"/>
              </a:rPr>
              <a:t>and</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civil</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works.</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Under</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CTL</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One</a:t>
            </a:r>
            <a:r>
              <a:rPr sz="1400" spc="-20" dirty="0">
                <a:latin typeface="Times New Roman" panose="02020603050405020304"/>
                <a:cs typeface="Times New Roman" panose="02020603050405020304"/>
              </a:rPr>
              <a:t> </a:t>
            </a:r>
            <a:r>
              <a:rPr sz="1400" spc="-7" dirty="0">
                <a:latin typeface="Times New Roman" panose="02020603050405020304"/>
                <a:cs typeface="Times New Roman" panose="02020603050405020304"/>
              </a:rPr>
              <a:t>supervisor </a:t>
            </a:r>
            <a:r>
              <a:rPr sz="1400" dirty="0">
                <a:latin typeface="Times New Roman" panose="02020603050405020304"/>
                <a:cs typeface="Times New Roman" panose="02020603050405020304"/>
              </a:rPr>
              <a:t>for</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50</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sites</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will</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be</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looking</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after</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6</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technicians</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under</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him</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for</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PM</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&amp;</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schedule</a:t>
            </a:r>
            <a:r>
              <a:rPr sz="1400" spc="-10" dirty="0">
                <a:latin typeface="Times New Roman" panose="02020603050405020304"/>
                <a:cs typeface="Times New Roman" panose="02020603050405020304"/>
              </a:rPr>
              <a:t> </a:t>
            </a:r>
            <a:r>
              <a:rPr sz="1400" spc="-7" dirty="0">
                <a:latin typeface="Times New Roman" panose="02020603050405020304"/>
                <a:cs typeface="Times New Roman" panose="02020603050405020304"/>
              </a:rPr>
              <a:t>Maintenance</a:t>
            </a:r>
            <a:r>
              <a:rPr sz="1400" spc="-17" dirty="0">
                <a:latin typeface="Times New Roman" panose="02020603050405020304"/>
                <a:cs typeface="Times New Roman" panose="02020603050405020304"/>
              </a:rPr>
              <a:t> of </a:t>
            </a:r>
            <a:r>
              <a:rPr sz="1400" dirty="0">
                <a:latin typeface="Times New Roman" panose="02020603050405020304"/>
                <a:cs typeface="Times New Roman" panose="02020603050405020304"/>
              </a:rPr>
              <a:t>equipment,</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site</a:t>
            </a:r>
            <a:r>
              <a:rPr sz="1400" spc="-10" dirty="0">
                <a:latin typeface="Times New Roman" panose="02020603050405020304"/>
                <a:cs typeface="Times New Roman" panose="02020603050405020304"/>
              </a:rPr>
              <a:t> </a:t>
            </a:r>
            <a:r>
              <a:rPr sz="1400" spc="-7" dirty="0">
                <a:latin typeface="Times New Roman" panose="02020603050405020304"/>
                <a:cs typeface="Times New Roman" panose="02020603050405020304"/>
              </a:rPr>
              <a:t>maintenance</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and</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records</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of</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work</a:t>
            </a:r>
            <a:r>
              <a:rPr sz="1400" spc="-7" dirty="0">
                <a:latin typeface="Times New Roman" panose="02020603050405020304"/>
                <a:cs typeface="Times New Roman" panose="02020603050405020304"/>
              </a:rPr>
              <a:t> </a:t>
            </a:r>
            <a:r>
              <a:rPr sz="1400" dirty="0">
                <a:latin typeface="Times New Roman" panose="02020603050405020304"/>
                <a:cs typeface="Times New Roman" panose="02020603050405020304"/>
              </a:rPr>
              <a:t>carried</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at</a:t>
            </a:r>
            <a:r>
              <a:rPr sz="1400" spc="-14" dirty="0">
                <a:latin typeface="Times New Roman" panose="02020603050405020304"/>
                <a:cs typeface="Times New Roman" panose="02020603050405020304"/>
              </a:rPr>
              <a:t> </a:t>
            </a:r>
            <a:r>
              <a:rPr sz="1400" spc="-7" dirty="0">
                <a:latin typeface="Times New Roman" panose="02020603050405020304"/>
                <a:cs typeface="Times New Roman" panose="02020603050405020304"/>
              </a:rPr>
              <a:t>site.</a:t>
            </a:r>
            <a:endParaRPr sz="1400">
              <a:latin typeface="Times New Roman" panose="02020603050405020304"/>
              <a:cs typeface="Times New Roman" panose="02020603050405020304"/>
            </a:endParaRPr>
          </a:p>
          <a:p>
            <a:pPr>
              <a:spcBef>
                <a:spcPts val="130"/>
              </a:spcBef>
            </a:pPr>
            <a:endParaRPr sz="1400">
              <a:latin typeface="Times New Roman" panose="02020603050405020304"/>
              <a:cs typeface="Times New Roman" panose="02020603050405020304"/>
            </a:endParaRPr>
          </a:p>
          <a:p>
            <a:pPr marL="8890" marR="574675">
              <a:lnSpc>
                <a:spcPts val="820"/>
              </a:lnSpc>
            </a:pPr>
            <a:r>
              <a:rPr sz="1400" dirty="0">
                <a:latin typeface="Times New Roman" panose="02020603050405020304"/>
                <a:cs typeface="Times New Roman" panose="02020603050405020304"/>
              </a:rPr>
              <a:t>Our</a:t>
            </a:r>
            <a:r>
              <a:rPr sz="1400" spc="-24" dirty="0">
                <a:latin typeface="Times New Roman" panose="02020603050405020304"/>
                <a:cs typeface="Times New Roman" panose="02020603050405020304"/>
              </a:rPr>
              <a:t> </a:t>
            </a:r>
            <a:r>
              <a:rPr sz="1400" dirty="0">
                <a:latin typeface="Times New Roman" panose="02020603050405020304"/>
                <a:cs typeface="Times New Roman" panose="02020603050405020304"/>
              </a:rPr>
              <a:t>Technician</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for</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8</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sites</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is</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responsible</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for</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all</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activities.</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He</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will</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carry</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out</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PM,</a:t>
            </a:r>
            <a:r>
              <a:rPr sz="1400" spc="-14" dirty="0">
                <a:latin typeface="Times New Roman" panose="02020603050405020304"/>
                <a:cs typeface="Times New Roman" panose="02020603050405020304"/>
              </a:rPr>
              <a:t> </a:t>
            </a:r>
            <a:r>
              <a:rPr sz="1400" spc="-17" dirty="0">
                <a:latin typeface="Times New Roman" panose="02020603050405020304"/>
                <a:cs typeface="Times New Roman" panose="02020603050405020304"/>
              </a:rPr>
              <a:t>DI, </a:t>
            </a:r>
            <a:r>
              <a:rPr sz="1400" dirty="0">
                <a:latin typeface="Times New Roman" panose="02020603050405020304"/>
                <a:cs typeface="Times New Roman" panose="02020603050405020304"/>
              </a:rPr>
              <a:t>Alarm</a:t>
            </a:r>
            <a:r>
              <a:rPr sz="1400" spc="-10" dirty="0">
                <a:latin typeface="Times New Roman" panose="02020603050405020304"/>
                <a:cs typeface="Times New Roman" panose="02020603050405020304"/>
              </a:rPr>
              <a:t> </a:t>
            </a:r>
            <a:r>
              <a:rPr sz="1400" spc="-7" dirty="0">
                <a:latin typeface="Times New Roman" panose="02020603050405020304"/>
                <a:cs typeface="Times New Roman" panose="02020603050405020304"/>
              </a:rPr>
              <a:t>rectification </a:t>
            </a:r>
            <a:r>
              <a:rPr sz="1400" dirty="0">
                <a:latin typeface="Times New Roman" panose="02020603050405020304"/>
                <a:cs typeface="Times New Roman" panose="02020603050405020304"/>
              </a:rPr>
              <a:t>and</a:t>
            </a:r>
            <a:r>
              <a:rPr sz="1400" spc="-7" dirty="0">
                <a:latin typeface="Times New Roman" panose="02020603050405020304"/>
                <a:cs typeface="Times New Roman" panose="02020603050405020304"/>
              </a:rPr>
              <a:t> </a:t>
            </a:r>
            <a:r>
              <a:rPr sz="1400" dirty="0">
                <a:latin typeface="Times New Roman" panose="02020603050405020304"/>
                <a:cs typeface="Times New Roman" panose="02020603050405020304"/>
              </a:rPr>
              <a:t>to</a:t>
            </a:r>
            <a:r>
              <a:rPr sz="1400" spc="-7" dirty="0">
                <a:latin typeface="Times New Roman" panose="02020603050405020304"/>
                <a:cs typeface="Times New Roman" panose="02020603050405020304"/>
              </a:rPr>
              <a:t> </a:t>
            </a:r>
            <a:r>
              <a:rPr sz="1400" dirty="0">
                <a:latin typeface="Times New Roman" panose="02020603050405020304"/>
                <a:cs typeface="Times New Roman" panose="02020603050405020304"/>
              </a:rPr>
              <a:t>maintain</a:t>
            </a:r>
            <a:r>
              <a:rPr sz="1400" spc="-7" dirty="0">
                <a:latin typeface="Times New Roman" panose="02020603050405020304"/>
                <a:cs typeface="Times New Roman" panose="02020603050405020304"/>
              </a:rPr>
              <a:t> </a:t>
            </a:r>
            <a:r>
              <a:rPr sz="1400" dirty="0">
                <a:latin typeface="Times New Roman" panose="02020603050405020304"/>
                <a:cs typeface="Times New Roman" panose="02020603050405020304"/>
              </a:rPr>
              <a:t>100%</a:t>
            </a:r>
            <a:r>
              <a:rPr sz="1400" spc="-10" dirty="0">
                <a:latin typeface="Times New Roman" panose="02020603050405020304"/>
                <a:cs typeface="Times New Roman" panose="02020603050405020304"/>
              </a:rPr>
              <a:t> </a:t>
            </a:r>
            <a:r>
              <a:rPr sz="1400" spc="-7" dirty="0">
                <a:latin typeface="Times New Roman" panose="02020603050405020304"/>
                <a:cs typeface="Times New Roman" panose="02020603050405020304"/>
              </a:rPr>
              <a:t>serviceability.</a:t>
            </a:r>
            <a:endParaRPr sz="1400">
              <a:latin typeface="Times New Roman" panose="02020603050405020304"/>
              <a:cs typeface="Times New Roman" panose="02020603050405020304"/>
            </a:endParaRPr>
          </a:p>
          <a:p>
            <a:pPr>
              <a:spcBef>
                <a:spcPts val="115"/>
              </a:spcBef>
            </a:pPr>
            <a:endParaRPr sz="1400">
              <a:latin typeface="Times New Roman" panose="02020603050405020304"/>
              <a:cs typeface="Times New Roman" panose="02020603050405020304"/>
            </a:endParaRPr>
          </a:p>
          <a:p>
            <a:pPr marL="8890" marR="464185">
              <a:lnSpc>
                <a:spcPts val="820"/>
              </a:lnSpc>
            </a:pPr>
            <a:r>
              <a:rPr sz="1400" dirty="0">
                <a:latin typeface="Times New Roman" panose="02020603050405020304"/>
                <a:cs typeface="Times New Roman" panose="02020603050405020304"/>
              </a:rPr>
              <a:t>Diesel</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supervisor</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will</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be</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deployed</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to</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maintain</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diesel</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records,</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diesel</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filling</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by</a:t>
            </a:r>
            <a:r>
              <a:rPr sz="1400" spc="-17" dirty="0">
                <a:latin typeface="Times New Roman" panose="02020603050405020304"/>
                <a:cs typeface="Times New Roman" panose="02020603050405020304"/>
              </a:rPr>
              <a:t> </a:t>
            </a:r>
            <a:r>
              <a:rPr sz="1400" spc="-7" dirty="0">
                <a:latin typeface="Times New Roman" panose="02020603050405020304"/>
                <a:cs typeface="Times New Roman" panose="02020603050405020304"/>
              </a:rPr>
              <a:t>diesel </a:t>
            </a:r>
            <a:r>
              <a:rPr sz="1400" dirty="0">
                <a:latin typeface="Times New Roman" panose="02020603050405020304"/>
                <a:cs typeface="Times New Roman" panose="02020603050405020304"/>
              </a:rPr>
              <a:t>fillers,</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Number</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of</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outage</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due</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to</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diesel.</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He</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is</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also</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responsible</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for</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DG</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average</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per</a:t>
            </a:r>
            <a:r>
              <a:rPr sz="1400" spc="-17" dirty="0">
                <a:latin typeface="Times New Roman" panose="02020603050405020304"/>
                <a:cs typeface="Times New Roman" panose="02020603050405020304"/>
              </a:rPr>
              <a:t> </a:t>
            </a:r>
            <a:r>
              <a:rPr sz="1400" spc="-7" dirty="0">
                <a:latin typeface="Times New Roman" panose="02020603050405020304"/>
                <a:cs typeface="Times New Roman" panose="02020603050405020304"/>
              </a:rPr>
              <a:t>site.</a:t>
            </a:r>
            <a:endParaRPr sz="1400">
              <a:latin typeface="Times New Roman" panose="02020603050405020304"/>
              <a:cs typeface="Times New Roman" panose="02020603050405020304"/>
            </a:endParaRPr>
          </a:p>
          <a:p>
            <a:pPr marL="8890" marR="711835">
              <a:lnSpc>
                <a:spcPts val="1795"/>
              </a:lnSpc>
              <a:spcBef>
                <a:spcPts val="175"/>
              </a:spcBef>
            </a:pPr>
            <a:r>
              <a:rPr sz="1400" dirty="0">
                <a:latin typeface="Times New Roman" panose="02020603050405020304"/>
                <a:cs typeface="Times New Roman" panose="02020603050405020304"/>
              </a:rPr>
              <a:t>Trained</a:t>
            </a:r>
            <a:r>
              <a:rPr sz="1400" spc="-24" dirty="0">
                <a:latin typeface="Times New Roman" panose="02020603050405020304"/>
                <a:cs typeface="Times New Roman" panose="02020603050405020304"/>
              </a:rPr>
              <a:t> </a:t>
            </a:r>
            <a:r>
              <a:rPr sz="1400" dirty="0">
                <a:latin typeface="Times New Roman" panose="02020603050405020304"/>
                <a:cs typeface="Times New Roman" panose="02020603050405020304"/>
              </a:rPr>
              <a:t>MIS</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personnel</a:t>
            </a:r>
            <a:r>
              <a:rPr sz="1400" spc="-14" dirty="0">
                <a:latin typeface="Times New Roman" panose="02020603050405020304"/>
                <a:cs typeface="Times New Roman" panose="02020603050405020304"/>
              </a:rPr>
              <a:t> </a:t>
            </a:r>
            <a:r>
              <a:rPr sz="1400" dirty="0">
                <a:latin typeface="Times New Roman" panose="02020603050405020304"/>
                <a:cs typeface="Times New Roman" panose="02020603050405020304"/>
              </a:rPr>
              <a:t>will</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be</a:t>
            </a:r>
            <a:r>
              <a:rPr sz="1400" spc="-24" dirty="0">
                <a:latin typeface="Times New Roman" panose="02020603050405020304"/>
                <a:cs typeface="Times New Roman" panose="02020603050405020304"/>
              </a:rPr>
              <a:t> </a:t>
            </a:r>
            <a:r>
              <a:rPr sz="1400" dirty="0">
                <a:latin typeface="Times New Roman" panose="02020603050405020304"/>
                <a:cs typeface="Times New Roman" panose="02020603050405020304"/>
              </a:rPr>
              <a:t>provided</a:t>
            </a:r>
            <a:r>
              <a:rPr sz="1400" spc="-24" dirty="0">
                <a:latin typeface="Times New Roman" panose="02020603050405020304"/>
                <a:cs typeface="Times New Roman" panose="02020603050405020304"/>
              </a:rPr>
              <a:t> </a:t>
            </a:r>
            <a:r>
              <a:rPr sz="1400" dirty="0">
                <a:latin typeface="Times New Roman" panose="02020603050405020304"/>
                <a:cs typeface="Times New Roman" panose="02020603050405020304"/>
              </a:rPr>
              <a:t>to</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maintain</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database</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and</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faults</a:t>
            </a:r>
            <a:r>
              <a:rPr sz="1400" spc="-27" dirty="0">
                <a:latin typeface="Times New Roman" panose="02020603050405020304"/>
                <a:cs typeface="Times New Roman" panose="02020603050405020304"/>
              </a:rPr>
              <a:t> </a:t>
            </a:r>
            <a:r>
              <a:rPr sz="1400" spc="-7" dirty="0">
                <a:latin typeface="Times New Roman" panose="02020603050405020304"/>
                <a:cs typeface="Times New Roman" panose="02020603050405020304"/>
              </a:rPr>
              <a:t>records. </a:t>
            </a:r>
            <a:r>
              <a:rPr sz="1400" dirty="0">
                <a:latin typeface="Times New Roman" panose="02020603050405020304"/>
                <a:cs typeface="Times New Roman" panose="02020603050405020304"/>
              </a:rPr>
              <a:t>EB</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person</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will</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be</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responsible</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to</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collection/</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payments</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of</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bills</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for</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all</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the</a:t>
            </a:r>
            <a:r>
              <a:rPr sz="1400" spc="-17" dirty="0">
                <a:latin typeface="Times New Roman" panose="02020603050405020304"/>
                <a:cs typeface="Times New Roman" panose="02020603050405020304"/>
              </a:rPr>
              <a:t> </a:t>
            </a:r>
            <a:r>
              <a:rPr sz="1400" spc="-7" dirty="0">
                <a:latin typeface="Times New Roman" panose="02020603050405020304"/>
                <a:cs typeface="Times New Roman" panose="02020603050405020304"/>
              </a:rPr>
              <a:t>sites.</a:t>
            </a:r>
            <a:endParaRPr sz="1400">
              <a:latin typeface="Times New Roman" panose="02020603050405020304"/>
              <a:cs typeface="Times New Roman" panose="02020603050405020304"/>
            </a:endParaRPr>
          </a:p>
          <a:p>
            <a:pPr marL="8890">
              <a:spcBef>
                <a:spcPts val="620"/>
              </a:spcBef>
            </a:pPr>
            <a:r>
              <a:rPr sz="1400" dirty="0">
                <a:latin typeface="Times New Roman" panose="02020603050405020304"/>
                <a:cs typeface="Times New Roman" panose="02020603050405020304"/>
              </a:rPr>
              <a:t>Housekeeping</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team</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will</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assist</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the</a:t>
            </a:r>
            <a:r>
              <a:rPr sz="1400" spc="-24" dirty="0">
                <a:latin typeface="Times New Roman" panose="02020603050405020304"/>
                <a:cs typeface="Times New Roman" panose="02020603050405020304"/>
              </a:rPr>
              <a:t> </a:t>
            </a:r>
            <a:r>
              <a:rPr sz="1400" dirty="0">
                <a:latin typeface="Times New Roman" panose="02020603050405020304"/>
                <a:cs typeface="Times New Roman" panose="02020603050405020304"/>
              </a:rPr>
              <a:t>technician</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to</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keep</a:t>
            </a:r>
            <a:r>
              <a:rPr sz="1400" spc="-17" dirty="0">
                <a:latin typeface="Times New Roman" panose="02020603050405020304"/>
                <a:cs typeface="Times New Roman" panose="02020603050405020304"/>
              </a:rPr>
              <a:t> </a:t>
            </a:r>
            <a:r>
              <a:rPr sz="1400" dirty="0">
                <a:latin typeface="Times New Roman" panose="02020603050405020304"/>
                <a:cs typeface="Times New Roman" panose="02020603050405020304"/>
              </a:rPr>
              <a:t>the</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sites</a:t>
            </a:r>
            <a:r>
              <a:rPr sz="1400" spc="-24" dirty="0">
                <a:latin typeface="Times New Roman" panose="02020603050405020304"/>
                <a:cs typeface="Times New Roman" panose="02020603050405020304"/>
              </a:rPr>
              <a:t> </a:t>
            </a:r>
            <a:r>
              <a:rPr sz="1400" spc="-7" dirty="0">
                <a:latin typeface="Times New Roman" panose="02020603050405020304"/>
                <a:cs typeface="Times New Roman" panose="02020603050405020304"/>
              </a:rPr>
              <a:t>clean.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35" y="-23495"/>
            <a:ext cx="12192635" cy="6856604"/>
            <a:chOff x="-405" y="1393751"/>
            <a:chExt cx="7772805" cy="6978596"/>
          </a:xfrm>
        </p:grpSpPr>
        <p:pic>
          <p:nvPicPr>
            <p:cNvPr id="3" name="object 3"/>
            <p:cNvPicPr/>
            <p:nvPr/>
          </p:nvPicPr>
          <p:blipFill>
            <a:blip r:embed="rId2" cstate="print"/>
            <a:stretch>
              <a:fillRect/>
            </a:stretch>
          </p:blipFill>
          <p:spPr>
            <a:xfrm>
              <a:off x="-405" y="1393751"/>
              <a:ext cx="7772805" cy="6967737"/>
            </a:xfrm>
            <a:prstGeom prst="rect">
              <a:avLst/>
            </a:prstGeom>
          </p:spPr>
        </p:pic>
        <p:pic>
          <p:nvPicPr>
            <p:cNvPr id="4" name="object 4"/>
            <p:cNvPicPr/>
            <p:nvPr/>
          </p:nvPicPr>
          <p:blipFill>
            <a:blip r:embed="rId3" cstate="print"/>
            <a:stretch>
              <a:fillRect/>
            </a:stretch>
          </p:blipFill>
          <p:spPr>
            <a:xfrm>
              <a:off x="-405" y="1416371"/>
              <a:ext cx="7772400" cy="2434604"/>
            </a:xfrm>
            <a:prstGeom prst="rect">
              <a:avLst/>
            </a:prstGeom>
          </p:spPr>
        </p:pic>
        <p:pic>
          <p:nvPicPr>
            <p:cNvPr id="5" name="object 5"/>
            <p:cNvPicPr/>
            <p:nvPr/>
          </p:nvPicPr>
          <p:blipFill>
            <a:blip r:embed="rId4" cstate="print"/>
            <a:stretch>
              <a:fillRect/>
            </a:stretch>
          </p:blipFill>
          <p:spPr>
            <a:xfrm>
              <a:off x="0" y="3900740"/>
              <a:ext cx="7771995" cy="2403582"/>
            </a:xfrm>
            <a:prstGeom prst="rect">
              <a:avLst/>
            </a:prstGeom>
          </p:spPr>
        </p:pic>
        <p:pic>
          <p:nvPicPr>
            <p:cNvPr id="6" name="object 6"/>
            <p:cNvPicPr/>
            <p:nvPr/>
          </p:nvPicPr>
          <p:blipFill>
            <a:blip r:embed="rId5" cstate="print"/>
            <a:stretch>
              <a:fillRect/>
            </a:stretch>
          </p:blipFill>
          <p:spPr>
            <a:xfrm>
              <a:off x="1371600" y="6855969"/>
              <a:ext cx="126365" cy="126363"/>
            </a:xfrm>
            <a:prstGeom prst="rect">
              <a:avLst/>
            </a:prstGeom>
          </p:spPr>
        </p:pic>
        <p:pic>
          <p:nvPicPr>
            <p:cNvPr id="7" name="object 7"/>
            <p:cNvPicPr/>
            <p:nvPr/>
          </p:nvPicPr>
          <p:blipFill>
            <a:blip r:embed="rId5" cstate="print"/>
            <a:stretch>
              <a:fillRect/>
            </a:stretch>
          </p:blipFill>
          <p:spPr>
            <a:xfrm>
              <a:off x="1371600" y="7385431"/>
              <a:ext cx="126365" cy="126364"/>
            </a:xfrm>
            <a:prstGeom prst="rect">
              <a:avLst/>
            </a:prstGeom>
          </p:spPr>
        </p:pic>
        <p:pic>
          <p:nvPicPr>
            <p:cNvPr id="8" name="object 8"/>
            <p:cNvPicPr/>
            <p:nvPr/>
          </p:nvPicPr>
          <p:blipFill>
            <a:blip r:embed="rId5" cstate="print"/>
            <a:stretch>
              <a:fillRect/>
            </a:stretch>
          </p:blipFill>
          <p:spPr>
            <a:xfrm>
              <a:off x="1371600" y="7716900"/>
              <a:ext cx="126365" cy="126364"/>
            </a:xfrm>
            <a:prstGeom prst="rect">
              <a:avLst/>
            </a:prstGeom>
          </p:spPr>
        </p:pic>
        <p:pic>
          <p:nvPicPr>
            <p:cNvPr id="9" name="object 9"/>
            <p:cNvPicPr/>
            <p:nvPr/>
          </p:nvPicPr>
          <p:blipFill>
            <a:blip r:embed="rId5" cstate="print"/>
            <a:stretch>
              <a:fillRect/>
            </a:stretch>
          </p:blipFill>
          <p:spPr>
            <a:xfrm>
              <a:off x="1371600" y="8245984"/>
              <a:ext cx="126365" cy="126363"/>
            </a:xfrm>
            <a:prstGeom prst="rect">
              <a:avLst/>
            </a:prstGeom>
          </p:spPr>
        </p:pic>
      </p:grpSp>
      <p:pic>
        <p:nvPicPr>
          <p:cNvPr id="10" name="object 10"/>
          <p:cNvPicPr/>
          <p:nvPr/>
        </p:nvPicPr>
        <p:blipFill>
          <a:blip r:embed="rId5" cstate="print"/>
          <a:stretch>
            <a:fillRect/>
          </a:stretch>
        </p:blipFill>
        <p:spPr>
          <a:xfrm>
            <a:off x="4381500" y="5847398"/>
            <a:ext cx="86158" cy="86157"/>
          </a:xfrm>
          <a:prstGeom prst="rect">
            <a:avLst/>
          </a:prstGeom>
        </p:spPr>
      </p:pic>
      <p:pic>
        <p:nvPicPr>
          <p:cNvPr id="11" name="object 11"/>
          <p:cNvPicPr/>
          <p:nvPr/>
        </p:nvPicPr>
        <p:blipFill>
          <a:blip r:embed="rId5" cstate="print"/>
          <a:stretch>
            <a:fillRect/>
          </a:stretch>
        </p:blipFill>
        <p:spPr>
          <a:xfrm>
            <a:off x="4381500" y="6069945"/>
            <a:ext cx="86158" cy="86158"/>
          </a:xfrm>
          <a:prstGeom prst="rect">
            <a:avLst/>
          </a:prstGeom>
        </p:spPr>
      </p:pic>
      <p:sp>
        <p:nvSpPr>
          <p:cNvPr id="12" name="object 12"/>
          <p:cNvSpPr txBox="1"/>
          <p:nvPr/>
        </p:nvSpPr>
        <p:spPr>
          <a:xfrm>
            <a:off x="216535" y="22860"/>
            <a:ext cx="1210310" cy="367665"/>
          </a:xfrm>
          <a:prstGeom prst="rect">
            <a:avLst/>
          </a:prstGeom>
        </p:spPr>
        <p:txBody>
          <a:bodyPr vert="horz" wrap="square" lIns="0" tIns="8659" rIns="0" bIns="0" rtlCol="0">
            <a:noAutofit/>
          </a:bodyPr>
          <a:lstStyle/>
          <a:p>
            <a:pPr marL="8890">
              <a:spcBef>
                <a:spcPts val="70"/>
              </a:spcBef>
            </a:pPr>
            <a:r>
              <a:rPr sz="920" b="1" dirty="0">
                <a:solidFill>
                  <a:srgbClr val="003364"/>
                </a:solidFill>
                <a:latin typeface="Arial" panose="020B0604020202020204"/>
                <a:cs typeface="Arial" panose="020B0604020202020204"/>
              </a:rPr>
              <a:t>O</a:t>
            </a:r>
            <a:r>
              <a:rPr sz="920" b="1" spc="-7" dirty="0">
                <a:solidFill>
                  <a:srgbClr val="003364"/>
                </a:solidFill>
                <a:latin typeface="Arial" panose="020B0604020202020204"/>
                <a:cs typeface="Arial" panose="020B0604020202020204"/>
              </a:rPr>
              <a:t> </a:t>
            </a:r>
            <a:r>
              <a:rPr sz="920" b="1" dirty="0">
                <a:solidFill>
                  <a:srgbClr val="003364"/>
                </a:solidFill>
                <a:latin typeface="Arial" panose="020B0604020202020204"/>
                <a:cs typeface="Arial" panose="020B0604020202020204"/>
              </a:rPr>
              <a:t>&amp;</a:t>
            </a:r>
            <a:r>
              <a:rPr sz="920" b="1" spc="-3" dirty="0">
                <a:solidFill>
                  <a:srgbClr val="003364"/>
                </a:solidFill>
                <a:latin typeface="Arial" panose="020B0604020202020204"/>
                <a:cs typeface="Arial" panose="020B0604020202020204"/>
              </a:rPr>
              <a:t> </a:t>
            </a:r>
            <a:r>
              <a:rPr sz="920" b="1" dirty="0">
                <a:solidFill>
                  <a:srgbClr val="003364"/>
                </a:solidFill>
                <a:latin typeface="Arial" panose="020B0604020202020204"/>
                <a:cs typeface="Arial" panose="020B0604020202020204"/>
              </a:rPr>
              <a:t>M</a:t>
            </a:r>
            <a:r>
              <a:rPr sz="920" b="1" spc="-7" dirty="0">
                <a:solidFill>
                  <a:srgbClr val="003364"/>
                </a:solidFill>
                <a:latin typeface="Arial" panose="020B0604020202020204"/>
                <a:cs typeface="Arial" panose="020B0604020202020204"/>
              </a:rPr>
              <a:t> HIERARCHY:</a:t>
            </a:r>
          </a:p>
        </p:txBody>
      </p:sp>
      <p:sp>
        <p:nvSpPr>
          <p:cNvPr id="13" name="object 13"/>
          <p:cNvSpPr txBox="1"/>
          <p:nvPr/>
        </p:nvSpPr>
        <p:spPr>
          <a:xfrm>
            <a:off x="5161280" y="255905"/>
            <a:ext cx="1042035" cy="134620"/>
          </a:xfrm>
          <a:prstGeom prst="rect">
            <a:avLst/>
          </a:prstGeom>
        </p:spPr>
        <p:txBody>
          <a:bodyPr vert="horz" wrap="square" lIns="0" tIns="8659" rIns="0" bIns="0" rtlCol="0">
            <a:noAutofit/>
          </a:bodyPr>
          <a:lstStyle/>
          <a:p>
            <a:pPr marL="8890" algn="ctr">
              <a:spcBef>
                <a:spcPts val="70"/>
              </a:spcBef>
            </a:pPr>
            <a:r>
              <a:rPr sz="920" b="1" spc="-17" dirty="0">
                <a:latin typeface="Times New Roman" panose="02020603050405020304"/>
                <a:cs typeface="Times New Roman" panose="02020603050405020304"/>
              </a:rPr>
              <a:t>CTO</a:t>
            </a:r>
          </a:p>
        </p:txBody>
      </p:sp>
      <p:sp>
        <p:nvSpPr>
          <p:cNvPr id="14" name="object 14"/>
          <p:cNvSpPr txBox="1"/>
          <p:nvPr/>
        </p:nvSpPr>
        <p:spPr>
          <a:xfrm>
            <a:off x="5160645" y="1084580"/>
            <a:ext cx="1353820" cy="134620"/>
          </a:xfrm>
          <a:prstGeom prst="rect">
            <a:avLst/>
          </a:prstGeom>
        </p:spPr>
        <p:txBody>
          <a:bodyPr vert="horz" wrap="square" lIns="0" tIns="8659" rIns="0" bIns="0" rtlCol="0">
            <a:noAutofit/>
          </a:bodyPr>
          <a:lstStyle/>
          <a:p>
            <a:pPr marL="8890" algn="ctr">
              <a:spcBef>
                <a:spcPts val="70"/>
              </a:spcBef>
            </a:pPr>
            <a:r>
              <a:rPr sz="920" b="1" dirty="0">
                <a:latin typeface="Times New Roman" panose="02020603050405020304"/>
                <a:cs typeface="Times New Roman" panose="02020603050405020304"/>
              </a:rPr>
              <a:t>O</a:t>
            </a:r>
            <a:r>
              <a:rPr sz="920" b="1" spc="-7" dirty="0">
                <a:latin typeface="Times New Roman" panose="02020603050405020304"/>
                <a:cs typeface="Times New Roman" panose="02020603050405020304"/>
              </a:rPr>
              <a:t> </a:t>
            </a:r>
            <a:r>
              <a:rPr sz="920" b="1" dirty="0">
                <a:latin typeface="Times New Roman" panose="02020603050405020304"/>
                <a:cs typeface="Times New Roman" panose="02020603050405020304"/>
              </a:rPr>
              <a:t>&amp;</a:t>
            </a:r>
            <a:r>
              <a:rPr sz="920" b="1" spc="-3" dirty="0">
                <a:latin typeface="Times New Roman" panose="02020603050405020304"/>
                <a:cs typeface="Times New Roman" panose="02020603050405020304"/>
              </a:rPr>
              <a:t> </a:t>
            </a:r>
            <a:r>
              <a:rPr sz="920" b="1" dirty="0">
                <a:latin typeface="Times New Roman" panose="02020603050405020304"/>
                <a:cs typeface="Times New Roman" panose="02020603050405020304"/>
              </a:rPr>
              <a:t>M</a:t>
            </a:r>
            <a:r>
              <a:rPr sz="920" b="1" spc="-3" dirty="0">
                <a:latin typeface="Times New Roman" panose="02020603050405020304"/>
                <a:cs typeface="Times New Roman" panose="02020603050405020304"/>
              </a:rPr>
              <a:t> </a:t>
            </a:r>
            <a:r>
              <a:rPr sz="920" b="1" spc="-14" dirty="0">
                <a:latin typeface="Times New Roman" panose="02020603050405020304"/>
                <a:cs typeface="Times New Roman" panose="02020603050405020304"/>
              </a:rPr>
              <a:t>Head</a:t>
            </a:r>
          </a:p>
        </p:txBody>
      </p:sp>
      <p:sp>
        <p:nvSpPr>
          <p:cNvPr id="15" name="object 15"/>
          <p:cNvSpPr txBox="1"/>
          <p:nvPr/>
        </p:nvSpPr>
        <p:spPr>
          <a:xfrm>
            <a:off x="622300" y="2080260"/>
            <a:ext cx="753110" cy="126365"/>
          </a:xfrm>
          <a:prstGeom prst="rect">
            <a:avLst/>
          </a:prstGeom>
        </p:spPr>
        <p:txBody>
          <a:bodyPr vert="horz" wrap="square" lIns="0" tIns="8659" rIns="0" bIns="0" rtlCol="0">
            <a:noAutofit/>
          </a:bodyPr>
          <a:lstStyle/>
          <a:p>
            <a:pPr marL="8890">
              <a:spcBef>
                <a:spcPts val="70"/>
              </a:spcBef>
            </a:pPr>
            <a:r>
              <a:rPr sz="920" b="1" spc="-7" dirty="0">
                <a:latin typeface="Times New Roman" panose="02020603050405020304"/>
                <a:cs typeface="Times New Roman" panose="02020603050405020304"/>
              </a:rPr>
              <a:t>TRAINE</a:t>
            </a:r>
          </a:p>
        </p:txBody>
      </p:sp>
      <p:sp>
        <p:nvSpPr>
          <p:cNvPr id="16" name="object 16"/>
          <p:cNvSpPr txBox="1"/>
          <p:nvPr/>
        </p:nvSpPr>
        <p:spPr>
          <a:xfrm>
            <a:off x="2807970" y="2080260"/>
            <a:ext cx="640715" cy="126365"/>
          </a:xfrm>
          <a:prstGeom prst="rect">
            <a:avLst/>
          </a:prstGeom>
        </p:spPr>
        <p:txBody>
          <a:bodyPr vert="horz" wrap="square" lIns="0" tIns="8659" rIns="0" bIns="0" rtlCol="0">
            <a:noAutofit/>
          </a:bodyPr>
          <a:lstStyle/>
          <a:p>
            <a:pPr marL="8890">
              <a:spcBef>
                <a:spcPts val="70"/>
              </a:spcBef>
            </a:pPr>
            <a:r>
              <a:rPr sz="920" b="1" spc="-14" dirty="0">
                <a:latin typeface="Times New Roman" panose="02020603050405020304"/>
                <a:cs typeface="Times New Roman" panose="02020603050405020304"/>
              </a:rPr>
              <a:t>OMCR</a:t>
            </a:r>
          </a:p>
        </p:txBody>
      </p:sp>
      <p:sp>
        <p:nvSpPr>
          <p:cNvPr id="17" name="object 17"/>
          <p:cNvSpPr txBox="1"/>
          <p:nvPr/>
        </p:nvSpPr>
        <p:spPr>
          <a:xfrm>
            <a:off x="4695190" y="2080260"/>
            <a:ext cx="569595" cy="131445"/>
          </a:xfrm>
          <a:prstGeom prst="rect">
            <a:avLst/>
          </a:prstGeom>
        </p:spPr>
        <p:txBody>
          <a:bodyPr vert="horz" wrap="square" lIns="0" tIns="8659" rIns="0" bIns="0" rtlCol="0">
            <a:noAutofit/>
          </a:bodyPr>
          <a:lstStyle/>
          <a:p>
            <a:pPr marL="8890">
              <a:spcBef>
                <a:spcPts val="70"/>
              </a:spcBef>
            </a:pPr>
            <a:r>
              <a:rPr sz="920" b="1" spc="-17" dirty="0">
                <a:latin typeface="Times New Roman" panose="02020603050405020304"/>
                <a:cs typeface="Times New Roman" panose="02020603050405020304"/>
              </a:rPr>
              <a:t>CTL</a:t>
            </a:r>
          </a:p>
        </p:txBody>
      </p:sp>
      <p:sp>
        <p:nvSpPr>
          <p:cNvPr id="18" name="object 18"/>
          <p:cNvSpPr txBox="1"/>
          <p:nvPr/>
        </p:nvSpPr>
        <p:spPr>
          <a:xfrm>
            <a:off x="6301740" y="2080260"/>
            <a:ext cx="716280" cy="134620"/>
          </a:xfrm>
          <a:prstGeom prst="rect">
            <a:avLst/>
          </a:prstGeom>
        </p:spPr>
        <p:txBody>
          <a:bodyPr vert="horz" wrap="square" lIns="0" tIns="8659" rIns="0" bIns="0" rtlCol="0">
            <a:noAutofit/>
          </a:bodyPr>
          <a:lstStyle/>
          <a:p>
            <a:pPr marL="8890">
              <a:spcBef>
                <a:spcPts val="70"/>
              </a:spcBef>
            </a:pPr>
            <a:r>
              <a:rPr sz="920" b="1" spc="-7" dirty="0">
                <a:latin typeface="Times New Roman" panose="02020603050405020304"/>
                <a:cs typeface="Times New Roman" panose="02020603050405020304"/>
              </a:rPr>
              <a:t>ESTATE</a:t>
            </a:r>
          </a:p>
        </p:txBody>
      </p:sp>
      <p:sp>
        <p:nvSpPr>
          <p:cNvPr id="19" name="object 19"/>
          <p:cNvSpPr txBox="1"/>
          <p:nvPr/>
        </p:nvSpPr>
        <p:spPr>
          <a:xfrm>
            <a:off x="8583930" y="2080260"/>
            <a:ext cx="1030605" cy="133985"/>
          </a:xfrm>
          <a:prstGeom prst="rect">
            <a:avLst/>
          </a:prstGeom>
        </p:spPr>
        <p:txBody>
          <a:bodyPr vert="horz" wrap="square" lIns="0" tIns="8659" rIns="0" bIns="0" rtlCol="0">
            <a:noAutofit/>
          </a:bodyPr>
          <a:lstStyle/>
          <a:p>
            <a:pPr marL="8890">
              <a:spcBef>
                <a:spcPts val="70"/>
              </a:spcBef>
            </a:pPr>
            <a:r>
              <a:rPr sz="920" b="1" spc="-7" dirty="0">
                <a:latin typeface="Times New Roman" panose="02020603050405020304"/>
                <a:cs typeface="Times New Roman" panose="02020603050405020304"/>
              </a:rPr>
              <a:t>PROCURE</a:t>
            </a:r>
          </a:p>
        </p:txBody>
      </p:sp>
      <p:sp>
        <p:nvSpPr>
          <p:cNvPr id="20" name="object 20"/>
          <p:cNvSpPr txBox="1"/>
          <p:nvPr/>
        </p:nvSpPr>
        <p:spPr>
          <a:xfrm>
            <a:off x="10717530" y="2080260"/>
            <a:ext cx="542925" cy="134620"/>
          </a:xfrm>
          <a:prstGeom prst="rect">
            <a:avLst/>
          </a:prstGeom>
        </p:spPr>
        <p:txBody>
          <a:bodyPr vert="horz" wrap="square" lIns="0" tIns="8659" rIns="0" bIns="0" rtlCol="0">
            <a:noAutofit/>
          </a:bodyPr>
          <a:lstStyle/>
          <a:p>
            <a:pPr marL="8890">
              <a:spcBef>
                <a:spcPts val="70"/>
              </a:spcBef>
            </a:pPr>
            <a:r>
              <a:rPr sz="920" b="1" spc="-17" dirty="0">
                <a:latin typeface="Times New Roman" panose="02020603050405020304"/>
                <a:cs typeface="Times New Roman" panose="02020603050405020304"/>
              </a:rPr>
              <a:t>MIS</a:t>
            </a:r>
            <a:endParaRPr sz="820" b="1">
              <a:latin typeface="Times New Roman" panose="02020603050405020304"/>
              <a:cs typeface="Times New Roman" panose="02020603050405020304"/>
            </a:endParaRPr>
          </a:p>
        </p:txBody>
      </p:sp>
      <p:sp>
        <p:nvSpPr>
          <p:cNvPr id="21" name="object 21"/>
          <p:cNvSpPr txBox="1"/>
          <p:nvPr/>
        </p:nvSpPr>
        <p:spPr>
          <a:xfrm>
            <a:off x="6963410" y="2573020"/>
            <a:ext cx="1160145" cy="133985"/>
          </a:xfrm>
          <a:prstGeom prst="rect">
            <a:avLst/>
          </a:prstGeom>
        </p:spPr>
        <p:txBody>
          <a:bodyPr vert="horz" wrap="square" lIns="0" tIns="8659" rIns="0" bIns="0" rtlCol="0">
            <a:noAutofit/>
          </a:bodyPr>
          <a:lstStyle/>
          <a:p>
            <a:pPr marL="8890">
              <a:spcBef>
                <a:spcPts val="70"/>
              </a:spcBef>
            </a:pPr>
            <a:r>
              <a:rPr sz="920" b="1" dirty="0">
                <a:latin typeface="Times New Roman" panose="02020603050405020304"/>
                <a:cs typeface="Times New Roman" panose="02020603050405020304"/>
              </a:rPr>
              <a:t>EB</a:t>
            </a:r>
            <a:r>
              <a:rPr sz="920" b="1" spc="-14" dirty="0">
                <a:latin typeface="Times New Roman" panose="02020603050405020304"/>
                <a:cs typeface="Times New Roman" panose="02020603050405020304"/>
              </a:rPr>
              <a:t> </a:t>
            </a:r>
            <a:r>
              <a:rPr sz="920" b="1" spc="-7" dirty="0">
                <a:latin typeface="Times New Roman" panose="02020603050405020304"/>
                <a:cs typeface="Times New Roman" panose="02020603050405020304"/>
              </a:rPr>
              <a:t>PERSON</a:t>
            </a:r>
          </a:p>
        </p:txBody>
      </p:sp>
      <p:sp>
        <p:nvSpPr>
          <p:cNvPr id="22" name="object 22"/>
          <p:cNvSpPr txBox="1"/>
          <p:nvPr/>
        </p:nvSpPr>
        <p:spPr>
          <a:xfrm>
            <a:off x="10357485" y="2573020"/>
            <a:ext cx="1190625" cy="134620"/>
          </a:xfrm>
          <a:prstGeom prst="rect">
            <a:avLst/>
          </a:prstGeom>
        </p:spPr>
        <p:txBody>
          <a:bodyPr vert="horz" wrap="square" lIns="0" tIns="8659" rIns="0" bIns="0" rtlCol="0">
            <a:noAutofit/>
          </a:bodyPr>
          <a:lstStyle/>
          <a:p>
            <a:pPr marL="8890">
              <a:spcBef>
                <a:spcPts val="70"/>
              </a:spcBef>
            </a:pPr>
            <a:r>
              <a:rPr sz="920" b="1" spc="-7" dirty="0">
                <a:latin typeface="Times New Roman" panose="02020603050405020304"/>
                <a:cs typeface="Times New Roman" panose="02020603050405020304"/>
              </a:rPr>
              <a:t>LOGISTIC</a:t>
            </a:r>
          </a:p>
        </p:txBody>
      </p:sp>
      <p:sp>
        <p:nvSpPr>
          <p:cNvPr id="23" name="object 23"/>
          <p:cNvSpPr txBox="1"/>
          <p:nvPr/>
        </p:nvSpPr>
        <p:spPr>
          <a:xfrm>
            <a:off x="1426845" y="3082925"/>
            <a:ext cx="820420" cy="98425"/>
          </a:xfrm>
          <a:prstGeom prst="rect">
            <a:avLst/>
          </a:prstGeom>
        </p:spPr>
        <p:txBody>
          <a:bodyPr vert="horz" wrap="square" lIns="0" tIns="8659" rIns="0" bIns="0" rtlCol="0">
            <a:noAutofit/>
          </a:bodyPr>
          <a:lstStyle/>
          <a:p>
            <a:pPr marL="8890">
              <a:spcBef>
                <a:spcPts val="70"/>
              </a:spcBef>
            </a:pPr>
            <a:r>
              <a:rPr sz="920" b="1" spc="-7" dirty="0">
                <a:latin typeface="Times New Roman" panose="02020603050405020304"/>
                <a:cs typeface="Times New Roman" panose="02020603050405020304"/>
              </a:rPr>
              <a:t>TECHNICI</a:t>
            </a:r>
          </a:p>
        </p:txBody>
      </p:sp>
      <p:sp>
        <p:nvSpPr>
          <p:cNvPr id="24" name="object 24"/>
          <p:cNvSpPr txBox="1"/>
          <p:nvPr/>
        </p:nvSpPr>
        <p:spPr>
          <a:xfrm>
            <a:off x="3890010" y="3082925"/>
            <a:ext cx="1631950" cy="160655"/>
          </a:xfrm>
          <a:prstGeom prst="rect">
            <a:avLst/>
          </a:prstGeom>
        </p:spPr>
        <p:txBody>
          <a:bodyPr vert="horz" wrap="square" lIns="0" tIns="8659" rIns="0" bIns="0" rtlCol="0">
            <a:noAutofit/>
          </a:bodyPr>
          <a:lstStyle/>
          <a:p>
            <a:pPr marL="8890">
              <a:spcBef>
                <a:spcPts val="70"/>
              </a:spcBef>
            </a:pPr>
            <a:r>
              <a:rPr sz="920" b="1" spc="-7" dirty="0">
                <a:latin typeface="Times New Roman" panose="02020603050405020304"/>
                <a:cs typeface="Times New Roman" panose="02020603050405020304"/>
              </a:rPr>
              <a:t>DIESEL</a:t>
            </a:r>
          </a:p>
        </p:txBody>
      </p:sp>
      <p:sp>
        <p:nvSpPr>
          <p:cNvPr id="25" name="object 25"/>
          <p:cNvSpPr txBox="1"/>
          <p:nvPr/>
        </p:nvSpPr>
        <p:spPr>
          <a:xfrm>
            <a:off x="7503160" y="3823335"/>
            <a:ext cx="1369695" cy="121920"/>
          </a:xfrm>
          <a:prstGeom prst="rect">
            <a:avLst/>
          </a:prstGeom>
        </p:spPr>
        <p:txBody>
          <a:bodyPr vert="horz" wrap="square" lIns="0" tIns="8659" rIns="0" bIns="0" rtlCol="0">
            <a:noAutofit/>
          </a:bodyPr>
          <a:lstStyle/>
          <a:p>
            <a:pPr marL="8890">
              <a:spcBef>
                <a:spcPts val="70"/>
              </a:spcBef>
            </a:pPr>
            <a:r>
              <a:rPr sz="920" b="1" dirty="0">
                <a:latin typeface="Times New Roman" panose="02020603050405020304"/>
                <a:cs typeface="Times New Roman" panose="02020603050405020304"/>
              </a:rPr>
              <a:t>DIESEL</a:t>
            </a:r>
            <a:r>
              <a:rPr sz="920" b="1" spc="-27" dirty="0">
                <a:latin typeface="Times New Roman" panose="02020603050405020304"/>
                <a:cs typeface="Times New Roman" panose="02020603050405020304"/>
              </a:rPr>
              <a:t> </a:t>
            </a:r>
            <a:r>
              <a:rPr sz="920" b="1" spc="-17" dirty="0">
                <a:latin typeface="Times New Roman" panose="02020603050405020304"/>
                <a:cs typeface="Times New Roman" panose="02020603050405020304"/>
              </a:rPr>
              <a:t>BOY</a:t>
            </a:r>
          </a:p>
        </p:txBody>
      </p:sp>
      <p:sp>
        <p:nvSpPr>
          <p:cNvPr id="26" name="object 26"/>
          <p:cNvSpPr txBox="1"/>
          <p:nvPr/>
        </p:nvSpPr>
        <p:spPr>
          <a:xfrm>
            <a:off x="1189355" y="4053840"/>
            <a:ext cx="1318895" cy="114935"/>
          </a:xfrm>
          <a:prstGeom prst="rect">
            <a:avLst/>
          </a:prstGeom>
        </p:spPr>
        <p:txBody>
          <a:bodyPr vert="horz" wrap="square" lIns="0" tIns="8659" rIns="0" bIns="0" rtlCol="0">
            <a:noAutofit/>
          </a:bodyPr>
          <a:lstStyle/>
          <a:p>
            <a:pPr marL="8890">
              <a:spcBef>
                <a:spcPts val="70"/>
              </a:spcBef>
            </a:pPr>
            <a:r>
              <a:rPr sz="920" b="1" spc="-7" dirty="0">
                <a:latin typeface="Times New Roman" panose="02020603050405020304"/>
                <a:cs typeface="Times New Roman" panose="02020603050405020304"/>
              </a:rPr>
              <a:t>HOUSEKEEPI</a:t>
            </a:r>
          </a:p>
        </p:txBody>
      </p:sp>
      <p:sp>
        <p:nvSpPr>
          <p:cNvPr id="27" name="object 27"/>
          <p:cNvSpPr txBox="1"/>
          <p:nvPr/>
        </p:nvSpPr>
        <p:spPr>
          <a:xfrm>
            <a:off x="635" y="4850130"/>
            <a:ext cx="12106275" cy="1941195"/>
          </a:xfrm>
          <a:prstGeom prst="rect">
            <a:avLst/>
          </a:prstGeom>
        </p:spPr>
        <p:txBody>
          <a:bodyPr vert="horz" wrap="square" lIns="0" tIns="8659" rIns="0" bIns="0" rtlCol="0">
            <a:noAutofit/>
          </a:bodyPr>
          <a:lstStyle/>
          <a:p>
            <a:pPr>
              <a:spcBef>
                <a:spcPts val="605"/>
              </a:spcBef>
            </a:pPr>
            <a:endParaRPr sz="1020" b="1">
              <a:latin typeface="Times New Roman" panose="02020603050405020304"/>
              <a:cs typeface="Times New Roman" panose="02020603050405020304"/>
            </a:endParaRPr>
          </a:p>
          <a:p>
            <a:pPr marL="8890"/>
            <a:r>
              <a:rPr sz="1020" b="1" dirty="0">
                <a:solidFill>
                  <a:srgbClr val="003364"/>
                </a:solidFill>
                <a:latin typeface="Arial" panose="020B0604020202020204"/>
                <a:cs typeface="Arial" panose="020B0604020202020204"/>
              </a:rPr>
              <a:t>ENERGY</a:t>
            </a:r>
            <a:r>
              <a:rPr sz="1020" b="1" spc="-14" dirty="0">
                <a:solidFill>
                  <a:srgbClr val="003364"/>
                </a:solidFill>
                <a:latin typeface="Arial" panose="020B0604020202020204"/>
                <a:cs typeface="Arial" panose="020B0604020202020204"/>
              </a:rPr>
              <a:t> </a:t>
            </a:r>
            <a:r>
              <a:rPr sz="1020" b="1" dirty="0">
                <a:solidFill>
                  <a:srgbClr val="003364"/>
                </a:solidFill>
                <a:latin typeface="Arial" panose="020B0604020202020204"/>
                <a:cs typeface="Arial" panose="020B0604020202020204"/>
              </a:rPr>
              <a:t>MANAGEMENT</a:t>
            </a:r>
            <a:r>
              <a:rPr sz="1020" b="1" spc="-10" dirty="0">
                <a:solidFill>
                  <a:srgbClr val="003364"/>
                </a:solidFill>
                <a:latin typeface="Arial" panose="020B0604020202020204"/>
                <a:cs typeface="Arial" panose="020B0604020202020204"/>
              </a:rPr>
              <a:t> </a:t>
            </a:r>
            <a:r>
              <a:rPr sz="1020" b="1" dirty="0">
                <a:solidFill>
                  <a:srgbClr val="003364"/>
                </a:solidFill>
                <a:latin typeface="Arial" panose="020B0604020202020204"/>
                <a:cs typeface="Arial" panose="020B0604020202020204"/>
              </a:rPr>
              <a:t>AND</a:t>
            </a:r>
            <a:r>
              <a:rPr sz="1020" b="1" spc="-17" dirty="0">
                <a:solidFill>
                  <a:srgbClr val="003364"/>
                </a:solidFill>
                <a:latin typeface="Arial" panose="020B0604020202020204"/>
                <a:cs typeface="Arial" panose="020B0604020202020204"/>
              </a:rPr>
              <a:t> </a:t>
            </a:r>
            <a:r>
              <a:rPr sz="1020" b="1" dirty="0">
                <a:solidFill>
                  <a:srgbClr val="003364"/>
                </a:solidFill>
                <a:latin typeface="Arial" panose="020B0604020202020204"/>
                <a:cs typeface="Arial" panose="020B0604020202020204"/>
              </a:rPr>
              <a:t>ASSET</a:t>
            </a:r>
            <a:r>
              <a:rPr sz="1020" b="1" spc="-14" dirty="0">
                <a:solidFill>
                  <a:srgbClr val="003364"/>
                </a:solidFill>
                <a:latin typeface="Arial" panose="020B0604020202020204"/>
                <a:cs typeface="Arial" panose="020B0604020202020204"/>
              </a:rPr>
              <a:t> </a:t>
            </a:r>
            <a:r>
              <a:rPr sz="1020" b="1" spc="-7" dirty="0">
                <a:solidFill>
                  <a:srgbClr val="003364"/>
                </a:solidFill>
                <a:latin typeface="Arial" panose="020B0604020202020204"/>
                <a:cs typeface="Arial" panose="020B0604020202020204"/>
              </a:rPr>
              <a:t>MANAGEMENT</a:t>
            </a:r>
            <a:endParaRPr sz="1020" b="1">
              <a:latin typeface="Arial" panose="020B0604020202020204"/>
              <a:cs typeface="Arial" panose="020B0604020202020204"/>
            </a:endParaRPr>
          </a:p>
          <a:p>
            <a:pPr>
              <a:spcBef>
                <a:spcPts val="350"/>
              </a:spcBef>
            </a:pPr>
            <a:endParaRPr sz="1020" b="1">
              <a:latin typeface="Arial" panose="020B0604020202020204"/>
              <a:cs typeface="Arial" panose="020B0604020202020204"/>
            </a:endParaRPr>
          </a:p>
          <a:p>
            <a:pPr marL="432435" marR="481965">
              <a:lnSpc>
                <a:spcPts val="820"/>
              </a:lnSpc>
              <a:spcBef>
                <a:spcPts val="5"/>
              </a:spcBef>
            </a:pPr>
            <a:r>
              <a:rPr sz="1020" b="1" dirty="0">
                <a:latin typeface="Times New Roman" panose="02020603050405020304"/>
                <a:cs typeface="Times New Roman" panose="02020603050405020304"/>
              </a:rPr>
              <a:t>For</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energy</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management</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there</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will</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be</a:t>
            </a:r>
            <a:r>
              <a:rPr sz="1020" b="1" spc="-2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a</a:t>
            </a:r>
            <a:r>
              <a:rPr sz="1020" b="1" spc="-2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specialized</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EB</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team</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which</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will</a:t>
            </a:r>
            <a:r>
              <a:rPr sz="1020" b="1" spc="-20" dirty="0">
                <a:latin typeface="Times New Roman" panose="02020603050405020304"/>
                <a:cs typeface="Times New Roman" panose="02020603050405020304"/>
              </a:rPr>
              <a:t> </a:t>
            </a:r>
            <a:r>
              <a:rPr sz="1020" b="1" spc="-7" dirty="0">
                <a:latin typeface="Times New Roman" panose="02020603050405020304"/>
                <a:cs typeface="Times New Roman" panose="02020603050405020304"/>
              </a:rPr>
              <a:t>monitor </a:t>
            </a:r>
            <a:r>
              <a:rPr sz="1020" b="1" dirty="0">
                <a:latin typeface="Times New Roman" panose="02020603050405020304"/>
                <a:cs typeface="Times New Roman" panose="02020603050405020304"/>
              </a:rPr>
              <a:t>the</a:t>
            </a:r>
            <a:r>
              <a:rPr sz="1020" b="1" spc="-10" dirty="0">
                <a:latin typeface="Times New Roman" panose="02020603050405020304"/>
                <a:cs typeface="Times New Roman" panose="02020603050405020304"/>
              </a:rPr>
              <a:t> </a:t>
            </a:r>
            <a:r>
              <a:rPr sz="1020" b="1" spc="-7" dirty="0">
                <a:latin typeface="Times New Roman" panose="02020603050405020304"/>
                <a:cs typeface="Times New Roman" panose="02020603050405020304"/>
              </a:rPr>
              <a:t>electrification </a:t>
            </a:r>
            <a:r>
              <a:rPr sz="1020" b="1" dirty="0">
                <a:latin typeface="Times New Roman" panose="02020603050405020304"/>
                <a:cs typeface="Times New Roman" panose="02020603050405020304"/>
              </a:rPr>
              <a:t>of</a:t>
            </a:r>
            <a:r>
              <a:rPr sz="1020" b="1" spc="-1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sites</a:t>
            </a:r>
            <a:r>
              <a:rPr sz="1020" b="1" spc="-3"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and</a:t>
            </a:r>
            <a:r>
              <a:rPr sz="1020" b="1" spc="-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have</a:t>
            </a:r>
            <a:r>
              <a:rPr sz="1020" b="1" spc="-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a</a:t>
            </a:r>
            <a:r>
              <a:rPr sz="1020" b="1" spc="-1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proper</a:t>
            </a:r>
            <a:r>
              <a:rPr sz="1020" b="1" spc="-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liaisons</a:t>
            </a:r>
            <a:r>
              <a:rPr sz="1020" b="1" spc="-1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with</a:t>
            </a:r>
            <a:r>
              <a:rPr sz="1020" b="1" spc="-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SEB</a:t>
            </a:r>
            <a:r>
              <a:rPr sz="1020" b="1" spc="-7" dirty="0">
                <a:latin typeface="Times New Roman" panose="02020603050405020304"/>
                <a:cs typeface="Times New Roman" panose="02020603050405020304"/>
              </a:rPr>
              <a:t> authority</a:t>
            </a:r>
            <a:r>
              <a:rPr sz="1020" b="1" spc="-7" dirty="0">
                <a:latin typeface="Arial MT"/>
                <a:cs typeface="Arial MT"/>
              </a:rPr>
              <a:t>.</a:t>
            </a:r>
            <a:endParaRPr sz="1020" b="1">
              <a:latin typeface="Arial MT"/>
              <a:cs typeface="Arial MT"/>
            </a:endParaRPr>
          </a:p>
          <a:p>
            <a:pPr marL="432435">
              <a:spcBef>
                <a:spcPts val="770"/>
              </a:spcBef>
            </a:pPr>
            <a:r>
              <a:rPr sz="1020" b="1" dirty="0">
                <a:latin typeface="Times New Roman" panose="02020603050405020304"/>
                <a:cs typeface="Times New Roman" panose="02020603050405020304"/>
              </a:rPr>
              <a:t>Any</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electricity</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theft</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will</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be</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brought</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in</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the</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notice</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of</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authority</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immediately.</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a:t>
            </a:r>
            <a:r>
              <a:rPr sz="1020" b="1" dirty="0">
                <a:latin typeface="Arial MT"/>
                <a:cs typeface="Arial MT"/>
              </a:rPr>
              <a:t>Estate</a:t>
            </a:r>
            <a:r>
              <a:rPr sz="1020" b="1" spc="-24" dirty="0">
                <a:latin typeface="Arial MT"/>
                <a:cs typeface="Arial MT"/>
              </a:rPr>
              <a:t> </a:t>
            </a:r>
            <a:r>
              <a:rPr sz="1020" b="1" spc="-7" dirty="0">
                <a:latin typeface="Arial MT"/>
                <a:cs typeface="Arial MT"/>
              </a:rPr>
              <a:t>team).</a:t>
            </a:r>
            <a:endParaRPr sz="1020" b="1">
              <a:latin typeface="Arial MT"/>
              <a:cs typeface="Arial MT"/>
            </a:endParaRPr>
          </a:p>
          <a:p>
            <a:pPr>
              <a:spcBef>
                <a:spcPts val="325"/>
              </a:spcBef>
            </a:pPr>
            <a:endParaRPr sz="1020" b="1">
              <a:latin typeface="Arial MT"/>
              <a:cs typeface="Arial MT"/>
            </a:endParaRPr>
          </a:p>
          <a:p>
            <a:pPr marL="432435" marR="292100">
              <a:lnSpc>
                <a:spcPts val="825"/>
              </a:lnSpc>
              <a:spcBef>
                <a:spcPts val="5"/>
              </a:spcBef>
            </a:pPr>
            <a:r>
              <a:rPr sz="1020" b="1" dirty="0">
                <a:latin typeface="Times New Roman" panose="02020603050405020304"/>
                <a:cs typeface="Times New Roman" panose="02020603050405020304"/>
              </a:rPr>
              <a:t>For</a:t>
            </a:r>
            <a:r>
              <a:rPr sz="1020" b="1" spc="-2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asset</a:t>
            </a:r>
            <a:r>
              <a:rPr sz="1020" b="1" spc="-2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management</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all</a:t>
            </a:r>
            <a:r>
              <a:rPr sz="1020" b="1" spc="-2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the</a:t>
            </a:r>
            <a:r>
              <a:rPr sz="1020" b="1" spc="-2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equipment</a:t>
            </a:r>
            <a:r>
              <a:rPr sz="1020" b="1" spc="-2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will</a:t>
            </a:r>
            <a:r>
              <a:rPr sz="1020" b="1" spc="-2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be</a:t>
            </a:r>
            <a:r>
              <a:rPr sz="1020" b="1" spc="-2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maintained</a:t>
            </a:r>
            <a:r>
              <a:rPr sz="1020" b="1" spc="-2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properly</a:t>
            </a:r>
            <a:r>
              <a:rPr sz="1020" b="1" spc="-2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by</a:t>
            </a:r>
            <a:r>
              <a:rPr sz="1020" b="1" spc="-2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carrying</a:t>
            </a:r>
            <a:r>
              <a:rPr sz="1020" b="1" spc="-24" dirty="0">
                <a:latin typeface="Times New Roman" panose="02020603050405020304"/>
                <a:cs typeface="Times New Roman" panose="02020603050405020304"/>
              </a:rPr>
              <a:t> </a:t>
            </a:r>
            <a:r>
              <a:rPr sz="1020" b="1" spc="-17" dirty="0">
                <a:latin typeface="Times New Roman" panose="02020603050405020304"/>
                <a:cs typeface="Times New Roman" panose="02020603050405020304"/>
              </a:rPr>
              <a:t>out </a:t>
            </a:r>
            <a:r>
              <a:rPr sz="1020" b="1" dirty="0">
                <a:latin typeface="Times New Roman" panose="02020603050405020304"/>
                <a:cs typeface="Times New Roman" panose="02020603050405020304"/>
              </a:rPr>
              <a:t>PM</a:t>
            </a:r>
            <a:r>
              <a:rPr sz="1020" b="1" spc="-1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and</a:t>
            </a:r>
            <a:r>
              <a:rPr sz="1020" b="1" spc="-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DI</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on regular</a:t>
            </a:r>
            <a:r>
              <a:rPr sz="1020" b="1" spc="-7" dirty="0">
                <a:latin typeface="Times New Roman" panose="02020603050405020304"/>
                <a:cs typeface="Times New Roman" panose="02020603050405020304"/>
              </a:rPr>
              <a:t> basic.</a:t>
            </a:r>
            <a:endParaRPr sz="1020" b="1">
              <a:latin typeface="Times New Roman" panose="02020603050405020304"/>
              <a:cs typeface="Times New Roman" panose="02020603050405020304"/>
            </a:endParaRPr>
          </a:p>
          <a:p>
            <a:pPr marL="432435" marR="220345">
              <a:lnSpc>
                <a:spcPct val="160000"/>
              </a:lnSpc>
              <a:spcBef>
                <a:spcPts val="340"/>
              </a:spcBef>
            </a:pPr>
            <a:r>
              <a:rPr sz="1020" b="1" dirty="0">
                <a:latin typeface="Times New Roman" panose="02020603050405020304"/>
                <a:cs typeface="Times New Roman" panose="02020603050405020304"/>
              </a:rPr>
              <a:t>All</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the</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DGs</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average</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will</a:t>
            </a:r>
            <a:r>
              <a:rPr sz="1020" b="1" spc="-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be</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taken</a:t>
            </a:r>
            <a:r>
              <a:rPr sz="1020" b="1" spc="-1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time</a:t>
            </a:r>
            <a:r>
              <a:rPr sz="1020" b="1" spc="-1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to</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time</a:t>
            </a:r>
            <a:r>
              <a:rPr sz="1020" b="1" spc="-1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avoid</a:t>
            </a:r>
            <a:r>
              <a:rPr sz="1020" b="1" spc="-1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misuse</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of</a:t>
            </a:r>
            <a:r>
              <a:rPr sz="1020" b="1" spc="-1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diesel</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by</a:t>
            </a:r>
            <a:r>
              <a:rPr sz="1020" b="1" spc="-3"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the</a:t>
            </a:r>
            <a:r>
              <a:rPr sz="1020" b="1" spc="-14" dirty="0">
                <a:latin typeface="Times New Roman" panose="02020603050405020304"/>
                <a:cs typeface="Times New Roman" panose="02020603050405020304"/>
              </a:rPr>
              <a:t> </a:t>
            </a:r>
            <a:r>
              <a:rPr sz="1020" b="1" spc="-7" dirty="0">
                <a:latin typeface="Times New Roman" panose="02020603050405020304"/>
                <a:cs typeface="Times New Roman" panose="02020603050405020304"/>
              </a:rPr>
              <a:t>vigilance </a:t>
            </a:r>
            <a:r>
              <a:rPr sz="1020" b="1" dirty="0">
                <a:latin typeface="Times New Roman" panose="02020603050405020304"/>
                <a:cs typeface="Times New Roman" panose="02020603050405020304"/>
              </a:rPr>
              <a:t>team.</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To</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safe</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guard</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the</a:t>
            </a:r>
            <a:r>
              <a:rPr sz="1020" b="1" spc="-1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assets</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sites</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will</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be</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provided</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with</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locks</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and</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proper</a:t>
            </a:r>
            <a:r>
              <a:rPr sz="1020" b="1" spc="-17" dirty="0">
                <a:latin typeface="Times New Roman" panose="02020603050405020304"/>
                <a:cs typeface="Times New Roman" panose="02020603050405020304"/>
              </a:rPr>
              <a:t> </a:t>
            </a:r>
            <a:r>
              <a:rPr sz="1020" b="1" spc="-7" dirty="0">
                <a:latin typeface="Times New Roman" panose="02020603050405020304"/>
                <a:cs typeface="Times New Roman" panose="02020603050405020304"/>
              </a:rPr>
              <a:t>security.</a:t>
            </a:r>
            <a:endParaRPr sz="1020" b="1">
              <a:latin typeface="Times New Roman" panose="02020603050405020304"/>
              <a:cs typeface="Times New Roman" panose="02020603050405020304"/>
            </a:endParaRPr>
          </a:p>
          <a:p>
            <a:pPr marL="432435">
              <a:spcBef>
                <a:spcPts val="775"/>
              </a:spcBef>
            </a:pPr>
            <a:r>
              <a:rPr sz="1020" b="1" dirty="0">
                <a:latin typeface="Times New Roman" panose="02020603050405020304"/>
                <a:cs typeface="Times New Roman" panose="02020603050405020304"/>
              </a:rPr>
              <a:t>There</a:t>
            </a:r>
            <a:r>
              <a:rPr sz="1020" b="1" spc="-2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will</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be</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surprise</a:t>
            </a:r>
            <a:r>
              <a:rPr sz="1020" b="1" spc="-2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checking</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of</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vehicles</a:t>
            </a:r>
            <a:r>
              <a:rPr sz="1020" b="1" spc="-20"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deployed</a:t>
            </a:r>
            <a:r>
              <a:rPr sz="1020" b="1" spc="-17"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for</a:t>
            </a:r>
            <a:r>
              <a:rPr sz="1020" b="1" spc="-24" dirty="0">
                <a:latin typeface="Times New Roman" panose="02020603050405020304"/>
                <a:cs typeface="Times New Roman" panose="02020603050405020304"/>
              </a:rPr>
              <a:t> </a:t>
            </a:r>
            <a:r>
              <a:rPr sz="1020" b="1" dirty="0">
                <a:latin typeface="Times New Roman" panose="02020603050405020304"/>
                <a:cs typeface="Times New Roman" panose="02020603050405020304"/>
              </a:rPr>
              <a:t>diesel</a:t>
            </a:r>
            <a:r>
              <a:rPr sz="1020" b="1" spc="-20" dirty="0">
                <a:latin typeface="Times New Roman" panose="02020603050405020304"/>
                <a:cs typeface="Times New Roman" panose="02020603050405020304"/>
              </a:rPr>
              <a:t> </a:t>
            </a:r>
            <a:r>
              <a:rPr sz="1020" b="1" spc="-7" dirty="0">
                <a:latin typeface="Times New Roman" panose="02020603050405020304"/>
                <a:cs typeface="Times New Roman" panose="02020603050405020304"/>
              </a:rPr>
              <a:t>thefts.</a:t>
            </a:r>
          </a:p>
        </p:txBody>
      </p:sp>
      <p:sp>
        <p:nvSpPr>
          <p:cNvPr id="28" name="Text Box 27"/>
          <p:cNvSpPr txBox="1"/>
          <p:nvPr/>
        </p:nvSpPr>
        <p:spPr>
          <a:xfrm>
            <a:off x="7347585" y="4501515"/>
            <a:ext cx="1525270" cy="300355"/>
          </a:xfrm>
          <a:prstGeom prst="rect">
            <a:avLst/>
          </a:prstGeom>
          <a:noFill/>
        </p:spPr>
        <p:txBody>
          <a:bodyPr wrap="square" rtlCol="0">
            <a:noAutofit/>
          </a:bodyPr>
          <a:lstStyle/>
          <a:p>
            <a:pPr marR="898525" algn="ctr">
              <a:spcBef>
                <a:spcPts val="70"/>
              </a:spcBef>
            </a:pPr>
            <a:r>
              <a:rPr sz="900" b="1" spc="-7" dirty="0">
                <a:latin typeface="Times New Roman" panose="02020603050405020304"/>
                <a:cs typeface="Times New Roman" panose="02020603050405020304"/>
                <a:sym typeface="+mn-ea"/>
              </a:rPr>
              <a:t>DRIVER</a:t>
            </a:r>
            <a:endParaRPr lang="en-US" sz="900" b="1" spc="-7" dirty="0">
              <a:latin typeface="Times New Roman" panose="02020603050405020304"/>
              <a:cs typeface="Times New Roman" panose="02020603050405020304"/>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alphaModFix amt="0"/>
          </a:blip>
          <a:stretch>
            <a:fillRect/>
          </a:stretch>
        </a:blipFill>
        <a:effectLst/>
      </p:bgPr>
    </p:bg>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7644245" y="857597"/>
            <a:ext cx="25111" cy="5195"/>
          </a:xfrm>
          <a:prstGeom prst="rect">
            <a:avLst/>
          </a:prstGeom>
        </p:spPr>
      </p:pic>
      <p:sp>
        <p:nvSpPr>
          <p:cNvPr id="3" name="object 3"/>
          <p:cNvSpPr txBox="1"/>
          <p:nvPr/>
        </p:nvSpPr>
        <p:spPr>
          <a:xfrm>
            <a:off x="2333625" y="820420"/>
            <a:ext cx="7053580" cy="2341880"/>
          </a:xfrm>
          <a:prstGeom prst="rect">
            <a:avLst/>
          </a:prstGeom>
        </p:spPr>
        <p:txBody>
          <a:bodyPr vert="horz" wrap="square" lIns="0" tIns="8659" rIns="0" bIns="0" rtlCol="0">
            <a:spAutoFit/>
          </a:bodyPr>
          <a:lstStyle/>
          <a:p>
            <a:pPr marL="8890">
              <a:spcBef>
                <a:spcPts val="70"/>
              </a:spcBef>
            </a:pPr>
            <a:r>
              <a:rPr sz="1090" b="1" dirty="0">
                <a:solidFill>
                  <a:srgbClr val="000080"/>
                </a:solidFill>
                <a:latin typeface="Arial MT"/>
                <a:cs typeface="Arial MT"/>
              </a:rPr>
              <a:t>Telecom</a:t>
            </a:r>
            <a:r>
              <a:rPr sz="1090" b="1" spc="-14" dirty="0">
                <a:solidFill>
                  <a:srgbClr val="000080"/>
                </a:solidFill>
                <a:latin typeface="Arial MT"/>
                <a:cs typeface="Arial MT"/>
              </a:rPr>
              <a:t> </a:t>
            </a:r>
            <a:r>
              <a:rPr sz="1090" b="1" dirty="0">
                <a:solidFill>
                  <a:srgbClr val="000080"/>
                </a:solidFill>
                <a:latin typeface="Arial MT"/>
                <a:cs typeface="Arial MT"/>
              </a:rPr>
              <a:t>O&amp;</a:t>
            </a:r>
            <a:r>
              <a:rPr sz="1090" b="1" spc="-10" dirty="0">
                <a:solidFill>
                  <a:srgbClr val="000080"/>
                </a:solidFill>
                <a:latin typeface="Arial MT"/>
                <a:cs typeface="Arial MT"/>
              </a:rPr>
              <a:t> </a:t>
            </a:r>
            <a:r>
              <a:rPr sz="1090" b="1" dirty="0">
                <a:solidFill>
                  <a:srgbClr val="000080"/>
                </a:solidFill>
                <a:latin typeface="Arial MT"/>
                <a:cs typeface="Arial MT"/>
              </a:rPr>
              <a:t>M</a:t>
            </a:r>
            <a:r>
              <a:rPr sz="1090" b="1" spc="-7" dirty="0">
                <a:solidFill>
                  <a:srgbClr val="000080"/>
                </a:solidFill>
                <a:latin typeface="Arial MT"/>
                <a:cs typeface="Arial MT"/>
              </a:rPr>
              <a:t> Capabilities</a:t>
            </a:r>
            <a:endParaRPr sz="1090" b="1">
              <a:latin typeface="Arial MT"/>
              <a:cs typeface="Arial MT"/>
            </a:endParaRPr>
          </a:p>
          <a:p>
            <a:pPr>
              <a:lnSpc>
                <a:spcPct val="100000"/>
              </a:lnSpc>
            </a:pPr>
            <a:endParaRPr sz="1090" b="1">
              <a:latin typeface="Arial MT"/>
              <a:cs typeface="Arial MT"/>
            </a:endParaRPr>
          </a:p>
          <a:p>
            <a:pPr>
              <a:spcBef>
                <a:spcPts val="165"/>
              </a:spcBef>
            </a:pPr>
            <a:endParaRPr sz="1090" b="1">
              <a:latin typeface="Arial MT"/>
              <a:cs typeface="Arial MT"/>
            </a:endParaRPr>
          </a:p>
          <a:p>
            <a:pPr marL="8890" marR="3175" algn="just">
              <a:lnSpc>
                <a:spcPct val="86000"/>
              </a:lnSpc>
            </a:pPr>
            <a:r>
              <a:rPr sz="1090" b="1" dirty="0">
                <a:latin typeface="Arial MT"/>
                <a:cs typeface="Arial MT"/>
              </a:rPr>
              <a:t>R.D.</a:t>
            </a:r>
            <a:r>
              <a:rPr sz="1090" b="1" spc="3" dirty="0">
                <a:latin typeface="Arial MT"/>
                <a:cs typeface="Arial MT"/>
              </a:rPr>
              <a:t> </a:t>
            </a:r>
            <a:r>
              <a:rPr sz="1090" b="1" dirty="0">
                <a:latin typeface="Arial MT"/>
                <a:cs typeface="Arial MT"/>
              </a:rPr>
              <a:t>TECH INFRA</a:t>
            </a:r>
            <a:r>
              <a:rPr sz="1090" b="1" spc="14" dirty="0">
                <a:latin typeface="Arial MT"/>
                <a:cs typeface="Arial MT"/>
              </a:rPr>
              <a:t> </a:t>
            </a:r>
            <a:r>
              <a:rPr sz="1090" b="1" dirty="0">
                <a:latin typeface="Arial MT"/>
                <a:cs typeface="Arial MT"/>
              </a:rPr>
              <a:t>has</a:t>
            </a:r>
            <a:r>
              <a:rPr sz="1090" b="1" spc="-3" dirty="0">
                <a:latin typeface="Arial MT"/>
                <a:cs typeface="Arial MT"/>
              </a:rPr>
              <a:t> </a:t>
            </a:r>
            <a:r>
              <a:rPr sz="1090" b="1" dirty="0">
                <a:latin typeface="Arial MT"/>
                <a:cs typeface="Arial MT"/>
              </a:rPr>
              <a:t>qualified</a:t>
            </a:r>
            <a:r>
              <a:rPr sz="1090" b="1" spc="3" dirty="0">
                <a:latin typeface="Arial MT"/>
                <a:cs typeface="Arial MT"/>
              </a:rPr>
              <a:t> </a:t>
            </a:r>
            <a:r>
              <a:rPr sz="1090" b="1" dirty="0">
                <a:latin typeface="Arial MT"/>
                <a:cs typeface="Arial MT"/>
              </a:rPr>
              <a:t>engineers</a:t>
            </a:r>
            <a:r>
              <a:rPr sz="1090" b="1" spc="3" dirty="0">
                <a:latin typeface="Arial MT"/>
                <a:cs typeface="Arial MT"/>
              </a:rPr>
              <a:t> </a:t>
            </a:r>
            <a:r>
              <a:rPr sz="1090" b="1" dirty="0">
                <a:latin typeface="Arial MT"/>
                <a:cs typeface="Arial MT"/>
              </a:rPr>
              <a:t>who</a:t>
            </a:r>
            <a:r>
              <a:rPr sz="1090" b="1" spc="7" dirty="0">
                <a:latin typeface="Arial MT"/>
                <a:cs typeface="Arial MT"/>
              </a:rPr>
              <a:t> </a:t>
            </a:r>
            <a:r>
              <a:rPr sz="1090" b="1" dirty="0">
                <a:latin typeface="Arial MT"/>
                <a:cs typeface="Arial MT"/>
              </a:rPr>
              <a:t>have</a:t>
            </a:r>
            <a:r>
              <a:rPr sz="1090" b="1" spc="3" dirty="0">
                <a:latin typeface="Arial MT"/>
                <a:cs typeface="Arial MT"/>
              </a:rPr>
              <a:t> </a:t>
            </a:r>
            <a:r>
              <a:rPr sz="1090" b="1" dirty="0">
                <a:latin typeface="Arial MT"/>
                <a:cs typeface="Arial MT"/>
              </a:rPr>
              <a:t>carried out</a:t>
            </a:r>
            <a:r>
              <a:rPr sz="1090" b="1" spc="7" dirty="0">
                <a:latin typeface="Arial MT"/>
                <a:cs typeface="Arial MT"/>
              </a:rPr>
              <a:t> </a:t>
            </a:r>
            <a:r>
              <a:rPr sz="1090" b="1" dirty="0">
                <a:latin typeface="Arial MT"/>
                <a:cs typeface="Arial MT"/>
              </a:rPr>
              <a:t>various</a:t>
            </a:r>
            <a:r>
              <a:rPr sz="1090" b="1" spc="3" dirty="0">
                <a:latin typeface="Arial MT"/>
                <a:cs typeface="Arial MT"/>
              </a:rPr>
              <a:t> </a:t>
            </a:r>
            <a:r>
              <a:rPr sz="1090" b="1" spc="-17" dirty="0">
                <a:latin typeface="Arial MT"/>
                <a:cs typeface="Arial MT"/>
              </a:rPr>
              <a:t>OEM </a:t>
            </a:r>
            <a:r>
              <a:rPr sz="1090" b="1" dirty="0">
                <a:latin typeface="Arial MT"/>
                <a:cs typeface="Arial MT"/>
              </a:rPr>
              <a:t>activities.</a:t>
            </a:r>
            <a:r>
              <a:rPr sz="1090" b="1" spc="17" dirty="0">
                <a:latin typeface="Arial MT"/>
                <a:cs typeface="Arial MT"/>
              </a:rPr>
              <a:t> </a:t>
            </a:r>
            <a:r>
              <a:rPr sz="1090" b="1" dirty="0">
                <a:latin typeface="Arial MT"/>
                <a:cs typeface="Arial MT"/>
              </a:rPr>
              <a:t>These</a:t>
            </a:r>
            <a:r>
              <a:rPr sz="1090" b="1" spc="14" dirty="0">
                <a:latin typeface="Arial MT"/>
                <a:cs typeface="Arial MT"/>
              </a:rPr>
              <a:t> </a:t>
            </a:r>
            <a:r>
              <a:rPr sz="1090" b="1" dirty="0">
                <a:latin typeface="Arial MT"/>
                <a:cs typeface="Arial MT"/>
              </a:rPr>
              <a:t>Engineers</a:t>
            </a:r>
            <a:r>
              <a:rPr sz="1090" b="1" spc="20" dirty="0">
                <a:latin typeface="Arial MT"/>
                <a:cs typeface="Arial MT"/>
              </a:rPr>
              <a:t> </a:t>
            </a:r>
            <a:r>
              <a:rPr sz="1090" b="1" dirty="0">
                <a:latin typeface="Arial MT"/>
                <a:cs typeface="Arial MT"/>
              </a:rPr>
              <a:t>with</a:t>
            </a:r>
            <a:r>
              <a:rPr sz="1090" b="1" spc="14" dirty="0">
                <a:latin typeface="Arial MT"/>
                <a:cs typeface="Arial MT"/>
              </a:rPr>
              <a:t> </a:t>
            </a:r>
            <a:r>
              <a:rPr sz="1090" b="1" dirty="0">
                <a:latin typeface="Arial MT"/>
                <a:cs typeface="Arial MT"/>
              </a:rPr>
              <a:t>the</a:t>
            </a:r>
            <a:r>
              <a:rPr sz="1090" b="1" spc="17" dirty="0">
                <a:latin typeface="Arial MT"/>
                <a:cs typeface="Arial MT"/>
              </a:rPr>
              <a:t> </a:t>
            </a:r>
            <a:r>
              <a:rPr sz="1090" b="1" dirty="0">
                <a:latin typeface="Arial MT"/>
                <a:cs typeface="Arial MT"/>
              </a:rPr>
              <a:t>help</a:t>
            </a:r>
            <a:r>
              <a:rPr sz="1090" b="1" spc="14" dirty="0">
                <a:latin typeface="Arial MT"/>
                <a:cs typeface="Arial MT"/>
              </a:rPr>
              <a:t> </a:t>
            </a:r>
            <a:r>
              <a:rPr sz="1090" b="1" dirty="0">
                <a:latin typeface="Arial MT"/>
                <a:cs typeface="Arial MT"/>
              </a:rPr>
              <a:t>of</a:t>
            </a:r>
            <a:r>
              <a:rPr sz="1090" b="1" spc="20" dirty="0">
                <a:latin typeface="Arial MT"/>
                <a:cs typeface="Arial MT"/>
              </a:rPr>
              <a:t> </a:t>
            </a:r>
            <a:r>
              <a:rPr sz="1090" b="1" dirty="0">
                <a:latin typeface="Arial MT"/>
                <a:cs typeface="Arial MT"/>
              </a:rPr>
              <a:t>subcontracting</a:t>
            </a:r>
            <a:r>
              <a:rPr sz="1090" b="1" spc="14" dirty="0">
                <a:latin typeface="Arial MT"/>
                <a:cs typeface="Arial MT"/>
              </a:rPr>
              <a:t> </a:t>
            </a:r>
            <a:r>
              <a:rPr sz="1090" b="1" dirty="0">
                <a:latin typeface="Arial MT"/>
                <a:cs typeface="Arial MT"/>
              </a:rPr>
              <a:t>teams</a:t>
            </a:r>
            <a:r>
              <a:rPr sz="1090" b="1" spc="20" dirty="0">
                <a:latin typeface="Arial MT"/>
                <a:cs typeface="Arial MT"/>
              </a:rPr>
              <a:t> </a:t>
            </a:r>
            <a:r>
              <a:rPr sz="1090" b="1" dirty="0">
                <a:latin typeface="Arial MT"/>
                <a:cs typeface="Arial MT"/>
              </a:rPr>
              <a:t>are</a:t>
            </a:r>
            <a:r>
              <a:rPr sz="1090" b="1" spc="14" dirty="0">
                <a:latin typeface="Arial MT"/>
                <a:cs typeface="Arial MT"/>
              </a:rPr>
              <a:t> </a:t>
            </a:r>
            <a:r>
              <a:rPr sz="1090" b="1" spc="-7" dirty="0">
                <a:latin typeface="Arial MT"/>
                <a:cs typeface="Arial MT"/>
              </a:rPr>
              <a:t>capable </a:t>
            </a:r>
            <a:r>
              <a:rPr sz="1090" b="1" dirty="0">
                <a:latin typeface="Arial MT"/>
                <a:cs typeface="Arial MT"/>
              </a:rPr>
              <a:t>of</a:t>
            </a:r>
            <a:r>
              <a:rPr sz="1090" b="1" spc="-10" dirty="0">
                <a:latin typeface="Arial MT"/>
                <a:cs typeface="Arial MT"/>
              </a:rPr>
              <a:t> </a:t>
            </a:r>
            <a:r>
              <a:rPr sz="1090" b="1" dirty="0">
                <a:latin typeface="Arial MT"/>
                <a:cs typeface="Arial MT"/>
              </a:rPr>
              <a:t>works</a:t>
            </a:r>
            <a:r>
              <a:rPr sz="1090" b="1" spc="-14" dirty="0">
                <a:latin typeface="Arial MT"/>
                <a:cs typeface="Arial MT"/>
              </a:rPr>
              <a:t> </a:t>
            </a:r>
            <a:r>
              <a:rPr sz="1090" b="1" dirty="0">
                <a:latin typeface="Arial MT"/>
                <a:cs typeface="Arial MT"/>
              </a:rPr>
              <a:t>related</a:t>
            </a:r>
            <a:r>
              <a:rPr sz="1090" b="1" spc="-17" dirty="0">
                <a:latin typeface="Arial MT"/>
                <a:cs typeface="Arial MT"/>
              </a:rPr>
              <a:t> </a:t>
            </a:r>
            <a:r>
              <a:rPr sz="1090" b="1" dirty="0">
                <a:latin typeface="Arial MT"/>
                <a:cs typeface="Arial MT"/>
              </a:rPr>
              <a:t>with</a:t>
            </a:r>
            <a:r>
              <a:rPr sz="1090" b="1" spc="-17" dirty="0">
                <a:latin typeface="Arial MT"/>
                <a:cs typeface="Arial MT"/>
              </a:rPr>
              <a:t> </a:t>
            </a:r>
            <a:r>
              <a:rPr sz="1090" b="1" dirty="0">
                <a:latin typeface="Arial MT"/>
                <a:cs typeface="Arial MT"/>
              </a:rPr>
              <a:t>OEM</a:t>
            </a:r>
            <a:r>
              <a:rPr sz="1090" b="1" spc="-10" dirty="0">
                <a:latin typeface="Arial MT"/>
                <a:cs typeface="Arial MT"/>
              </a:rPr>
              <a:t> </a:t>
            </a:r>
            <a:r>
              <a:rPr sz="1090" b="1" spc="-14" dirty="0">
                <a:latin typeface="Arial MT"/>
                <a:cs typeface="Arial MT"/>
              </a:rPr>
              <a:t>e.g-</a:t>
            </a:r>
            <a:endParaRPr sz="1090" b="1">
              <a:latin typeface="Arial MT"/>
              <a:cs typeface="Arial MT"/>
            </a:endParaRPr>
          </a:p>
          <a:p>
            <a:pPr>
              <a:spcBef>
                <a:spcPts val="615"/>
              </a:spcBef>
            </a:pPr>
            <a:endParaRPr sz="1090" b="1">
              <a:latin typeface="Arial MT"/>
              <a:cs typeface="Arial MT"/>
            </a:endParaRPr>
          </a:p>
          <a:p>
            <a:pPr marL="267970" indent="-116205">
              <a:buFont typeface="Symbol" panose="05050102010706020507"/>
              <a:buChar char=""/>
              <a:tabLst>
                <a:tab pos="267970" algn="l"/>
              </a:tabLst>
            </a:pPr>
            <a:r>
              <a:rPr sz="1090" b="1" dirty="0">
                <a:solidFill>
                  <a:srgbClr val="993364"/>
                </a:solidFill>
                <a:latin typeface="Arial MT"/>
                <a:cs typeface="Arial MT"/>
              </a:rPr>
              <a:t>O&amp;M</a:t>
            </a:r>
            <a:r>
              <a:rPr sz="1090" b="1" spc="-20" dirty="0">
                <a:solidFill>
                  <a:srgbClr val="993364"/>
                </a:solidFill>
                <a:latin typeface="Arial MT"/>
                <a:cs typeface="Arial MT"/>
              </a:rPr>
              <a:t> </a:t>
            </a:r>
            <a:r>
              <a:rPr sz="1090" b="1" dirty="0">
                <a:solidFill>
                  <a:srgbClr val="993364"/>
                </a:solidFill>
                <a:latin typeface="Arial MT"/>
                <a:cs typeface="Arial MT"/>
              </a:rPr>
              <a:t>Support</a:t>
            </a:r>
            <a:r>
              <a:rPr sz="1090" b="1" spc="-14" dirty="0">
                <a:solidFill>
                  <a:srgbClr val="993364"/>
                </a:solidFill>
                <a:latin typeface="Arial MT"/>
                <a:cs typeface="Arial MT"/>
              </a:rPr>
              <a:t> </a:t>
            </a:r>
            <a:r>
              <a:rPr sz="1090" b="1" dirty="0">
                <a:solidFill>
                  <a:srgbClr val="993364"/>
                </a:solidFill>
                <a:latin typeface="Arial MT"/>
                <a:cs typeface="Arial MT"/>
              </a:rPr>
              <a:t>for</a:t>
            </a:r>
            <a:r>
              <a:rPr sz="1090" b="1" spc="-17" dirty="0">
                <a:solidFill>
                  <a:srgbClr val="993364"/>
                </a:solidFill>
                <a:latin typeface="Arial MT"/>
                <a:cs typeface="Arial MT"/>
              </a:rPr>
              <a:t> </a:t>
            </a:r>
            <a:r>
              <a:rPr sz="1090" b="1" dirty="0">
                <a:solidFill>
                  <a:srgbClr val="993364"/>
                </a:solidFill>
                <a:latin typeface="Arial MT"/>
                <a:cs typeface="Arial MT"/>
              </a:rPr>
              <a:t>BTS</a:t>
            </a:r>
            <a:r>
              <a:rPr sz="1090" b="1" spc="-20" dirty="0">
                <a:solidFill>
                  <a:srgbClr val="993364"/>
                </a:solidFill>
                <a:latin typeface="Arial MT"/>
                <a:cs typeface="Arial MT"/>
              </a:rPr>
              <a:t> </a:t>
            </a:r>
            <a:r>
              <a:rPr sz="1090" b="1" dirty="0">
                <a:solidFill>
                  <a:srgbClr val="993364"/>
                </a:solidFill>
                <a:latin typeface="Arial MT"/>
                <a:cs typeface="Arial MT"/>
              </a:rPr>
              <a:t>(GSM/CDMA)</a:t>
            </a:r>
            <a:r>
              <a:rPr sz="1090" b="1" spc="-17" dirty="0">
                <a:solidFill>
                  <a:srgbClr val="993364"/>
                </a:solidFill>
                <a:latin typeface="Arial MT"/>
                <a:cs typeface="Arial MT"/>
              </a:rPr>
              <a:t> </a:t>
            </a:r>
            <a:r>
              <a:rPr sz="1090" b="1" dirty="0">
                <a:solidFill>
                  <a:srgbClr val="993364"/>
                </a:solidFill>
                <a:latin typeface="Arial MT"/>
                <a:cs typeface="Arial MT"/>
              </a:rPr>
              <a:t>&amp;</a:t>
            </a:r>
            <a:r>
              <a:rPr sz="1090" b="1" spc="-24" dirty="0">
                <a:solidFill>
                  <a:srgbClr val="993364"/>
                </a:solidFill>
                <a:latin typeface="Arial MT"/>
                <a:cs typeface="Arial MT"/>
              </a:rPr>
              <a:t> </a:t>
            </a:r>
            <a:r>
              <a:rPr sz="1090" b="1" spc="-7" dirty="0">
                <a:solidFill>
                  <a:srgbClr val="993364"/>
                </a:solidFill>
                <a:latin typeface="Arial MT"/>
                <a:cs typeface="Arial MT"/>
              </a:rPr>
              <a:t>Ancillaries</a:t>
            </a:r>
            <a:endParaRPr sz="1090" b="1">
              <a:latin typeface="Arial MT"/>
              <a:cs typeface="Arial MT"/>
            </a:endParaRPr>
          </a:p>
          <a:p>
            <a:pPr marL="267970" indent="-116205">
              <a:spcBef>
                <a:spcPts val="860"/>
              </a:spcBef>
              <a:buFont typeface="Symbol" panose="05050102010706020507"/>
              <a:buChar char=""/>
              <a:tabLst>
                <a:tab pos="267970" algn="l"/>
              </a:tabLst>
            </a:pPr>
            <a:r>
              <a:rPr sz="1090" b="1" dirty="0">
                <a:solidFill>
                  <a:srgbClr val="993364"/>
                </a:solidFill>
                <a:latin typeface="Arial MT"/>
                <a:cs typeface="Arial MT"/>
              </a:rPr>
              <a:t>O&amp;M</a:t>
            </a:r>
            <a:r>
              <a:rPr sz="1090" b="1" spc="-14" dirty="0">
                <a:solidFill>
                  <a:srgbClr val="993364"/>
                </a:solidFill>
                <a:latin typeface="Arial MT"/>
                <a:cs typeface="Arial MT"/>
              </a:rPr>
              <a:t> </a:t>
            </a:r>
            <a:r>
              <a:rPr sz="1090" b="1" dirty="0">
                <a:solidFill>
                  <a:srgbClr val="993364"/>
                </a:solidFill>
                <a:latin typeface="Arial MT"/>
                <a:cs typeface="Arial MT"/>
              </a:rPr>
              <a:t>Support</a:t>
            </a:r>
            <a:r>
              <a:rPr sz="1090" b="1" spc="-10" dirty="0">
                <a:solidFill>
                  <a:srgbClr val="993364"/>
                </a:solidFill>
                <a:latin typeface="Arial MT"/>
                <a:cs typeface="Arial MT"/>
              </a:rPr>
              <a:t> </a:t>
            </a:r>
            <a:r>
              <a:rPr sz="1090" b="1" dirty="0">
                <a:solidFill>
                  <a:srgbClr val="993364"/>
                </a:solidFill>
                <a:latin typeface="Arial MT"/>
                <a:cs typeface="Arial MT"/>
              </a:rPr>
              <a:t>for</a:t>
            </a:r>
            <a:r>
              <a:rPr sz="1090" b="1" spc="-14" dirty="0">
                <a:solidFill>
                  <a:srgbClr val="993364"/>
                </a:solidFill>
                <a:latin typeface="Arial MT"/>
                <a:cs typeface="Arial MT"/>
              </a:rPr>
              <a:t> </a:t>
            </a:r>
            <a:r>
              <a:rPr sz="1090" b="1" dirty="0">
                <a:solidFill>
                  <a:srgbClr val="993364"/>
                </a:solidFill>
                <a:latin typeface="Arial MT"/>
                <a:cs typeface="Arial MT"/>
              </a:rPr>
              <a:t>MW</a:t>
            </a:r>
            <a:r>
              <a:rPr sz="1090" b="1" spc="-14" dirty="0">
                <a:solidFill>
                  <a:srgbClr val="993364"/>
                </a:solidFill>
                <a:latin typeface="Arial MT"/>
                <a:cs typeface="Arial MT"/>
              </a:rPr>
              <a:t> </a:t>
            </a:r>
            <a:r>
              <a:rPr sz="1090" b="1" dirty="0">
                <a:solidFill>
                  <a:srgbClr val="993364"/>
                </a:solidFill>
                <a:latin typeface="Arial MT"/>
                <a:cs typeface="Arial MT"/>
              </a:rPr>
              <a:t>&amp;</a:t>
            </a:r>
            <a:r>
              <a:rPr sz="1090" b="1" spc="-20" dirty="0">
                <a:solidFill>
                  <a:srgbClr val="993364"/>
                </a:solidFill>
                <a:latin typeface="Arial MT"/>
                <a:cs typeface="Arial MT"/>
              </a:rPr>
              <a:t> </a:t>
            </a:r>
            <a:r>
              <a:rPr sz="1090" b="1" spc="-7" dirty="0">
                <a:solidFill>
                  <a:srgbClr val="993364"/>
                </a:solidFill>
                <a:latin typeface="Arial MT"/>
                <a:cs typeface="Arial MT"/>
              </a:rPr>
              <a:t>Ancillaries</a:t>
            </a:r>
            <a:endParaRPr sz="1090" b="1">
              <a:latin typeface="Arial MT"/>
              <a:cs typeface="Arial MT"/>
            </a:endParaRPr>
          </a:p>
          <a:p>
            <a:pPr marL="267970" indent="-116205">
              <a:spcBef>
                <a:spcPts val="850"/>
              </a:spcBef>
              <a:buFont typeface="Symbol" panose="05050102010706020507"/>
              <a:buChar char=""/>
              <a:tabLst>
                <a:tab pos="267970" algn="l"/>
              </a:tabLst>
            </a:pPr>
            <a:r>
              <a:rPr sz="1090" b="1" dirty="0">
                <a:solidFill>
                  <a:srgbClr val="993364"/>
                </a:solidFill>
                <a:latin typeface="Arial MT"/>
                <a:cs typeface="Arial MT"/>
              </a:rPr>
              <a:t>O&amp;M</a:t>
            </a:r>
            <a:r>
              <a:rPr sz="1090" b="1" spc="-10" dirty="0">
                <a:solidFill>
                  <a:srgbClr val="993364"/>
                </a:solidFill>
                <a:latin typeface="Arial MT"/>
                <a:cs typeface="Arial MT"/>
              </a:rPr>
              <a:t> </a:t>
            </a:r>
            <a:r>
              <a:rPr sz="1090" b="1" dirty="0">
                <a:solidFill>
                  <a:srgbClr val="993364"/>
                </a:solidFill>
                <a:latin typeface="Arial MT"/>
                <a:cs typeface="Arial MT"/>
              </a:rPr>
              <a:t>Support</a:t>
            </a:r>
            <a:r>
              <a:rPr sz="1090" b="1" spc="-3" dirty="0">
                <a:solidFill>
                  <a:srgbClr val="993364"/>
                </a:solidFill>
                <a:latin typeface="Arial MT"/>
                <a:cs typeface="Arial MT"/>
              </a:rPr>
              <a:t> </a:t>
            </a:r>
            <a:r>
              <a:rPr sz="1090" b="1" dirty="0">
                <a:solidFill>
                  <a:srgbClr val="993364"/>
                </a:solidFill>
                <a:latin typeface="Arial MT"/>
                <a:cs typeface="Arial MT"/>
              </a:rPr>
              <a:t>for</a:t>
            </a:r>
            <a:r>
              <a:rPr sz="1090" b="1" spc="-7" dirty="0">
                <a:solidFill>
                  <a:srgbClr val="993364"/>
                </a:solidFill>
                <a:latin typeface="Arial MT"/>
                <a:cs typeface="Arial MT"/>
              </a:rPr>
              <a:t> </a:t>
            </a:r>
            <a:r>
              <a:rPr sz="1090" b="1" dirty="0">
                <a:solidFill>
                  <a:srgbClr val="993364"/>
                </a:solidFill>
                <a:latin typeface="Arial MT"/>
                <a:cs typeface="Arial MT"/>
              </a:rPr>
              <a:t>BSC</a:t>
            </a:r>
            <a:r>
              <a:rPr sz="1090" b="1" spc="-20" dirty="0">
                <a:solidFill>
                  <a:srgbClr val="993364"/>
                </a:solidFill>
                <a:latin typeface="Arial MT"/>
                <a:cs typeface="Arial MT"/>
              </a:rPr>
              <a:t> </a:t>
            </a:r>
            <a:r>
              <a:rPr sz="1090" b="1" dirty="0">
                <a:solidFill>
                  <a:srgbClr val="993364"/>
                </a:solidFill>
                <a:latin typeface="Arial MT"/>
                <a:cs typeface="Arial MT"/>
              </a:rPr>
              <a:t>/</a:t>
            </a:r>
            <a:r>
              <a:rPr sz="1090" b="1" spc="-10" dirty="0">
                <a:solidFill>
                  <a:srgbClr val="993364"/>
                </a:solidFill>
                <a:latin typeface="Arial MT"/>
                <a:cs typeface="Arial MT"/>
              </a:rPr>
              <a:t> </a:t>
            </a:r>
            <a:r>
              <a:rPr sz="1090" b="1" dirty="0">
                <a:solidFill>
                  <a:srgbClr val="993364"/>
                </a:solidFill>
                <a:latin typeface="Arial MT"/>
                <a:cs typeface="Arial MT"/>
              </a:rPr>
              <a:t>XCDR</a:t>
            </a:r>
            <a:r>
              <a:rPr sz="1090" b="1" spc="-10" dirty="0">
                <a:solidFill>
                  <a:srgbClr val="993364"/>
                </a:solidFill>
                <a:latin typeface="Arial MT"/>
                <a:cs typeface="Arial MT"/>
              </a:rPr>
              <a:t> </a:t>
            </a:r>
            <a:r>
              <a:rPr sz="1090" b="1" dirty="0">
                <a:solidFill>
                  <a:srgbClr val="993364"/>
                </a:solidFill>
                <a:latin typeface="Arial MT"/>
                <a:cs typeface="Arial MT"/>
              </a:rPr>
              <a:t>&amp;</a:t>
            </a:r>
            <a:r>
              <a:rPr sz="1090" b="1" spc="-10" dirty="0">
                <a:solidFill>
                  <a:srgbClr val="993364"/>
                </a:solidFill>
                <a:latin typeface="Arial MT"/>
                <a:cs typeface="Arial MT"/>
              </a:rPr>
              <a:t> </a:t>
            </a:r>
            <a:r>
              <a:rPr sz="1090" b="1" spc="-7" dirty="0">
                <a:solidFill>
                  <a:srgbClr val="993364"/>
                </a:solidFill>
                <a:latin typeface="Arial MT"/>
                <a:cs typeface="Arial MT"/>
              </a:rPr>
              <a:t>Ancillaries</a:t>
            </a:r>
            <a:endParaRPr sz="1090" b="1">
              <a:latin typeface="Arial MT"/>
              <a:cs typeface="Arial MT"/>
            </a:endParaRPr>
          </a:p>
          <a:p>
            <a:pPr marL="267970" indent="-116205">
              <a:spcBef>
                <a:spcPts val="865"/>
              </a:spcBef>
              <a:buFont typeface="Symbol" panose="05050102010706020507"/>
              <a:buChar char=""/>
              <a:tabLst>
                <a:tab pos="267970" algn="l"/>
              </a:tabLst>
            </a:pPr>
            <a:r>
              <a:rPr sz="1090" b="1" dirty="0">
                <a:solidFill>
                  <a:srgbClr val="993364"/>
                </a:solidFill>
                <a:latin typeface="Arial MT"/>
                <a:cs typeface="Arial MT"/>
              </a:rPr>
              <a:t>O&amp;M</a:t>
            </a:r>
            <a:r>
              <a:rPr sz="1090" b="1" spc="-17" dirty="0">
                <a:solidFill>
                  <a:srgbClr val="993364"/>
                </a:solidFill>
                <a:latin typeface="Arial MT"/>
                <a:cs typeface="Arial MT"/>
              </a:rPr>
              <a:t> </a:t>
            </a:r>
            <a:r>
              <a:rPr sz="1090" b="1" dirty="0">
                <a:solidFill>
                  <a:srgbClr val="993364"/>
                </a:solidFill>
                <a:latin typeface="Arial MT"/>
                <a:cs typeface="Arial MT"/>
              </a:rPr>
              <a:t>Support</a:t>
            </a:r>
            <a:r>
              <a:rPr sz="1090" b="1" spc="-10" dirty="0">
                <a:solidFill>
                  <a:srgbClr val="993364"/>
                </a:solidFill>
                <a:latin typeface="Arial MT"/>
                <a:cs typeface="Arial MT"/>
              </a:rPr>
              <a:t> </a:t>
            </a:r>
            <a:r>
              <a:rPr sz="1090" b="1" dirty="0">
                <a:solidFill>
                  <a:srgbClr val="993364"/>
                </a:solidFill>
                <a:latin typeface="Arial MT"/>
                <a:cs typeface="Arial MT"/>
              </a:rPr>
              <a:t>for</a:t>
            </a:r>
            <a:r>
              <a:rPr sz="1090" b="1" spc="-14" dirty="0">
                <a:solidFill>
                  <a:srgbClr val="993364"/>
                </a:solidFill>
                <a:latin typeface="Arial MT"/>
                <a:cs typeface="Arial MT"/>
              </a:rPr>
              <a:t> </a:t>
            </a:r>
            <a:r>
              <a:rPr sz="1090" b="1" spc="-17" dirty="0">
                <a:solidFill>
                  <a:srgbClr val="993364"/>
                </a:solidFill>
                <a:latin typeface="Arial MT"/>
                <a:cs typeface="Arial MT"/>
              </a:rPr>
              <a:t>MSC</a:t>
            </a:r>
            <a:endParaRPr sz="1090" b="1">
              <a:latin typeface="Arial MT"/>
              <a:cs typeface="Arial MT"/>
            </a:endParaRPr>
          </a:p>
          <a:p>
            <a:pPr marL="267970" indent="-116205">
              <a:spcBef>
                <a:spcPts val="860"/>
              </a:spcBef>
              <a:buFont typeface="Symbol" panose="05050102010706020507"/>
              <a:buChar char=""/>
              <a:tabLst>
                <a:tab pos="267970" algn="l"/>
              </a:tabLst>
            </a:pPr>
            <a:r>
              <a:rPr sz="1090" b="1" dirty="0">
                <a:solidFill>
                  <a:srgbClr val="993364"/>
                </a:solidFill>
                <a:latin typeface="Arial MT"/>
                <a:cs typeface="Arial MT"/>
              </a:rPr>
              <a:t>O&amp;M</a:t>
            </a:r>
            <a:r>
              <a:rPr sz="1090" b="1" spc="-14" dirty="0">
                <a:solidFill>
                  <a:srgbClr val="993364"/>
                </a:solidFill>
                <a:latin typeface="Arial MT"/>
                <a:cs typeface="Arial MT"/>
              </a:rPr>
              <a:t> </a:t>
            </a:r>
            <a:r>
              <a:rPr sz="1090" b="1" dirty="0">
                <a:solidFill>
                  <a:srgbClr val="993364"/>
                </a:solidFill>
                <a:latin typeface="Arial MT"/>
                <a:cs typeface="Arial MT"/>
              </a:rPr>
              <a:t>Support</a:t>
            </a:r>
            <a:r>
              <a:rPr sz="1090" b="1" spc="-10" dirty="0">
                <a:solidFill>
                  <a:srgbClr val="993364"/>
                </a:solidFill>
                <a:latin typeface="Arial MT"/>
                <a:cs typeface="Arial MT"/>
              </a:rPr>
              <a:t> </a:t>
            </a:r>
            <a:r>
              <a:rPr sz="1090" b="1" dirty="0">
                <a:solidFill>
                  <a:srgbClr val="993364"/>
                </a:solidFill>
                <a:latin typeface="Arial MT"/>
                <a:cs typeface="Arial MT"/>
              </a:rPr>
              <a:t>of</a:t>
            </a:r>
            <a:r>
              <a:rPr sz="1090" b="1" spc="-17" dirty="0">
                <a:solidFill>
                  <a:srgbClr val="993364"/>
                </a:solidFill>
                <a:latin typeface="Arial MT"/>
                <a:cs typeface="Arial MT"/>
              </a:rPr>
              <a:t> </a:t>
            </a:r>
            <a:r>
              <a:rPr sz="1090" b="1" dirty="0">
                <a:solidFill>
                  <a:srgbClr val="993364"/>
                </a:solidFill>
                <a:latin typeface="Arial MT"/>
                <a:cs typeface="Arial MT"/>
              </a:rPr>
              <a:t>Fire</a:t>
            </a:r>
            <a:r>
              <a:rPr sz="1090" b="1" spc="-14" dirty="0">
                <a:solidFill>
                  <a:srgbClr val="993364"/>
                </a:solidFill>
                <a:latin typeface="Arial MT"/>
                <a:cs typeface="Arial MT"/>
              </a:rPr>
              <a:t> </a:t>
            </a:r>
            <a:r>
              <a:rPr sz="1090" b="1" spc="-7" dirty="0">
                <a:solidFill>
                  <a:srgbClr val="993364"/>
                </a:solidFill>
                <a:latin typeface="Arial MT"/>
                <a:cs typeface="Arial MT"/>
              </a:rPr>
              <a:t>Fighting</a:t>
            </a:r>
          </a:p>
        </p:txBody>
      </p:sp>
      <p:sp>
        <p:nvSpPr>
          <p:cNvPr id="4" name="object 4"/>
          <p:cNvSpPr txBox="1"/>
          <p:nvPr/>
        </p:nvSpPr>
        <p:spPr>
          <a:xfrm>
            <a:off x="2333625" y="3241675"/>
            <a:ext cx="7774940" cy="2712720"/>
          </a:xfrm>
          <a:prstGeom prst="rect">
            <a:avLst/>
          </a:prstGeom>
        </p:spPr>
        <p:txBody>
          <a:bodyPr vert="horz" wrap="square" lIns="0" tIns="8659" rIns="0" bIns="0" rtlCol="0">
            <a:noAutofit/>
          </a:bodyPr>
          <a:lstStyle/>
          <a:p>
            <a:pPr marL="8890">
              <a:spcBef>
                <a:spcPts val="70"/>
              </a:spcBef>
            </a:pPr>
            <a:r>
              <a:rPr sz="1000" b="1" dirty="0">
                <a:solidFill>
                  <a:srgbClr val="000080"/>
                </a:solidFill>
                <a:latin typeface="Arial MT"/>
                <a:cs typeface="Arial MT"/>
              </a:rPr>
              <a:t>Implementation Methodology</a:t>
            </a:r>
            <a:endParaRPr sz="1000" b="1">
              <a:latin typeface="Arial MT"/>
              <a:cs typeface="Arial MT"/>
            </a:endParaRPr>
          </a:p>
          <a:p>
            <a:pPr marL="8890">
              <a:spcBef>
                <a:spcPts val="870"/>
              </a:spcBef>
            </a:pPr>
            <a:r>
              <a:rPr sz="1000" b="1" u="sng" dirty="0">
                <a:solidFill>
                  <a:srgbClr val="993364"/>
                </a:solidFill>
                <a:uFill>
                  <a:solidFill>
                    <a:srgbClr val="993364"/>
                  </a:solidFill>
                </a:uFill>
                <a:latin typeface="Arial MT"/>
                <a:cs typeface="Arial MT"/>
              </a:rPr>
              <a:t>Deployment of key personnel</a:t>
            </a:r>
            <a:r>
              <a:rPr sz="1000" b="1" dirty="0">
                <a:solidFill>
                  <a:srgbClr val="993364"/>
                </a:solidFill>
                <a:latin typeface="Arial MT"/>
                <a:cs typeface="Arial MT"/>
              </a:rPr>
              <a:t>:</a:t>
            </a:r>
            <a:endParaRPr sz="1000" b="1">
              <a:latin typeface="Arial MT"/>
              <a:cs typeface="Arial MT"/>
            </a:endParaRPr>
          </a:p>
          <a:p>
            <a:pPr>
              <a:spcBef>
                <a:spcPts val="380"/>
              </a:spcBef>
            </a:pPr>
            <a:endParaRPr sz="1000" b="1">
              <a:latin typeface="Arial MT"/>
              <a:cs typeface="Arial MT"/>
            </a:endParaRPr>
          </a:p>
          <a:p>
            <a:pPr marL="8890" marR="478155">
              <a:lnSpc>
                <a:spcPts val="790"/>
              </a:lnSpc>
            </a:pPr>
            <a:r>
              <a:rPr sz="1000" b="1" dirty="0">
                <a:latin typeface="Arial MT"/>
                <a:cs typeface="Arial MT"/>
              </a:rPr>
              <a:t>For any assigned project we deploy the key personnel as under to insure completion of the work with utmost perfection:-</a:t>
            </a:r>
            <a:endParaRPr sz="1000" b="1">
              <a:latin typeface="Arial MT"/>
              <a:cs typeface="Arial MT"/>
            </a:endParaRPr>
          </a:p>
          <a:p>
            <a:pPr>
              <a:lnSpc>
                <a:spcPct val="100000"/>
              </a:lnSpc>
            </a:pPr>
            <a:endParaRPr sz="1000" b="1">
              <a:latin typeface="Arial MT"/>
              <a:cs typeface="Arial MT"/>
            </a:endParaRPr>
          </a:p>
          <a:p>
            <a:pPr>
              <a:spcBef>
                <a:spcPts val="125"/>
              </a:spcBef>
            </a:pPr>
            <a:endParaRPr sz="1000" b="1">
              <a:latin typeface="Arial MT"/>
              <a:cs typeface="Arial MT"/>
            </a:endParaRPr>
          </a:p>
          <a:p>
            <a:pPr marL="269875" marR="358140" indent="-117475">
              <a:lnSpc>
                <a:spcPts val="785"/>
              </a:lnSpc>
              <a:buClr>
                <a:srgbClr val="646499"/>
              </a:buClr>
              <a:buAutoNum type="arabicPeriod"/>
              <a:tabLst>
                <a:tab pos="302260" algn="l"/>
              </a:tabLst>
            </a:pPr>
            <a:r>
              <a:rPr sz="1000" b="1" dirty="0">
                <a:latin typeface="Arial MT"/>
                <a:cs typeface="Arial MT"/>
              </a:rPr>
              <a:t>Project Manager - Project Manager will be responsible for overall co- 	ordination and monitoring the day-to-day activities at the site.</a:t>
            </a:r>
            <a:endParaRPr sz="1000" b="1">
              <a:latin typeface="Arial MT"/>
              <a:cs typeface="Arial MT"/>
            </a:endParaRPr>
          </a:p>
          <a:p>
            <a:pPr>
              <a:spcBef>
                <a:spcPts val="165"/>
              </a:spcBef>
              <a:buAutoNum type="arabicPeriod"/>
            </a:pPr>
            <a:endParaRPr sz="1000" b="1">
              <a:latin typeface="Arial MT"/>
              <a:cs typeface="Arial MT"/>
            </a:endParaRPr>
          </a:p>
          <a:p>
            <a:pPr marL="271145" marR="3175" indent="-119380" algn="just">
              <a:lnSpc>
                <a:spcPts val="825"/>
              </a:lnSpc>
              <a:buAutoNum type="arabicPeriod"/>
              <a:tabLst>
                <a:tab pos="302260" algn="l"/>
              </a:tabLst>
            </a:pPr>
            <a:r>
              <a:rPr sz="1000" b="1" dirty="0">
                <a:latin typeface="Arial MT"/>
                <a:cs typeface="Arial MT"/>
              </a:rPr>
              <a:t>Team Leader - The Team Leader will control and co-ordinate the activities of 	all technical personnel involved at Security site. He will be responsible for 	providing periodical reports and feedback to the project manager.</a:t>
            </a:r>
            <a:endParaRPr sz="1000" b="1">
              <a:latin typeface="Arial MT"/>
              <a:cs typeface="Arial MT"/>
            </a:endParaRPr>
          </a:p>
          <a:p>
            <a:pPr>
              <a:spcBef>
                <a:spcPts val="130"/>
              </a:spcBef>
              <a:buAutoNum type="arabicPeriod"/>
            </a:pPr>
            <a:endParaRPr sz="1000" b="1">
              <a:latin typeface="Arial MT"/>
              <a:cs typeface="Arial MT"/>
            </a:endParaRPr>
          </a:p>
          <a:p>
            <a:pPr marL="302895" marR="6350" indent="-150495" algn="just">
              <a:lnSpc>
                <a:spcPts val="800"/>
              </a:lnSpc>
              <a:spcBef>
                <a:spcPts val="5"/>
              </a:spcBef>
              <a:buAutoNum type="arabicPeriod"/>
              <a:tabLst>
                <a:tab pos="302260" algn="l"/>
              </a:tabLst>
            </a:pPr>
            <a:r>
              <a:rPr sz="1000" b="1" dirty="0">
                <a:latin typeface="Arial MT"/>
                <a:cs typeface="Arial MT"/>
              </a:rPr>
              <a:t>Co-Ordinators - The co-ordinator shall coordinate the proper collection of data’s from the site for onward information.</a:t>
            </a:r>
            <a:endParaRPr sz="1000" b="1">
              <a:latin typeface="Arial MT"/>
              <a:cs typeface="Arial MT"/>
            </a:endParaRPr>
          </a:p>
          <a:p>
            <a:pPr>
              <a:spcBef>
                <a:spcPts val="125"/>
              </a:spcBef>
              <a:buAutoNum type="arabicPeriod"/>
            </a:pPr>
            <a:endParaRPr sz="1000" b="1">
              <a:latin typeface="Arial MT"/>
              <a:cs typeface="Arial MT"/>
            </a:endParaRPr>
          </a:p>
          <a:p>
            <a:pPr marL="302895" marR="6350" indent="-150495" algn="just">
              <a:lnSpc>
                <a:spcPts val="790"/>
              </a:lnSpc>
              <a:buAutoNum type="arabicPeriod"/>
              <a:tabLst>
                <a:tab pos="302260" algn="l"/>
              </a:tabLst>
            </a:pPr>
            <a:r>
              <a:rPr sz="1000" b="1" dirty="0">
                <a:latin typeface="Arial MT"/>
                <a:cs typeface="Arial MT"/>
              </a:rPr>
              <a:t>Engineers - Qualified Engineers are detailed at the site to supervise the quality of Security as per the specification.</a:t>
            </a:r>
            <a:endParaRPr sz="1000" b="1">
              <a:latin typeface="Arial MT"/>
              <a:cs typeface="Arial MT"/>
            </a:endParaRPr>
          </a:p>
          <a:p>
            <a:pPr>
              <a:spcBef>
                <a:spcPts val="140"/>
              </a:spcBef>
              <a:buAutoNum type="arabicPeriod"/>
            </a:pPr>
            <a:endParaRPr sz="1000" b="1">
              <a:latin typeface="Arial MT"/>
              <a:cs typeface="Arial MT"/>
            </a:endParaRPr>
          </a:p>
          <a:p>
            <a:pPr marL="302895" marR="5715" indent="-150495" algn="just">
              <a:lnSpc>
                <a:spcPts val="785"/>
              </a:lnSpc>
              <a:buAutoNum type="arabicPeriod"/>
              <a:tabLst>
                <a:tab pos="302260" algn="l"/>
              </a:tabLst>
            </a:pPr>
            <a:r>
              <a:rPr sz="1000" b="1" dirty="0">
                <a:latin typeface="Arial MT"/>
                <a:cs typeface="Arial MT"/>
              </a:rPr>
              <a:t>Technicians - Team of electrical and mechanical technicians are detailed at the site to work under the supervision of site engineers.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35" y="0"/>
            <a:ext cx="12192000" cy="6858635"/>
          </a:xfrm>
          <a:prstGeom prst="rect">
            <a:avLst/>
          </a:prstGeom>
        </p:spPr>
      </p:pic>
      <p:pic>
        <p:nvPicPr>
          <p:cNvPr id="3" name="object 3"/>
          <p:cNvPicPr/>
          <p:nvPr/>
        </p:nvPicPr>
        <p:blipFill>
          <a:blip r:embed="rId3" cstate="print"/>
          <a:stretch>
            <a:fillRect/>
          </a:stretch>
        </p:blipFill>
        <p:spPr>
          <a:xfrm>
            <a:off x="6584315" y="373380"/>
            <a:ext cx="2237105" cy="5611495"/>
          </a:xfrm>
          <a:prstGeom prst="rect">
            <a:avLst/>
          </a:prstGeom>
        </p:spPr>
      </p:pic>
      <p:sp>
        <p:nvSpPr>
          <p:cNvPr id="4" name="object 4"/>
          <p:cNvSpPr txBox="1"/>
          <p:nvPr/>
        </p:nvSpPr>
        <p:spPr>
          <a:xfrm>
            <a:off x="1205865" y="226695"/>
            <a:ext cx="8005445" cy="6631940"/>
          </a:xfrm>
          <a:prstGeom prst="rect">
            <a:avLst/>
          </a:prstGeom>
        </p:spPr>
        <p:txBody>
          <a:bodyPr vert="horz" wrap="square" lIns="0" tIns="8659" rIns="0" bIns="0" rtlCol="0">
            <a:noAutofit/>
          </a:bodyPr>
          <a:lstStyle/>
          <a:p>
            <a:pPr marL="8890">
              <a:spcBef>
                <a:spcPts val="70"/>
              </a:spcBef>
            </a:pPr>
            <a:r>
              <a:rPr sz="1090" b="1" dirty="0">
                <a:solidFill>
                  <a:srgbClr val="000080"/>
                </a:solidFill>
                <a:latin typeface="Arial MT"/>
                <a:cs typeface="Arial MT"/>
              </a:rPr>
              <a:t>Test</a:t>
            </a:r>
            <a:r>
              <a:rPr sz="1090" b="1" spc="-14" dirty="0">
                <a:solidFill>
                  <a:srgbClr val="000080"/>
                </a:solidFill>
                <a:latin typeface="Arial MT"/>
                <a:cs typeface="Arial MT"/>
              </a:rPr>
              <a:t> </a:t>
            </a:r>
            <a:r>
              <a:rPr sz="1090" b="1" dirty="0">
                <a:solidFill>
                  <a:srgbClr val="000080"/>
                </a:solidFill>
                <a:latin typeface="Arial MT"/>
                <a:cs typeface="Arial MT"/>
              </a:rPr>
              <a:t>and</a:t>
            </a:r>
            <a:r>
              <a:rPr sz="1090" b="1" spc="-20" dirty="0">
                <a:solidFill>
                  <a:srgbClr val="000080"/>
                </a:solidFill>
                <a:latin typeface="Arial MT"/>
                <a:cs typeface="Arial MT"/>
              </a:rPr>
              <a:t> </a:t>
            </a:r>
            <a:r>
              <a:rPr sz="1090" b="1" dirty="0">
                <a:solidFill>
                  <a:srgbClr val="000080"/>
                </a:solidFill>
                <a:latin typeface="Arial MT"/>
                <a:cs typeface="Arial MT"/>
              </a:rPr>
              <a:t>Measuring</a:t>
            </a:r>
            <a:r>
              <a:rPr sz="1090" b="1" spc="-17" dirty="0">
                <a:solidFill>
                  <a:srgbClr val="000080"/>
                </a:solidFill>
                <a:latin typeface="Arial MT"/>
                <a:cs typeface="Arial MT"/>
              </a:rPr>
              <a:t> </a:t>
            </a:r>
            <a:r>
              <a:rPr sz="1090" b="1" spc="-14" dirty="0">
                <a:solidFill>
                  <a:srgbClr val="000080"/>
                </a:solidFill>
                <a:latin typeface="Arial MT"/>
                <a:cs typeface="Arial MT"/>
              </a:rPr>
              <a:t>Tools</a:t>
            </a:r>
            <a:endParaRPr sz="1090" b="1">
              <a:latin typeface="Arial MT"/>
              <a:cs typeface="Arial MT"/>
            </a:endParaRPr>
          </a:p>
          <a:p>
            <a:pPr>
              <a:lnSpc>
                <a:spcPct val="100000"/>
              </a:lnSpc>
            </a:pPr>
            <a:endParaRPr sz="1090" b="1">
              <a:latin typeface="Arial MT"/>
              <a:cs typeface="Arial MT"/>
            </a:endParaRPr>
          </a:p>
          <a:p>
            <a:pPr>
              <a:spcBef>
                <a:spcPts val="70"/>
              </a:spcBef>
            </a:pPr>
            <a:endParaRPr sz="1090" b="1">
              <a:latin typeface="Arial MT"/>
              <a:cs typeface="Arial MT"/>
            </a:endParaRPr>
          </a:p>
          <a:p>
            <a:pPr marL="8890"/>
            <a:r>
              <a:rPr sz="1090" b="1" dirty="0">
                <a:latin typeface="Arial MT"/>
                <a:cs typeface="Arial MT"/>
              </a:rPr>
              <a:t>R.D.</a:t>
            </a:r>
            <a:r>
              <a:rPr sz="1090" b="1" spc="-7" dirty="0">
                <a:latin typeface="Arial MT"/>
                <a:cs typeface="Arial MT"/>
              </a:rPr>
              <a:t> </a:t>
            </a:r>
            <a:r>
              <a:rPr sz="1090" b="1" dirty="0">
                <a:latin typeface="Arial MT"/>
                <a:cs typeface="Arial MT"/>
              </a:rPr>
              <a:t>TECH</a:t>
            </a:r>
            <a:r>
              <a:rPr sz="1090" b="1" spc="-20" dirty="0">
                <a:latin typeface="Arial MT"/>
                <a:cs typeface="Arial MT"/>
              </a:rPr>
              <a:t> </a:t>
            </a:r>
            <a:r>
              <a:rPr sz="1090" b="1" spc="-14" dirty="0">
                <a:latin typeface="Arial MT"/>
                <a:cs typeface="Arial MT"/>
              </a:rPr>
              <a:t>INFRA</a:t>
            </a:r>
            <a:endParaRPr sz="1090" b="1">
              <a:latin typeface="Arial MT"/>
              <a:cs typeface="Arial MT"/>
            </a:endParaRPr>
          </a:p>
          <a:p>
            <a:pPr>
              <a:spcBef>
                <a:spcPts val="850"/>
              </a:spcBef>
            </a:pPr>
            <a:endParaRPr sz="1090" b="1">
              <a:latin typeface="Arial MT"/>
              <a:cs typeface="Arial MT"/>
            </a:endParaRPr>
          </a:p>
          <a:p>
            <a:pPr marL="8890" marR="3175">
              <a:lnSpc>
                <a:spcPts val="830"/>
              </a:lnSpc>
            </a:pPr>
            <a:r>
              <a:rPr sz="1090" b="1" dirty="0">
                <a:latin typeface="Arial MT"/>
                <a:cs typeface="Arial MT"/>
              </a:rPr>
              <a:t>Have</a:t>
            </a:r>
            <a:r>
              <a:rPr sz="1090" b="1" spc="-10" dirty="0">
                <a:latin typeface="Arial MT"/>
                <a:cs typeface="Arial MT"/>
              </a:rPr>
              <a:t> </a:t>
            </a:r>
            <a:r>
              <a:rPr sz="1090" b="1" dirty="0">
                <a:latin typeface="Arial MT"/>
                <a:cs typeface="Arial MT"/>
              </a:rPr>
              <a:t>the</a:t>
            </a:r>
            <a:r>
              <a:rPr sz="1090" b="1" spc="-7" dirty="0">
                <a:latin typeface="Arial MT"/>
                <a:cs typeface="Arial MT"/>
              </a:rPr>
              <a:t> </a:t>
            </a:r>
            <a:r>
              <a:rPr sz="1090" b="1" dirty="0">
                <a:latin typeface="Arial MT"/>
                <a:cs typeface="Arial MT"/>
              </a:rPr>
              <a:t>following</a:t>
            </a:r>
            <a:r>
              <a:rPr sz="1090" b="1" spc="-10" dirty="0">
                <a:latin typeface="Arial MT"/>
                <a:cs typeface="Arial MT"/>
              </a:rPr>
              <a:t> </a:t>
            </a:r>
            <a:r>
              <a:rPr sz="1090" b="1" dirty="0">
                <a:latin typeface="Arial MT"/>
                <a:cs typeface="Arial MT"/>
              </a:rPr>
              <a:t>Tools</a:t>
            </a:r>
            <a:r>
              <a:rPr sz="1090" b="1" spc="-3" dirty="0">
                <a:latin typeface="Arial MT"/>
                <a:cs typeface="Arial MT"/>
              </a:rPr>
              <a:t> </a:t>
            </a:r>
            <a:r>
              <a:rPr sz="1090" b="1" dirty="0">
                <a:latin typeface="Arial MT"/>
                <a:cs typeface="Arial MT"/>
              </a:rPr>
              <a:t>to</a:t>
            </a:r>
            <a:r>
              <a:rPr sz="1090" b="1" spc="-10" dirty="0">
                <a:latin typeface="Arial MT"/>
                <a:cs typeface="Arial MT"/>
              </a:rPr>
              <a:t> </a:t>
            </a:r>
            <a:r>
              <a:rPr sz="1090" b="1" dirty="0">
                <a:latin typeface="Arial MT"/>
                <a:cs typeface="Arial MT"/>
              </a:rPr>
              <a:t>execute</a:t>
            </a:r>
            <a:r>
              <a:rPr sz="1090" b="1" spc="-7" dirty="0">
                <a:latin typeface="Arial MT"/>
                <a:cs typeface="Arial MT"/>
              </a:rPr>
              <a:t> </a:t>
            </a:r>
            <a:r>
              <a:rPr sz="1090" b="1" dirty="0">
                <a:latin typeface="Arial MT"/>
                <a:cs typeface="Arial MT"/>
              </a:rPr>
              <a:t>the</a:t>
            </a:r>
            <a:r>
              <a:rPr sz="1090" b="1" spc="-10" dirty="0">
                <a:latin typeface="Arial MT"/>
                <a:cs typeface="Arial MT"/>
              </a:rPr>
              <a:t> </a:t>
            </a:r>
            <a:r>
              <a:rPr sz="1090" b="1" dirty="0">
                <a:latin typeface="Arial MT"/>
                <a:cs typeface="Arial MT"/>
              </a:rPr>
              <a:t>Site</a:t>
            </a:r>
            <a:r>
              <a:rPr sz="1090" b="1" spc="10" dirty="0">
                <a:latin typeface="Arial MT"/>
                <a:cs typeface="Arial MT"/>
              </a:rPr>
              <a:t> </a:t>
            </a:r>
            <a:r>
              <a:rPr sz="1090" b="1" spc="-7" dirty="0">
                <a:latin typeface="Arial MT"/>
                <a:cs typeface="Arial MT"/>
              </a:rPr>
              <a:t>Infrastructure </a:t>
            </a:r>
            <a:r>
              <a:rPr sz="1090" b="1" dirty="0">
                <a:latin typeface="Arial MT"/>
                <a:cs typeface="Arial MT"/>
              </a:rPr>
              <a:t>and</a:t>
            </a:r>
            <a:r>
              <a:rPr sz="1090" b="1" spc="-10" dirty="0">
                <a:latin typeface="Arial MT"/>
                <a:cs typeface="Arial MT"/>
              </a:rPr>
              <a:t> </a:t>
            </a:r>
            <a:r>
              <a:rPr sz="1090" b="1" spc="-7" dirty="0">
                <a:latin typeface="Arial MT"/>
                <a:cs typeface="Arial MT"/>
              </a:rPr>
              <a:t>telecom </a:t>
            </a:r>
            <a:r>
              <a:rPr sz="1090" b="1" dirty="0">
                <a:latin typeface="Arial MT"/>
                <a:cs typeface="Arial MT"/>
              </a:rPr>
              <a:t>equipment</a:t>
            </a:r>
            <a:r>
              <a:rPr sz="1090" b="1" spc="-20" dirty="0">
                <a:latin typeface="Arial MT"/>
                <a:cs typeface="Arial MT"/>
              </a:rPr>
              <a:t> </a:t>
            </a:r>
            <a:r>
              <a:rPr sz="1090" b="1" spc="-7" dirty="0">
                <a:latin typeface="Arial MT"/>
                <a:cs typeface="Arial MT"/>
              </a:rPr>
              <a:t>works:</a:t>
            </a:r>
            <a:endParaRPr sz="1090" b="1">
              <a:latin typeface="Arial MT"/>
              <a:cs typeface="Arial MT"/>
            </a:endParaRPr>
          </a:p>
          <a:p>
            <a:pPr>
              <a:lnSpc>
                <a:spcPct val="100000"/>
              </a:lnSpc>
            </a:pPr>
            <a:endParaRPr sz="1090" b="1">
              <a:latin typeface="Arial MT"/>
              <a:cs typeface="Arial MT"/>
            </a:endParaRPr>
          </a:p>
          <a:p>
            <a:pPr>
              <a:spcBef>
                <a:spcPts val="500"/>
              </a:spcBef>
            </a:pPr>
            <a:endParaRPr sz="1090" b="1">
              <a:latin typeface="Arial MT"/>
              <a:cs typeface="Arial MT"/>
            </a:endParaRPr>
          </a:p>
          <a:p>
            <a:pPr marL="267970" indent="-116205">
              <a:spcBef>
                <a:spcPts val="5"/>
              </a:spcBef>
              <a:buFont typeface="Symbol" panose="05050102010706020507"/>
              <a:buChar char=""/>
              <a:tabLst>
                <a:tab pos="267970" algn="l"/>
              </a:tabLst>
            </a:pPr>
            <a:r>
              <a:rPr sz="1090" b="1" dirty="0">
                <a:solidFill>
                  <a:srgbClr val="000080"/>
                </a:solidFill>
                <a:latin typeface="Arial" panose="020B0604020202020204"/>
                <a:cs typeface="Arial" panose="020B0604020202020204"/>
              </a:rPr>
              <a:t>SITE</a:t>
            </a:r>
            <a:r>
              <a:rPr sz="1090" b="1" spc="-10" dirty="0">
                <a:solidFill>
                  <a:srgbClr val="000080"/>
                </a:solidFill>
                <a:latin typeface="Arial" panose="020B0604020202020204"/>
                <a:cs typeface="Arial" panose="020B0604020202020204"/>
              </a:rPr>
              <a:t> </a:t>
            </a:r>
            <a:r>
              <a:rPr sz="1090" b="1" spc="-7" dirty="0">
                <a:solidFill>
                  <a:srgbClr val="000080"/>
                </a:solidFill>
                <a:latin typeface="Arial" panose="020B0604020202020204"/>
                <a:cs typeface="Arial" panose="020B0604020202020204"/>
              </a:rPr>
              <a:t>MASTER</a:t>
            </a:r>
            <a:endParaRPr sz="1090" b="1">
              <a:latin typeface="Arial" panose="020B0604020202020204"/>
              <a:cs typeface="Arial" panose="020B0604020202020204"/>
            </a:endParaRPr>
          </a:p>
          <a:p>
            <a:pPr>
              <a:spcBef>
                <a:spcPts val="110"/>
              </a:spcBef>
              <a:buFont typeface="Symbol" panose="05050102010706020507"/>
              <a:buChar char=""/>
            </a:pPr>
            <a:endParaRPr sz="1090" b="1">
              <a:latin typeface="Arial" panose="020B0604020202020204"/>
              <a:cs typeface="Arial" panose="020B0604020202020204"/>
            </a:endParaRPr>
          </a:p>
          <a:p>
            <a:pPr marL="267970" indent="-116205">
              <a:spcBef>
                <a:spcPts val="5"/>
              </a:spcBef>
              <a:buFont typeface="Symbol" panose="05050102010706020507"/>
              <a:buChar char=""/>
              <a:tabLst>
                <a:tab pos="267970" algn="l"/>
              </a:tabLst>
            </a:pPr>
            <a:r>
              <a:rPr sz="1090" b="1" dirty="0">
                <a:solidFill>
                  <a:srgbClr val="000080"/>
                </a:solidFill>
                <a:latin typeface="Arial" panose="020B0604020202020204"/>
                <a:cs typeface="Arial" panose="020B0604020202020204"/>
              </a:rPr>
              <a:t>BIRD</a:t>
            </a:r>
            <a:r>
              <a:rPr sz="1090" b="1" spc="-17" dirty="0">
                <a:solidFill>
                  <a:srgbClr val="000080"/>
                </a:solidFill>
                <a:latin typeface="Arial" panose="020B0604020202020204"/>
                <a:cs typeface="Arial" panose="020B0604020202020204"/>
              </a:rPr>
              <a:t> 800</a:t>
            </a:r>
            <a:endParaRPr sz="1090" b="1">
              <a:latin typeface="Arial" panose="020B0604020202020204"/>
              <a:cs typeface="Arial" panose="020B0604020202020204"/>
            </a:endParaRPr>
          </a:p>
          <a:p>
            <a:pPr>
              <a:spcBef>
                <a:spcPts val="100"/>
              </a:spcBef>
              <a:buFont typeface="Symbol" panose="05050102010706020507"/>
              <a:buChar char=""/>
            </a:pPr>
            <a:endParaRPr sz="1090" b="1">
              <a:latin typeface="Arial" panose="020B0604020202020204"/>
              <a:cs typeface="Arial" panose="020B0604020202020204"/>
            </a:endParaRPr>
          </a:p>
          <a:p>
            <a:pPr marL="267970" indent="-116205">
              <a:buFont typeface="Symbol" panose="05050102010706020507"/>
              <a:buChar char=""/>
              <a:tabLst>
                <a:tab pos="267970" algn="l"/>
              </a:tabLst>
            </a:pPr>
            <a:r>
              <a:rPr sz="1090" b="1" dirty="0">
                <a:solidFill>
                  <a:srgbClr val="000080"/>
                </a:solidFill>
                <a:latin typeface="Arial" panose="020B0604020202020204"/>
                <a:cs typeface="Arial" panose="020B0604020202020204"/>
              </a:rPr>
              <a:t>POWER</a:t>
            </a:r>
            <a:r>
              <a:rPr sz="1090" b="1" spc="-7" dirty="0">
                <a:solidFill>
                  <a:srgbClr val="000080"/>
                </a:solidFill>
                <a:latin typeface="Arial" panose="020B0604020202020204"/>
                <a:cs typeface="Arial" panose="020B0604020202020204"/>
              </a:rPr>
              <a:t> METER</a:t>
            </a:r>
            <a:endParaRPr sz="1090" b="1">
              <a:latin typeface="Arial" panose="020B0604020202020204"/>
              <a:cs typeface="Arial" panose="020B0604020202020204"/>
            </a:endParaRPr>
          </a:p>
          <a:p>
            <a:pPr>
              <a:spcBef>
                <a:spcPts val="110"/>
              </a:spcBef>
              <a:buFont typeface="Symbol" panose="05050102010706020507"/>
              <a:buChar char=""/>
            </a:pPr>
            <a:endParaRPr sz="1090" b="1">
              <a:latin typeface="Arial" panose="020B0604020202020204"/>
              <a:cs typeface="Arial" panose="020B0604020202020204"/>
            </a:endParaRPr>
          </a:p>
          <a:p>
            <a:pPr marL="267970" indent="-116205">
              <a:buFont typeface="Symbol" panose="05050102010706020507"/>
              <a:buChar char=""/>
              <a:tabLst>
                <a:tab pos="267970" algn="l"/>
              </a:tabLst>
            </a:pPr>
            <a:r>
              <a:rPr sz="1090" b="1" spc="-7" dirty="0">
                <a:solidFill>
                  <a:srgbClr val="000080"/>
                </a:solidFill>
                <a:latin typeface="Arial" panose="020B0604020202020204"/>
                <a:cs typeface="Arial" panose="020B0604020202020204"/>
              </a:rPr>
              <a:t>LAPTOP</a:t>
            </a:r>
            <a:endParaRPr sz="1090" b="1">
              <a:latin typeface="Arial" panose="020B0604020202020204"/>
              <a:cs typeface="Arial" panose="020B0604020202020204"/>
            </a:endParaRPr>
          </a:p>
          <a:p>
            <a:pPr>
              <a:spcBef>
                <a:spcPts val="110"/>
              </a:spcBef>
              <a:buFont typeface="Symbol" panose="05050102010706020507"/>
              <a:buChar char=""/>
            </a:pPr>
            <a:endParaRPr sz="1090" b="1">
              <a:latin typeface="Arial" panose="020B0604020202020204"/>
              <a:cs typeface="Arial" panose="020B0604020202020204"/>
            </a:endParaRPr>
          </a:p>
          <a:p>
            <a:pPr marL="267970" indent="-116205">
              <a:spcBef>
                <a:spcPts val="5"/>
              </a:spcBef>
              <a:buFont typeface="Symbol" panose="05050102010706020507"/>
              <a:buChar char=""/>
              <a:tabLst>
                <a:tab pos="267970" algn="l"/>
              </a:tabLst>
            </a:pPr>
            <a:r>
              <a:rPr sz="1090" b="1" spc="-7" dirty="0">
                <a:solidFill>
                  <a:srgbClr val="000080"/>
                </a:solidFill>
                <a:latin typeface="Arial" panose="020B0604020202020204"/>
                <a:cs typeface="Arial" panose="020B0604020202020204"/>
              </a:rPr>
              <a:t>THEODOLITE</a:t>
            </a:r>
            <a:endParaRPr sz="1090" b="1">
              <a:latin typeface="Arial" panose="020B0604020202020204"/>
              <a:cs typeface="Arial" panose="020B0604020202020204"/>
            </a:endParaRPr>
          </a:p>
          <a:p>
            <a:pPr>
              <a:spcBef>
                <a:spcPts val="110"/>
              </a:spcBef>
              <a:buFont typeface="Symbol" panose="05050102010706020507"/>
              <a:buChar char=""/>
            </a:pPr>
            <a:endParaRPr sz="1090" b="1">
              <a:latin typeface="Arial" panose="020B0604020202020204"/>
              <a:cs typeface="Arial" panose="020B0604020202020204"/>
            </a:endParaRPr>
          </a:p>
          <a:p>
            <a:pPr marL="267970" indent="-116205">
              <a:buFont typeface="Symbol" panose="05050102010706020507"/>
              <a:buChar char=""/>
              <a:tabLst>
                <a:tab pos="267970" algn="l"/>
              </a:tabLst>
            </a:pPr>
            <a:r>
              <a:rPr sz="1090" b="1" dirty="0">
                <a:solidFill>
                  <a:srgbClr val="000080"/>
                </a:solidFill>
                <a:latin typeface="Arial" panose="020B0604020202020204"/>
                <a:cs typeface="Arial" panose="020B0604020202020204"/>
              </a:rPr>
              <a:t>BER</a:t>
            </a:r>
            <a:r>
              <a:rPr sz="1090" b="1" spc="-7" dirty="0">
                <a:solidFill>
                  <a:srgbClr val="000080"/>
                </a:solidFill>
                <a:latin typeface="Arial" panose="020B0604020202020204"/>
                <a:cs typeface="Arial" panose="020B0604020202020204"/>
              </a:rPr>
              <a:t> METER</a:t>
            </a:r>
            <a:endParaRPr sz="1090" b="1">
              <a:latin typeface="Arial" panose="020B0604020202020204"/>
              <a:cs typeface="Arial" panose="020B0604020202020204"/>
            </a:endParaRPr>
          </a:p>
          <a:p>
            <a:pPr>
              <a:spcBef>
                <a:spcPts val="110"/>
              </a:spcBef>
              <a:buFont typeface="Symbol" panose="05050102010706020507"/>
              <a:buChar char=""/>
            </a:pPr>
            <a:endParaRPr sz="1090" b="1">
              <a:latin typeface="Arial" panose="020B0604020202020204"/>
              <a:cs typeface="Arial" panose="020B0604020202020204"/>
            </a:endParaRPr>
          </a:p>
          <a:p>
            <a:pPr marL="267970" indent="-116205">
              <a:buFont typeface="Symbol" panose="05050102010706020507"/>
              <a:buChar char=""/>
              <a:tabLst>
                <a:tab pos="267970" algn="l"/>
              </a:tabLst>
            </a:pPr>
            <a:r>
              <a:rPr sz="1090" b="1" dirty="0">
                <a:solidFill>
                  <a:srgbClr val="000080"/>
                </a:solidFill>
                <a:latin typeface="Arial" panose="020B0604020202020204"/>
                <a:cs typeface="Arial" panose="020B0604020202020204"/>
              </a:rPr>
              <a:t>MULTI</a:t>
            </a:r>
            <a:r>
              <a:rPr sz="1090" b="1" spc="-10" dirty="0">
                <a:solidFill>
                  <a:srgbClr val="000080"/>
                </a:solidFill>
                <a:latin typeface="Arial" panose="020B0604020202020204"/>
                <a:cs typeface="Arial" panose="020B0604020202020204"/>
              </a:rPr>
              <a:t> </a:t>
            </a:r>
            <a:r>
              <a:rPr sz="1090" b="1" spc="-7" dirty="0">
                <a:solidFill>
                  <a:srgbClr val="000080"/>
                </a:solidFill>
                <a:latin typeface="Arial" panose="020B0604020202020204"/>
                <a:cs typeface="Arial" panose="020B0604020202020204"/>
              </a:rPr>
              <a:t>METERS</a:t>
            </a:r>
            <a:endParaRPr sz="1090" b="1">
              <a:latin typeface="Arial" panose="020B0604020202020204"/>
              <a:cs typeface="Arial" panose="020B0604020202020204"/>
            </a:endParaRPr>
          </a:p>
          <a:p>
            <a:pPr>
              <a:spcBef>
                <a:spcPts val="130"/>
              </a:spcBef>
              <a:buFont typeface="Symbol" panose="05050102010706020507"/>
              <a:buChar char=""/>
            </a:pPr>
            <a:endParaRPr sz="1090" b="1">
              <a:latin typeface="Arial" panose="020B0604020202020204"/>
              <a:cs typeface="Arial" panose="020B0604020202020204"/>
            </a:endParaRPr>
          </a:p>
          <a:p>
            <a:pPr marL="267970" indent="-116205">
              <a:buFont typeface="Symbol" panose="05050102010706020507"/>
              <a:buChar char=""/>
              <a:tabLst>
                <a:tab pos="267970" algn="l"/>
              </a:tabLst>
            </a:pPr>
            <a:r>
              <a:rPr sz="1090" b="1" spc="-7" dirty="0">
                <a:solidFill>
                  <a:srgbClr val="000080"/>
                </a:solidFill>
                <a:latin typeface="Arial" panose="020B0604020202020204"/>
                <a:cs typeface="Arial" panose="020B0604020202020204"/>
              </a:rPr>
              <a:t>J.C.B</a:t>
            </a:r>
            <a:endParaRPr sz="1090" b="1">
              <a:latin typeface="Arial" panose="020B0604020202020204"/>
              <a:cs typeface="Arial" panose="020B0604020202020204"/>
            </a:endParaRPr>
          </a:p>
          <a:p>
            <a:pPr>
              <a:spcBef>
                <a:spcPts val="105"/>
              </a:spcBef>
              <a:buFont typeface="Symbol" panose="05050102010706020507"/>
              <a:buChar char=""/>
            </a:pPr>
            <a:endParaRPr sz="1090" b="1">
              <a:latin typeface="Arial" panose="020B0604020202020204"/>
              <a:cs typeface="Arial" panose="020B0604020202020204"/>
            </a:endParaRPr>
          </a:p>
          <a:p>
            <a:pPr marL="267970" indent="-116205">
              <a:buFont typeface="Symbol" panose="05050102010706020507"/>
              <a:buChar char=""/>
              <a:tabLst>
                <a:tab pos="267970" algn="l"/>
              </a:tabLst>
            </a:pPr>
            <a:r>
              <a:rPr sz="1090" b="1" dirty="0">
                <a:solidFill>
                  <a:srgbClr val="000080"/>
                </a:solidFill>
                <a:latin typeface="Arial" panose="020B0604020202020204"/>
                <a:cs typeface="Arial" panose="020B0604020202020204"/>
              </a:rPr>
              <a:t>BLOWING</a:t>
            </a:r>
            <a:r>
              <a:rPr sz="1090" b="1" spc="-37" dirty="0">
                <a:solidFill>
                  <a:srgbClr val="000080"/>
                </a:solidFill>
                <a:latin typeface="Arial" panose="020B0604020202020204"/>
                <a:cs typeface="Arial" panose="020B0604020202020204"/>
              </a:rPr>
              <a:t> </a:t>
            </a:r>
            <a:r>
              <a:rPr sz="1090" b="1" spc="-7" dirty="0">
                <a:solidFill>
                  <a:srgbClr val="000080"/>
                </a:solidFill>
                <a:latin typeface="Arial" panose="020B0604020202020204"/>
                <a:cs typeface="Arial" panose="020B0604020202020204"/>
              </a:rPr>
              <a:t>MACHINE</a:t>
            </a:r>
            <a:endParaRPr sz="1090" b="1">
              <a:latin typeface="Arial" panose="020B0604020202020204"/>
              <a:cs typeface="Arial" panose="020B0604020202020204"/>
            </a:endParaRPr>
          </a:p>
          <a:p>
            <a:pPr>
              <a:spcBef>
                <a:spcPts val="110"/>
              </a:spcBef>
              <a:buFont typeface="Symbol" panose="05050102010706020507"/>
              <a:buChar char=""/>
            </a:pPr>
            <a:endParaRPr sz="1090" b="1">
              <a:latin typeface="Arial" panose="020B0604020202020204"/>
              <a:cs typeface="Arial" panose="020B0604020202020204"/>
            </a:endParaRPr>
          </a:p>
          <a:p>
            <a:pPr marL="267970" indent="-116205">
              <a:buFont typeface="Symbol" panose="05050102010706020507"/>
              <a:buChar char=""/>
              <a:tabLst>
                <a:tab pos="267970" algn="l"/>
              </a:tabLst>
            </a:pPr>
            <a:r>
              <a:rPr sz="1090" b="1" dirty="0">
                <a:solidFill>
                  <a:srgbClr val="000080"/>
                </a:solidFill>
                <a:latin typeface="Arial" panose="020B0604020202020204"/>
                <a:cs typeface="Arial" panose="020B0604020202020204"/>
              </a:rPr>
              <a:t>SPLICING</a:t>
            </a:r>
            <a:r>
              <a:rPr sz="1090" b="1" spc="-20" dirty="0">
                <a:solidFill>
                  <a:srgbClr val="000080"/>
                </a:solidFill>
                <a:latin typeface="Arial" panose="020B0604020202020204"/>
                <a:cs typeface="Arial" panose="020B0604020202020204"/>
              </a:rPr>
              <a:t> </a:t>
            </a:r>
            <a:r>
              <a:rPr sz="1090" b="1" spc="-7" dirty="0">
                <a:solidFill>
                  <a:srgbClr val="000080"/>
                </a:solidFill>
                <a:latin typeface="Arial" panose="020B0604020202020204"/>
                <a:cs typeface="Arial" panose="020B0604020202020204"/>
              </a:rPr>
              <a:t>EQUIPMENT</a:t>
            </a:r>
            <a:endParaRPr sz="1090" b="1">
              <a:latin typeface="Arial" panose="020B0604020202020204"/>
              <a:cs typeface="Arial" panose="020B0604020202020204"/>
            </a:endParaRPr>
          </a:p>
          <a:p>
            <a:pPr>
              <a:spcBef>
                <a:spcPts val="110"/>
              </a:spcBef>
              <a:buFont typeface="Symbol" panose="05050102010706020507"/>
              <a:buChar char=""/>
            </a:pPr>
            <a:endParaRPr sz="1090" b="1">
              <a:latin typeface="Arial" panose="020B0604020202020204"/>
              <a:cs typeface="Arial" panose="020B0604020202020204"/>
            </a:endParaRPr>
          </a:p>
          <a:p>
            <a:pPr marL="267970" indent="-116205">
              <a:buFont typeface="Symbol" panose="05050102010706020507"/>
              <a:buChar char=""/>
              <a:tabLst>
                <a:tab pos="267970" algn="l"/>
              </a:tabLst>
            </a:pPr>
            <a:r>
              <a:rPr sz="1090" b="1" dirty="0">
                <a:solidFill>
                  <a:srgbClr val="000080"/>
                </a:solidFill>
                <a:latin typeface="Arial" panose="020B0604020202020204"/>
                <a:cs typeface="Arial" panose="020B0604020202020204"/>
              </a:rPr>
              <a:t>HDD</a:t>
            </a:r>
            <a:r>
              <a:rPr sz="1090" b="1" spc="-10" dirty="0">
                <a:solidFill>
                  <a:srgbClr val="000080"/>
                </a:solidFill>
                <a:latin typeface="Arial" panose="020B0604020202020204"/>
                <a:cs typeface="Arial" panose="020B0604020202020204"/>
              </a:rPr>
              <a:t> </a:t>
            </a:r>
            <a:r>
              <a:rPr sz="1090" b="1" spc="-7" dirty="0">
                <a:solidFill>
                  <a:srgbClr val="000080"/>
                </a:solidFill>
                <a:latin typeface="Arial" panose="020B0604020202020204"/>
                <a:cs typeface="Arial" panose="020B0604020202020204"/>
              </a:rPr>
              <a:t>MACHINE</a:t>
            </a:r>
            <a:endParaRPr sz="1090" b="1">
              <a:latin typeface="Arial" panose="020B0604020202020204"/>
              <a:cs typeface="Arial" panose="020B0604020202020204"/>
            </a:endParaRPr>
          </a:p>
          <a:p>
            <a:pPr>
              <a:spcBef>
                <a:spcPts val="120"/>
              </a:spcBef>
              <a:buFont typeface="Symbol" panose="05050102010706020507"/>
              <a:buChar char=""/>
            </a:pPr>
            <a:endParaRPr sz="1090" b="1">
              <a:latin typeface="Arial" panose="020B0604020202020204"/>
              <a:cs typeface="Arial" panose="020B0604020202020204"/>
            </a:endParaRPr>
          </a:p>
          <a:p>
            <a:pPr marL="267970" indent="-116205">
              <a:spcBef>
                <a:spcPts val="5"/>
              </a:spcBef>
              <a:buClr>
                <a:srgbClr val="000000"/>
              </a:buClr>
              <a:buFont typeface="Symbol" panose="05050102010706020507"/>
              <a:buChar char=""/>
              <a:tabLst>
                <a:tab pos="267970" algn="l"/>
              </a:tabLst>
            </a:pPr>
            <a:r>
              <a:rPr sz="1090" b="1" dirty="0">
                <a:solidFill>
                  <a:srgbClr val="000080"/>
                </a:solidFill>
                <a:latin typeface="Arial" panose="020B0604020202020204"/>
                <a:cs typeface="Arial" panose="020B0604020202020204"/>
              </a:rPr>
              <a:t>SAFETY</a:t>
            </a:r>
            <a:r>
              <a:rPr sz="1090" b="1" spc="-3" dirty="0">
                <a:solidFill>
                  <a:srgbClr val="000080"/>
                </a:solidFill>
                <a:latin typeface="Arial" panose="020B0604020202020204"/>
                <a:cs typeface="Arial" panose="020B0604020202020204"/>
              </a:rPr>
              <a:t> </a:t>
            </a:r>
            <a:r>
              <a:rPr sz="1090" b="1" spc="-7" dirty="0">
                <a:solidFill>
                  <a:srgbClr val="000080"/>
                </a:solidFill>
                <a:latin typeface="Arial" panose="020B0604020202020204"/>
                <a:cs typeface="Arial" panose="020B0604020202020204"/>
              </a:rPr>
              <a:t>DEVICES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82725" y="714375"/>
            <a:ext cx="8064500" cy="1096645"/>
          </a:xfrm>
          <a:prstGeom prst="rect">
            <a:avLst/>
          </a:prstGeom>
        </p:spPr>
        <p:txBody>
          <a:bodyPr vert="horz" wrap="square" lIns="0" tIns="8659" rIns="0" bIns="0" rtlCol="0">
            <a:noAutofit/>
          </a:bodyPr>
          <a:lstStyle/>
          <a:p>
            <a:pPr marR="195580" algn="ctr">
              <a:spcBef>
                <a:spcPts val="70"/>
              </a:spcBef>
            </a:pPr>
            <a:r>
              <a:rPr sz="1600" b="1" u="sng" dirty="0">
                <a:solidFill>
                  <a:schemeClr val="bg1"/>
                </a:solidFill>
                <a:uFill>
                  <a:solidFill>
                    <a:srgbClr val="000000"/>
                  </a:solidFill>
                </a:uFill>
                <a:latin typeface="Arial MT"/>
                <a:cs typeface="Arial MT"/>
              </a:rPr>
              <a:t>QUALITY</a:t>
            </a:r>
            <a:r>
              <a:rPr sz="1600" b="1" u="sng" spc="-24" dirty="0">
                <a:solidFill>
                  <a:schemeClr val="bg1"/>
                </a:solidFill>
                <a:uFill>
                  <a:solidFill>
                    <a:srgbClr val="000000"/>
                  </a:solidFill>
                </a:uFill>
                <a:latin typeface="Arial MT"/>
                <a:cs typeface="Arial MT"/>
              </a:rPr>
              <a:t> </a:t>
            </a:r>
            <a:r>
              <a:rPr sz="1600" b="1" u="sng" spc="-7" dirty="0">
                <a:solidFill>
                  <a:schemeClr val="bg1"/>
                </a:solidFill>
                <a:uFill>
                  <a:solidFill>
                    <a:srgbClr val="000000"/>
                  </a:solidFill>
                </a:uFill>
                <a:latin typeface="Arial MT"/>
                <a:cs typeface="Arial MT"/>
              </a:rPr>
              <a:t>POLICY:</a:t>
            </a:r>
            <a:endParaRPr sz="1600" b="1">
              <a:solidFill>
                <a:schemeClr val="bg1"/>
              </a:solidFill>
              <a:latin typeface="Arial MT"/>
              <a:cs typeface="Arial MT"/>
            </a:endParaRPr>
          </a:p>
          <a:p>
            <a:pPr marL="8890" marR="3175" algn="just">
              <a:lnSpc>
                <a:spcPct val="156000"/>
              </a:lnSpc>
              <a:spcBef>
                <a:spcPts val="660"/>
              </a:spcBef>
            </a:pPr>
            <a:r>
              <a:rPr sz="1200" b="1" dirty="0">
                <a:solidFill>
                  <a:schemeClr val="bg1"/>
                </a:solidFill>
                <a:latin typeface="Arial MT"/>
                <a:cs typeface="Arial MT"/>
              </a:rPr>
              <a:t>R.D.</a:t>
            </a:r>
            <a:r>
              <a:rPr sz="1200" b="1" spc="310" dirty="0">
                <a:solidFill>
                  <a:schemeClr val="bg1"/>
                </a:solidFill>
                <a:latin typeface="Arial MT"/>
                <a:cs typeface="Arial MT"/>
              </a:rPr>
              <a:t> </a:t>
            </a:r>
            <a:r>
              <a:rPr sz="1200" b="1" dirty="0">
                <a:solidFill>
                  <a:schemeClr val="bg1"/>
                </a:solidFill>
                <a:latin typeface="Arial MT"/>
                <a:cs typeface="Arial MT"/>
              </a:rPr>
              <a:t>TECH</a:t>
            </a:r>
            <a:r>
              <a:rPr sz="1200" b="1" spc="310" dirty="0">
                <a:solidFill>
                  <a:schemeClr val="bg1"/>
                </a:solidFill>
                <a:latin typeface="Arial MT"/>
                <a:cs typeface="Arial MT"/>
              </a:rPr>
              <a:t> </a:t>
            </a:r>
            <a:r>
              <a:rPr sz="1200" b="1" dirty="0">
                <a:solidFill>
                  <a:schemeClr val="bg1"/>
                </a:solidFill>
                <a:latin typeface="Arial MT"/>
                <a:cs typeface="Arial MT"/>
              </a:rPr>
              <a:t>INFRA</a:t>
            </a:r>
            <a:r>
              <a:rPr sz="1200" b="1" spc="324" dirty="0">
                <a:solidFill>
                  <a:schemeClr val="bg1"/>
                </a:solidFill>
                <a:latin typeface="Arial MT"/>
                <a:cs typeface="Arial MT"/>
              </a:rPr>
              <a:t> </a:t>
            </a:r>
            <a:r>
              <a:rPr sz="1200" b="1" dirty="0">
                <a:solidFill>
                  <a:schemeClr val="bg1"/>
                </a:solidFill>
                <a:latin typeface="Arial MT"/>
                <a:cs typeface="Arial MT"/>
              </a:rPr>
              <a:t>&amp;</a:t>
            </a:r>
            <a:r>
              <a:rPr sz="1200" b="1" spc="310" dirty="0">
                <a:solidFill>
                  <a:schemeClr val="bg1"/>
                </a:solidFill>
                <a:latin typeface="Arial MT"/>
                <a:cs typeface="Arial MT"/>
              </a:rPr>
              <a:t> </a:t>
            </a:r>
            <a:r>
              <a:rPr sz="1200" b="1" dirty="0">
                <a:solidFill>
                  <a:schemeClr val="bg1"/>
                </a:solidFill>
                <a:latin typeface="Arial MT"/>
                <a:cs typeface="Arial MT"/>
              </a:rPr>
              <a:t>Company</a:t>
            </a:r>
            <a:r>
              <a:rPr sz="1200" b="1" spc="310" dirty="0">
                <a:solidFill>
                  <a:schemeClr val="bg1"/>
                </a:solidFill>
                <a:latin typeface="Arial MT"/>
                <a:cs typeface="Arial MT"/>
              </a:rPr>
              <a:t> </a:t>
            </a:r>
            <a:r>
              <a:rPr sz="1200" b="1" dirty="0">
                <a:solidFill>
                  <a:schemeClr val="bg1"/>
                </a:solidFill>
                <a:latin typeface="Arial MT"/>
                <a:cs typeface="Arial MT"/>
              </a:rPr>
              <a:t>committed</a:t>
            </a:r>
            <a:r>
              <a:rPr sz="1200" b="1" spc="313" dirty="0">
                <a:solidFill>
                  <a:schemeClr val="bg1"/>
                </a:solidFill>
                <a:latin typeface="Arial MT"/>
                <a:cs typeface="Arial MT"/>
              </a:rPr>
              <a:t> </a:t>
            </a:r>
            <a:r>
              <a:rPr sz="1200" b="1" dirty="0">
                <a:solidFill>
                  <a:schemeClr val="bg1"/>
                </a:solidFill>
                <a:latin typeface="Arial MT"/>
                <a:cs typeface="Arial MT"/>
              </a:rPr>
              <a:t>to</a:t>
            </a:r>
            <a:r>
              <a:rPr sz="1200" b="1" spc="310" dirty="0">
                <a:solidFill>
                  <a:schemeClr val="bg1"/>
                </a:solidFill>
                <a:latin typeface="Arial MT"/>
                <a:cs typeface="Arial MT"/>
              </a:rPr>
              <a:t> </a:t>
            </a:r>
            <a:r>
              <a:rPr sz="1200" b="1" dirty="0">
                <a:solidFill>
                  <a:schemeClr val="bg1"/>
                </a:solidFill>
                <a:latin typeface="Arial MT"/>
                <a:cs typeface="Arial MT"/>
              </a:rPr>
              <a:t>best</a:t>
            </a:r>
            <a:r>
              <a:rPr sz="1200" b="1" spc="310" dirty="0">
                <a:solidFill>
                  <a:schemeClr val="bg1"/>
                </a:solidFill>
                <a:latin typeface="Arial MT"/>
                <a:cs typeface="Arial MT"/>
              </a:rPr>
              <a:t> </a:t>
            </a:r>
            <a:r>
              <a:rPr sz="1200" b="1" dirty="0">
                <a:solidFill>
                  <a:schemeClr val="bg1"/>
                </a:solidFill>
                <a:latin typeface="Arial MT"/>
                <a:cs typeface="Arial MT"/>
              </a:rPr>
              <a:t>practices</a:t>
            </a:r>
            <a:r>
              <a:rPr sz="1200" b="1" spc="310" dirty="0">
                <a:solidFill>
                  <a:schemeClr val="bg1"/>
                </a:solidFill>
                <a:latin typeface="Arial MT"/>
                <a:cs typeface="Arial MT"/>
              </a:rPr>
              <a:t> </a:t>
            </a:r>
            <a:r>
              <a:rPr sz="1200" b="1" dirty="0">
                <a:solidFill>
                  <a:schemeClr val="bg1"/>
                </a:solidFill>
                <a:latin typeface="Arial MT"/>
                <a:cs typeface="Arial MT"/>
              </a:rPr>
              <a:t>in</a:t>
            </a:r>
            <a:r>
              <a:rPr sz="1200" b="1" spc="310" dirty="0">
                <a:solidFill>
                  <a:schemeClr val="bg1"/>
                </a:solidFill>
                <a:latin typeface="Arial MT"/>
                <a:cs typeface="Arial MT"/>
              </a:rPr>
              <a:t> </a:t>
            </a:r>
            <a:r>
              <a:rPr sz="1200" b="1" spc="-17" dirty="0">
                <a:solidFill>
                  <a:schemeClr val="bg1"/>
                </a:solidFill>
                <a:latin typeface="Arial MT"/>
                <a:cs typeface="Arial MT"/>
              </a:rPr>
              <a:t>the </a:t>
            </a:r>
            <a:r>
              <a:rPr sz="1200" b="1" dirty="0">
                <a:solidFill>
                  <a:schemeClr val="bg1"/>
                </a:solidFill>
                <a:latin typeface="Arial MT"/>
                <a:cs typeface="Arial MT"/>
              </a:rPr>
              <a:t>business</a:t>
            </a:r>
            <a:r>
              <a:rPr sz="1200" b="1" spc="262" dirty="0">
                <a:solidFill>
                  <a:schemeClr val="bg1"/>
                </a:solidFill>
                <a:latin typeface="Arial MT"/>
                <a:cs typeface="Arial MT"/>
              </a:rPr>
              <a:t> </a:t>
            </a:r>
            <a:r>
              <a:rPr sz="1200" b="1" dirty="0">
                <a:solidFill>
                  <a:schemeClr val="bg1"/>
                </a:solidFill>
                <a:latin typeface="Arial MT"/>
                <a:cs typeface="Arial MT"/>
              </a:rPr>
              <a:t>of</a:t>
            </a:r>
            <a:r>
              <a:rPr sz="1200" b="1" spc="269" dirty="0">
                <a:solidFill>
                  <a:schemeClr val="bg1"/>
                </a:solidFill>
                <a:latin typeface="Arial MT"/>
                <a:cs typeface="Arial MT"/>
              </a:rPr>
              <a:t> </a:t>
            </a:r>
            <a:r>
              <a:rPr sz="1200" b="1" dirty="0">
                <a:solidFill>
                  <a:schemeClr val="bg1"/>
                </a:solidFill>
                <a:latin typeface="Arial MT"/>
                <a:cs typeface="Arial MT"/>
              </a:rPr>
              <a:t>infrastructure</a:t>
            </a:r>
            <a:r>
              <a:rPr sz="1200" b="1" spc="273" dirty="0">
                <a:solidFill>
                  <a:schemeClr val="bg1"/>
                </a:solidFill>
                <a:latin typeface="Arial MT"/>
                <a:cs typeface="Arial MT"/>
              </a:rPr>
              <a:t> </a:t>
            </a:r>
            <a:r>
              <a:rPr sz="1200" b="1" dirty="0">
                <a:solidFill>
                  <a:schemeClr val="bg1"/>
                </a:solidFill>
                <a:latin typeface="Arial MT"/>
                <a:cs typeface="Arial MT"/>
              </a:rPr>
              <a:t>development</a:t>
            </a:r>
            <a:r>
              <a:rPr sz="1200" b="1" spc="273" dirty="0">
                <a:solidFill>
                  <a:schemeClr val="bg1"/>
                </a:solidFill>
                <a:latin typeface="Arial MT"/>
                <a:cs typeface="Arial MT"/>
              </a:rPr>
              <a:t> </a:t>
            </a:r>
            <a:r>
              <a:rPr sz="1200" b="1" dirty="0">
                <a:solidFill>
                  <a:schemeClr val="bg1"/>
                </a:solidFill>
                <a:latin typeface="Arial MT"/>
                <a:cs typeface="Arial MT"/>
              </a:rPr>
              <a:t>with</a:t>
            </a:r>
            <a:r>
              <a:rPr sz="1200" b="1" spc="266" dirty="0">
                <a:solidFill>
                  <a:schemeClr val="bg1"/>
                </a:solidFill>
                <a:latin typeface="Arial MT"/>
                <a:cs typeface="Arial MT"/>
              </a:rPr>
              <a:t> </a:t>
            </a:r>
            <a:r>
              <a:rPr sz="1200" b="1" dirty="0">
                <a:solidFill>
                  <a:schemeClr val="bg1"/>
                </a:solidFill>
                <a:latin typeface="Arial MT"/>
                <a:cs typeface="Arial MT"/>
              </a:rPr>
              <a:t>emphasis</a:t>
            </a:r>
            <a:r>
              <a:rPr sz="1200" b="1" spc="269" dirty="0">
                <a:solidFill>
                  <a:schemeClr val="bg1"/>
                </a:solidFill>
                <a:latin typeface="Arial MT"/>
                <a:cs typeface="Arial MT"/>
              </a:rPr>
              <a:t> </a:t>
            </a:r>
            <a:r>
              <a:rPr sz="1200" b="1" dirty="0">
                <a:solidFill>
                  <a:schemeClr val="bg1"/>
                </a:solidFill>
                <a:latin typeface="Arial MT"/>
                <a:cs typeface="Arial MT"/>
              </a:rPr>
              <a:t>on</a:t>
            </a:r>
            <a:r>
              <a:rPr sz="1200" b="1" spc="273" dirty="0">
                <a:solidFill>
                  <a:schemeClr val="bg1"/>
                </a:solidFill>
                <a:latin typeface="Arial MT"/>
                <a:cs typeface="Arial MT"/>
              </a:rPr>
              <a:t> </a:t>
            </a:r>
            <a:r>
              <a:rPr sz="1200" b="1" spc="-7" dirty="0">
                <a:solidFill>
                  <a:schemeClr val="bg1"/>
                </a:solidFill>
                <a:latin typeface="Arial MT"/>
                <a:cs typeface="Arial MT"/>
              </a:rPr>
              <a:t>completing </a:t>
            </a:r>
            <a:r>
              <a:rPr sz="1200" b="1" dirty="0">
                <a:solidFill>
                  <a:schemeClr val="bg1"/>
                </a:solidFill>
                <a:latin typeface="Arial MT"/>
                <a:cs typeface="Arial MT"/>
              </a:rPr>
              <a:t>projects</a:t>
            </a:r>
            <a:r>
              <a:rPr sz="1200" b="1" spc="-20" dirty="0">
                <a:solidFill>
                  <a:schemeClr val="bg1"/>
                </a:solidFill>
                <a:latin typeface="Arial MT"/>
                <a:cs typeface="Arial MT"/>
              </a:rPr>
              <a:t> </a:t>
            </a:r>
            <a:r>
              <a:rPr sz="1200" b="1" dirty="0">
                <a:solidFill>
                  <a:schemeClr val="bg1"/>
                </a:solidFill>
                <a:latin typeface="Arial MT"/>
                <a:cs typeface="Arial MT"/>
              </a:rPr>
              <a:t>on</a:t>
            </a:r>
            <a:r>
              <a:rPr sz="1200" b="1" spc="-24" dirty="0">
                <a:solidFill>
                  <a:schemeClr val="bg1"/>
                </a:solidFill>
                <a:latin typeface="Arial MT"/>
                <a:cs typeface="Arial MT"/>
              </a:rPr>
              <a:t> </a:t>
            </a:r>
            <a:r>
              <a:rPr sz="1200" b="1" dirty="0">
                <a:solidFill>
                  <a:schemeClr val="bg1"/>
                </a:solidFill>
                <a:latin typeface="Arial MT"/>
                <a:cs typeface="Arial MT"/>
              </a:rPr>
              <a:t>time</a:t>
            </a:r>
            <a:r>
              <a:rPr sz="1200" b="1" spc="-24" dirty="0">
                <a:solidFill>
                  <a:schemeClr val="bg1"/>
                </a:solidFill>
                <a:latin typeface="Arial MT"/>
                <a:cs typeface="Arial MT"/>
              </a:rPr>
              <a:t> </a:t>
            </a:r>
            <a:r>
              <a:rPr sz="1200" b="1" dirty="0">
                <a:solidFill>
                  <a:schemeClr val="bg1"/>
                </a:solidFill>
                <a:latin typeface="Arial MT"/>
                <a:cs typeface="Arial MT"/>
              </a:rPr>
              <a:t>and</a:t>
            </a:r>
            <a:r>
              <a:rPr sz="1200" b="1" spc="-17" dirty="0">
                <a:solidFill>
                  <a:schemeClr val="bg1"/>
                </a:solidFill>
                <a:latin typeface="Arial MT"/>
                <a:cs typeface="Arial MT"/>
              </a:rPr>
              <a:t> </a:t>
            </a:r>
            <a:r>
              <a:rPr sz="1200" b="1" dirty="0">
                <a:solidFill>
                  <a:schemeClr val="bg1"/>
                </a:solidFill>
                <a:latin typeface="Arial MT"/>
                <a:cs typeface="Arial MT"/>
              </a:rPr>
              <a:t>ensuring</a:t>
            </a:r>
            <a:r>
              <a:rPr sz="1200" b="1" spc="-27" dirty="0">
                <a:solidFill>
                  <a:schemeClr val="bg1"/>
                </a:solidFill>
                <a:latin typeface="Arial MT"/>
                <a:cs typeface="Arial MT"/>
              </a:rPr>
              <a:t> </a:t>
            </a:r>
            <a:r>
              <a:rPr sz="1200" b="1" dirty="0">
                <a:solidFill>
                  <a:schemeClr val="bg1"/>
                </a:solidFill>
                <a:latin typeface="Arial MT"/>
                <a:cs typeface="Arial MT"/>
              </a:rPr>
              <a:t>value</a:t>
            </a:r>
            <a:r>
              <a:rPr sz="1200" b="1" spc="-24" dirty="0">
                <a:solidFill>
                  <a:schemeClr val="bg1"/>
                </a:solidFill>
                <a:latin typeface="Arial MT"/>
                <a:cs typeface="Arial MT"/>
              </a:rPr>
              <a:t> </a:t>
            </a:r>
            <a:r>
              <a:rPr sz="1200" b="1" dirty="0">
                <a:solidFill>
                  <a:schemeClr val="bg1"/>
                </a:solidFill>
                <a:latin typeface="Arial MT"/>
                <a:cs typeface="Arial MT"/>
              </a:rPr>
              <a:t>for</a:t>
            </a:r>
            <a:r>
              <a:rPr sz="1200" b="1" spc="-17" dirty="0">
                <a:solidFill>
                  <a:schemeClr val="bg1"/>
                </a:solidFill>
                <a:latin typeface="Arial MT"/>
                <a:cs typeface="Arial MT"/>
              </a:rPr>
              <a:t> </a:t>
            </a:r>
            <a:r>
              <a:rPr sz="1200" b="1" dirty="0">
                <a:solidFill>
                  <a:schemeClr val="bg1"/>
                </a:solidFill>
                <a:latin typeface="Arial MT"/>
                <a:cs typeface="Arial MT"/>
              </a:rPr>
              <a:t>money</a:t>
            </a:r>
            <a:r>
              <a:rPr sz="1200" b="1" spc="-24" dirty="0">
                <a:solidFill>
                  <a:schemeClr val="bg1"/>
                </a:solidFill>
                <a:latin typeface="Arial MT"/>
                <a:cs typeface="Arial MT"/>
              </a:rPr>
              <a:t> </a:t>
            </a:r>
            <a:r>
              <a:rPr sz="1200" b="1" dirty="0">
                <a:solidFill>
                  <a:schemeClr val="bg1"/>
                </a:solidFill>
                <a:latin typeface="Arial MT"/>
                <a:cs typeface="Arial MT"/>
              </a:rPr>
              <a:t>to</a:t>
            </a:r>
            <a:r>
              <a:rPr sz="1200" b="1" spc="-20" dirty="0">
                <a:solidFill>
                  <a:schemeClr val="bg1"/>
                </a:solidFill>
                <a:latin typeface="Arial MT"/>
                <a:cs typeface="Arial MT"/>
              </a:rPr>
              <a:t> </a:t>
            </a:r>
            <a:r>
              <a:rPr sz="1200" b="1" dirty="0">
                <a:solidFill>
                  <a:schemeClr val="bg1"/>
                </a:solidFill>
                <a:latin typeface="Arial MT"/>
                <a:cs typeface="Arial MT"/>
              </a:rPr>
              <a:t>the</a:t>
            </a:r>
            <a:r>
              <a:rPr sz="1200" b="1" spc="-24" dirty="0">
                <a:solidFill>
                  <a:schemeClr val="bg1"/>
                </a:solidFill>
                <a:latin typeface="Arial MT"/>
                <a:cs typeface="Arial MT"/>
              </a:rPr>
              <a:t> </a:t>
            </a:r>
            <a:r>
              <a:rPr sz="1200" b="1" spc="-7" dirty="0">
                <a:solidFill>
                  <a:schemeClr val="bg1"/>
                </a:solidFill>
                <a:latin typeface="Arial MT"/>
                <a:cs typeface="Arial MT"/>
              </a:rPr>
              <a:t>nation.</a:t>
            </a:r>
          </a:p>
        </p:txBody>
      </p:sp>
      <p:sp>
        <p:nvSpPr>
          <p:cNvPr id="3" name="object 3"/>
          <p:cNvSpPr txBox="1"/>
          <p:nvPr/>
        </p:nvSpPr>
        <p:spPr>
          <a:xfrm>
            <a:off x="1572260" y="2357120"/>
            <a:ext cx="7872095" cy="2995930"/>
          </a:xfrm>
          <a:prstGeom prst="rect">
            <a:avLst/>
          </a:prstGeom>
        </p:spPr>
        <p:txBody>
          <a:bodyPr vert="horz" wrap="square" lIns="0" tIns="8659" rIns="0" bIns="0" rtlCol="0">
            <a:noAutofit/>
          </a:bodyPr>
          <a:lstStyle/>
          <a:p>
            <a:pPr marL="8890" marR="3175">
              <a:lnSpc>
                <a:spcPct val="141000"/>
              </a:lnSpc>
              <a:spcBef>
                <a:spcPts val="70"/>
              </a:spcBef>
            </a:pPr>
            <a:r>
              <a:rPr sz="1200" b="1" dirty="0">
                <a:solidFill>
                  <a:schemeClr val="bg1"/>
                </a:solidFill>
                <a:latin typeface="Arial MT"/>
                <a:cs typeface="Arial MT"/>
              </a:rPr>
              <a:t>The</a:t>
            </a:r>
            <a:r>
              <a:rPr sz="1200" b="1" spc="-3" dirty="0">
                <a:solidFill>
                  <a:schemeClr val="bg1"/>
                </a:solidFill>
                <a:latin typeface="Arial MT"/>
                <a:cs typeface="Arial MT"/>
              </a:rPr>
              <a:t> </a:t>
            </a:r>
            <a:r>
              <a:rPr sz="1200" b="1" dirty="0">
                <a:solidFill>
                  <a:schemeClr val="bg1"/>
                </a:solidFill>
                <a:latin typeface="Arial MT"/>
                <a:cs typeface="Arial MT"/>
              </a:rPr>
              <a:t>organization</a:t>
            </a:r>
            <a:r>
              <a:rPr sz="1200" b="1" spc="-3" dirty="0">
                <a:solidFill>
                  <a:schemeClr val="bg1"/>
                </a:solidFill>
                <a:latin typeface="Arial MT"/>
                <a:cs typeface="Arial MT"/>
              </a:rPr>
              <a:t> </a:t>
            </a:r>
            <a:r>
              <a:rPr sz="1200" b="1" dirty="0">
                <a:solidFill>
                  <a:schemeClr val="bg1"/>
                </a:solidFill>
                <a:latin typeface="Arial MT"/>
                <a:cs typeface="Arial MT"/>
              </a:rPr>
              <a:t>seeks</a:t>
            </a:r>
            <a:r>
              <a:rPr sz="1200" b="1" spc="-3" dirty="0">
                <a:solidFill>
                  <a:schemeClr val="bg1"/>
                </a:solidFill>
                <a:latin typeface="Arial MT"/>
                <a:cs typeface="Arial MT"/>
              </a:rPr>
              <a:t> </a:t>
            </a:r>
            <a:r>
              <a:rPr sz="1200" b="1" dirty="0">
                <a:solidFill>
                  <a:schemeClr val="bg1"/>
                </a:solidFill>
                <a:latin typeface="Arial MT"/>
                <a:cs typeface="Arial MT"/>
              </a:rPr>
              <a:t>rapid financial</a:t>
            </a:r>
            <a:r>
              <a:rPr sz="1200" b="1" spc="-3" dirty="0">
                <a:solidFill>
                  <a:schemeClr val="bg1"/>
                </a:solidFill>
                <a:latin typeface="Arial MT"/>
                <a:cs typeface="Arial MT"/>
              </a:rPr>
              <a:t> </a:t>
            </a:r>
            <a:r>
              <a:rPr sz="1200" b="1" dirty="0">
                <a:solidFill>
                  <a:schemeClr val="bg1"/>
                </a:solidFill>
                <a:latin typeface="Arial MT"/>
                <a:cs typeface="Arial MT"/>
              </a:rPr>
              <a:t>growth</a:t>
            </a:r>
            <a:r>
              <a:rPr sz="1200" b="1" spc="-3" dirty="0">
                <a:solidFill>
                  <a:schemeClr val="bg1"/>
                </a:solidFill>
                <a:latin typeface="Arial MT"/>
                <a:cs typeface="Arial MT"/>
              </a:rPr>
              <a:t> </a:t>
            </a:r>
            <a:r>
              <a:rPr sz="1200" b="1" dirty="0">
                <a:solidFill>
                  <a:schemeClr val="bg1"/>
                </a:solidFill>
                <a:latin typeface="Arial MT"/>
                <a:cs typeface="Arial MT"/>
              </a:rPr>
              <a:t>and continual</a:t>
            </a:r>
            <a:r>
              <a:rPr sz="1200" b="1" spc="-3" dirty="0">
                <a:solidFill>
                  <a:schemeClr val="bg1"/>
                </a:solidFill>
                <a:latin typeface="Arial MT"/>
                <a:cs typeface="Arial MT"/>
              </a:rPr>
              <a:t> </a:t>
            </a:r>
            <a:r>
              <a:rPr sz="1200" b="1" spc="-7" dirty="0">
                <a:solidFill>
                  <a:schemeClr val="bg1"/>
                </a:solidFill>
                <a:latin typeface="Arial MT"/>
                <a:cs typeface="Arial MT"/>
              </a:rPr>
              <a:t>improvement </a:t>
            </a:r>
            <a:r>
              <a:rPr sz="1200" b="1" dirty="0">
                <a:solidFill>
                  <a:schemeClr val="bg1"/>
                </a:solidFill>
                <a:latin typeface="Arial MT"/>
                <a:cs typeface="Arial MT"/>
              </a:rPr>
              <a:t>in</a:t>
            </a:r>
            <a:r>
              <a:rPr sz="1200" b="1" spc="-17" dirty="0">
                <a:solidFill>
                  <a:schemeClr val="bg1"/>
                </a:solidFill>
                <a:latin typeface="Arial MT"/>
                <a:cs typeface="Arial MT"/>
              </a:rPr>
              <a:t> </a:t>
            </a:r>
            <a:r>
              <a:rPr sz="1200" b="1" dirty="0">
                <a:solidFill>
                  <a:schemeClr val="bg1"/>
                </a:solidFill>
                <a:latin typeface="Arial MT"/>
                <a:cs typeface="Arial MT"/>
              </a:rPr>
              <a:t>its</a:t>
            </a:r>
            <a:r>
              <a:rPr sz="1200" b="1" spc="-14" dirty="0">
                <a:solidFill>
                  <a:schemeClr val="bg1"/>
                </a:solidFill>
                <a:latin typeface="Arial MT"/>
                <a:cs typeface="Arial MT"/>
              </a:rPr>
              <a:t> </a:t>
            </a:r>
            <a:r>
              <a:rPr sz="1200" b="1" dirty="0">
                <a:solidFill>
                  <a:schemeClr val="bg1"/>
                </a:solidFill>
                <a:latin typeface="Arial MT"/>
                <a:cs typeface="Arial MT"/>
              </a:rPr>
              <a:t>laid</a:t>
            </a:r>
            <a:r>
              <a:rPr sz="1200" b="1" spc="-14" dirty="0">
                <a:solidFill>
                  <a:schemeClr val="bg1"/>
                </a:solidFill>
                <a:latin typeface="Arial MT"/>
                <a:cs typeface="Arial MT"/>
              </a:rPr>
              <a:t> </a:t>
            </a:r>
            <a:r>
              <a:rPr sz="1200" b="1" dirty="0">
                <a:solidFill>
                  <a:schemeClr val="bg1"/>
                </a:solidFill>
                <a:latin typeface="Arial MT"/>
                <a:cs typeface="Arial MT"/>
              </a:rPr>
              <a:t>down</a:t>
            </a:r>
            <a:r>
              <a:rPr sz="1200" b="1" spc="-14" dirty="0">
                <a:solidFill>
                  <a:schemeClr val="bg1"/>
                </a:solidFill>
                <a:latin typeface="Arial MT"/>
                <a:cs typeface="Arial MT"/>
              </a:rPr>
              <a:t> </a:t>
            </a:r>
            <a:r>
              <a:rPr sz="1200" b="1" spc="-7" dirty="0">
                <a:solidFill>
                  <a:schemeClr val="bg1"/>
                </a:solidFill>
                <a:latin typeface="Arial MT"/>
                <a:cs typeface="Arial MT"/>
              </a:rPr>
              <a:t>objectives.</a:t>
            </a:r>
            <a:endParaRPr sz="1200" b="1">
              <a:solidFill>
                <a:schemeClr val="bg1"/>
              </a:solidFill>
              <a:latin typeface="Arial MT"/>
              <a:cs typeface="Arial MT"/>
            </a:endParaRPr>
          </a:p>
          <a:p>
            <a:pPr>
              <a:spcBef>
                <a:spcPts val="640"/>
              </a:spcBef>
            </a:pPr>
            <a:r>
              <a:rPr lang="en-US" sz="1200" b="1">
                <a:solidFill>
                  <a:schemeClr val="bg1"/>
                </a:solidFill>
                <a:latin typeface="Arial MT"/>
                <a:cs typeface="Arial MT"/>
              </a:rPr>
              <a:t> </a:t>
            </a:r>
            <a:endParaRPr sz="1200" b="1">
              <a:solidFill>
                <a:schemeClr val="bg1"/>
              </a:solidFill>
              <a:latin typeface="Arial MT"/>
              <a:cs typeface="Arial MT"/>
            </a:endParaRPr>
          </a:p>
          <a:p>
            <a:pPr marL="961390"/>
            <a:r>
              <a:rPr lang="en-US" sz="1200" b="1" dirty="0">
                <a:solidFill>
                  <a:schemeClr val="bg1"/>
                </a:solidFill>
                <a:latin typeface="Arial MT"/>
                <a:cs typeface="Arial MT"/>
              </a:rPr>
              <a:t>                                                                    </a:t>
            </a:r>
            <a:r>
              <a:rPr sz="1200" b="1" dirty="0">
                <a:solidFill>
                  <a:schemeClr val="bg1"/>
                </a:solidFill>
                <a:latin typeface="Arial MT"/>
                <a:cs typeface="Arial MT"/>
              </a:rPr>
              <a:t>R.D.</a:t>
            </a:r>
            <a:r>
              <a:rPr sz="1200" b="1" spc="-24" dirty="0">
                <a:solidFill>
                  <a:schemeClr val="bg1"/>
                </a:solidFill>
                <a:latin typeface="Arial MT"/>
                <a:cs typeface="Arial MT"/>
              </a:rPr>
              <a:t> </a:t>
            </a:r>
            <a:r>
              <a:rPr sz="1200" b="1" dirty="0">
                <a:solidFill>
                  <a:schemeClr val="bg1"/>
                </a:solidFill>
                <a:latin typeface="Arial MT"/>
                <a:cs typeface="Arial MT"/>
              </a:rPr>
              <a:t>TECH</a:t>
            </a:r>
            <a:r>
              <a:rPr sz="1200" b="1" spc="-24" dirty="0">
                <a:solidFill>
                  <a:schemeClr val="bg1"/>
                </a:solidFill>
                <a:latin typeface="Arial MT"/>
                <a:cs typeface="Arial MT"/>
              </a:rPr>
              <a:t> </a:t>
            </a:r>
            <a:r>
              <a:rPr sz="1200" b="1" spc="-7" dirty="0">
                <a:solidFill>
                  <a:schemeClr val="bg1"/>
                </a:solidFill>
                <a:latin typeface="Arial MT"/>
                <a:cs typeface="Arial MT"/>
              </a:rPr>
              <a:t>INFRA</a:t>
            </a:r>
            <a:endParaRPr sz="1200" b="1">
              <a:solidFill>
                <a:schemeClr val="bg1"/>
              </a:solidFill>
              <a:latin typeface="Arial MT"/>
              <a:cs typeface="Arial MT"/>
            </a:endParaRPr>
          </a:p>
          <a:p>
            <a:pPr marL="1414145" marR="941070" indent="-141605">
              <a:lnSpc>
                <a:spcPct val="192000"/>
              </a:lnSpc>
              <a:spcBef>
                <a:spcPts val="135"/>
              </a:spcBef>
            </a:pPr>
            <a:r>
              <a:rPr lang="en-US" sz="1200" b="1" dirty="0">
                <a:solidFill>
                  <a:schemeClr val="bg1"/>
                </a:solidFill>
                <a:latin typeface="Arial MT"/>
                <a:cs typeface="Arial MT"/>
              </a:rPr>
              <a:t>                                      </a:t>
            </a:r>
            <a:r>
              <a:rPr sz="1200" b="1" dirty="0">
                <a:solidFill>
                  <a:schemeClr val="bg1"/>
                </a:solidFill>
                <a:latin typeface="Arial MT"/>
                <a:cs typeface="Arial MT"/>
              </a:rPr>
              <a:t>SANTOSH</a:t>
            </a:r>
            <a:r>
              <a:rPr sz="1200" b="1" spc="-31" dirty="0">
                <a:solidFill>
                  <a:schemeClr val="bg1"/>
                </a:solidFill>
                <a:latin typeface="Arial MT"/>
                <a:cs typeface="Arial MT"/>
              </a:rPr>
              <a:t> </a:t>
            </a:r>
            <a:r>
              <a:rPr sz="1200" b="1" dirty="0">
                <a:solidFill>
                  <a:schemeClr val="bg1"/>
                </a:solidFill>
                <a:latin typeface="Arial MT"/>
                <a:cs typeface="Arial MT"/>
              </a:rPr>
              <a:t>KUMAR</a:t>
            </a:r>
            <a:r>
              <a:rPr sz="1200" b="1" spc="-24" dirty="0">
                <a:solidFill>
                  <a:schemeClr val="bg1"/>
                </a:solidFill>
                <a:latin typeface="Arial MT"/>
                <a:cs typeface="Arial MT"/>
              </a:rPr>
              <a:t> </a:t>
            </a:r>
            <a:r>
              <a:rPr sz="1200" b="1" spc="-7" dirty="0">
                <a:solidFill>
                  <a:schemeClr val="bg1"/>
                </a:solidFill>
                <a:latin typeface="Arial MT"/>
                <a:cs typeface="Arial MT"/>
              </a:rPr>
              <a:t>PANDEY PROPRIETOR</a:t>
            </a:r>
            <a:endParaRPr sz="1200" b="1">
              <a:solidFill>
                <a:schemeClr val="bg1"/>
              </a:solidFill>
              <a:latin typeface="Arial MT"/>
              <a:cs typeface="Arial MT"/>
            </a:endParaRPr>
          </a:p>
          <a:p>
            <a:pPr marR="55880" algn="ctr">
              <a:spcBef>
                <a:spcPts val="960"/>
              </a:spcBef>
            </a:pPr>
            <a:r>
              <a:rPr sz="1200" b="1" dirty="0">
                <a:solidFill>
                  <a:schemeClr val="bg1"/>
                </a:solidFill>
                <a:latin typeface="Arial MT"/>
                <a:cs typeface="Arial MT"/>
              </a:rPr>
              <a:t>Mobile</a:t>
            </a:r>
            <a:r>
              <a:rPr sz="1200" b="1" spc="-27" dirty="0">
                <a:solidFill>
                  <a:schemeClr val="bg1"/>
                </a:solidFill>
                <a:latin typeface="Arial MT"/>
                <a:cs typeface="Arial MT"/>
              </a:rPr>
              <a:t> </a:t>
            </a:r>
            <a:r>
              <a:rPr sz="1200" b="1" dirty="0">
                <a:solidFill>
                  <a:schemeClr val="bg1"/>
                </a:solidFill>
                <a:latin typeface="Arial MT"/>
                <a:cs typeface="Arial MT"/>
              </a:rPr>
              <a:t>N0.</a:t>
            </a:r>
            <a:r>
              <a:rPr sz="1200" b="1" spc="-20" dirty="0">
                <a:solidFill>
                  <a:schemeClr val="bg1"/>
                </a:solidFill>
                <a:latin typeface="Arial MT"/>
                <a:cs typeface="Arial MT"/>
              </a:rPr>
              <a:t> </a:t>
            </a:r>
            <a:r>
              <a:rPr sz="1200" b="1" spc="-7" dirty="0">
                <a:solidFill>
                  <a:schemeClr val="bg1"/>
                </a:solidFill>
                <a:latin typeface="Arial MT"/>
                <a:cs typeface="Arial MT"/>
              </a:rPr>
              <a:t>7526004610</a:t>
            </a:r>
          </a:p>
          <a:p>
            <a:pPr marR="55880" algn="ctr">
              <a:spcBef>
                <a:spcPts val="960"/>
              </a:spcBef>
            </a:pPr>
            <a:r>
              <a:rPr sz="1090" b="1" spc="-27" dirty="0">
                <a:solidFill>
                  <a:schemeClr val="bg1"/>
                </a:solidFill>
                <a:latin typeface="Arial" panose="020B0604020202020204"/>
                <a:cs typeface="Arial" panose="020B0604020202020204"/>
              </a:rPr>
              <a:t> </a:t>
            </a:r>
            <a:r>
              <a:rPr sz="1090" b="1" dirty="0">
                <a:solidFill>
                  <a:schemeClr val="bg1"/>
                </a:solidFill>
                <a:latin typeface="Arial" panose="020B0604020202020204"/>
                <a:cs typeface="Arial" panose="020B0604020202020204"/>
              </a:rPr>
              <a:t>Corporate</a:t>
            </a:r>
            <a:r>
              <a:rPr sz="1090" b="1" spc="-20" dirty="0">
                <a:solidFill>
                  <a:schemeClr val="bg1"/>
                </a:solidFill>
                <a:latin typeface="Arial" panose="020B0604020202020204"/>
                <a:cs typeface="Arial" panose="020B0604020202020204"/>
              </a:rPr>
              <a:t> </a:t>
            </a:r>
            <a:r>
              <a:rPr sz="1090" b="1" spc="-7" dirty="0">
                <a:solidFill>
                  <a:schemeClr val="bg1"/>
                </a:solidFill>
                <a:latin typeface="Arial" panose="020B0604020202020204"/>
                <a:cs typeface="Arial" panose="020B0604020202020204"/>
              </a:rPr>
              <a:t>Office:</a:t>
            </a:r>
            <a:endParaRPr sz="1090" b="1">
              <a:solidFill>
                <a:schemeClr val="bg1"/>
              </a:solidFill>
              <a:latin typeface="Arial" panose="020B0604020202020204"/>
              <a:cs typeface="Arial" panose="020B0604020202020204"/>
            </a:endParaRPr>
          </a:p>
          <a:p>
            <a:pPr>
              <a:lnSpc>
                <a:spcPct val="100000"/>
              </a:lnSpc>
            </a:pPr>
            <a:endParaRPr sz="1090" b="1">
              <a:solidFill>
                <a:schemeClr val="bg1"/>
              </a:solidFill>
              <a:latin typeface="Arial" panose="020B0604020202020204"/>
              <a:cs typeface="Arial" panose="020B0604020202020204"/>
            </a:endParaRPr>
          </a:p>
          <a:p>
            <a:pPr marL="471805"/>
            <a:r>
              <a:rPr lang="en-US" sz="980" b="1" spc="-7" dirty="0">
                <a:solidFill>
                  <a:schemeClr val="bg1"/>
                </a:solidFill>
                <a:latin typeface="Arial MT"/>
                <a:cs typeface="Arial MT"/>
              </a:rPr>
              <a:t>                                                                        </a:t>
            </a:r>
            <a:r>
              <a:rPr sz="1200" b="1" spc="-7" dirty="0">
                <a:gradFill>
                  <a:gsLst>
                    <a:gs pos="0">
                      <a:srgbClr val="14CD68"/>
                    </a:gs>
                    <a:gs pos="100000">
                      <a:srgbClr val="0B6E38"/>
                    </a:gs>
                  </a:gsLst>
                  <a:lin scaled="0"/>
                </a:gradFill>
                <a:latin typeface="Arial MT"/>
                <a:cs typeface="Arial MT"/>
              </a:rPr>
              <a:t>2-</a:t>
            </a:r>
            <a:r>
              <a:rPr sz="1200" b="1" dirty="0">
                <a:gradFill>
                  <a:gsLst>
                    <a:gs pos="0">
                      <a:srgbClr val="14CD68"/>
                    </a:gs>
                    <a:gs pos="100000">
                      <a:srgbClr val="0B6E38"/>
                    </a:gs>
                  </a:gsLst>
                  <a:lin scaled="0"/>
                </a:gradFill>
                <a:latin typeface="Arial MT"/>
                <a:cs typeface="Arial MT"/>
              </a:rPr>
              <a:t>K2/326,INDRA</a:t>
            </a:r>
            <a:r>
              <a:rPr sz="1200" b="1" spc="3" dirty="0">
                <a:gradFill>
                  <a:gsLst>
                    <a:gs pos="0">
                      <a:srgbClr val="14CD68"/>
                    </a:gs>
                    <a:gs pos="100000">
                      <a:srgbClr val="0B6E38"/>
                    </a:gs>
                  </a:gsLst>
                  <a:lin scaled="0"/>
                </a:gradFill>
                <a:latin typeface="Arial MT"/>
                <a:cs typeface="Arial MT"/>
              </a:rPr>
              <a:t> </a:t>
            </a:r>
            <a:r>
              <a:rPr sz="1200" b="1" dirty="0">
                <a:gradFill>
                  <a:gsLst>
                    <a:gs pos="0">
                      <a:srgbClr val="14CD68"/>
                    </a:gs>
                    <a:gs pos="100000">
                      <a:srgbClr val="0B6E38"/>
                    </a:gs>
                  </a:gsLst>
                  <a:lin scaled="0"/>
                </a:gradFill>
                <a:latin typeface="Arial MT"/>
                <a:cs typeface="Arial MT"/>
              </a:rPr>
              <a:t>NAGAR</a:t>
            </a:r>
            <a:r>
              <a:rPr sz="1200" b="1" spc="7" dirty="0">
                <a:gradFill>
                  <a:gsLst>
                    <a:gs pos="0">
                      <a:srgbClr val="14CD68"/>
                    </a:gs>
                    <a:gs pos="100000">
                      <a:srgbClr val="0B6E38"/>
                    </a:gs>
                  </a:gsLst>
                  <a:lin scaled="0"/>
                </a:gradFill>
                <a:latin typeface="Arial MT"/>
                <a:cs typeface="Arial MT"/>
              </a:rPr>
              <a:t> </a:t>
            </a:r>
            <a:r>
              <a:rPr sz="1200" b="1" spc="-7" dirty="0">
                <a:gradFill>
                  <a:gsLst>
                    <a:gs pos="0">
                      <a:srgbClr val="14CD68"/>
                    </a:gs>
                    <a:gs pos="100000">
                      <a:srgbClr val="0B6E38"/>
                    </a:gs>
                  </a:gsLst>
                  <a:lin scaled="0"/>
                </a:gradFill>
                <a:latin typeface="Arial MT"/>
                <a:cs typeface="Arial MT"/>
              </a:rPr>
              <a:t>,LUCKNOW-</a:t>
            </a:r>
            <a:r>
              <a:rPr sz="1200" b="1" dirty="0">
                <a:gradFill>
                  <a:gsLst>
                    <a:gs pos="0">
                      <a:srgbClr val="14CD68"/>
                    </a:gs>
                    <a:gs pos="100000">
                      <a:srgbClr val="0B6E38"/>
                    </a:gs>
                  </a:gsLst>
                  <a:lin scaled="0"/>
                </a:gradFill>
                <a:latin typeface="Arial MT"/>
                <a:cs typeface="Arial MT"/>
              </a:rPr>
              <a:t>226016</a:t>
            </a:r>
            <a:r>
              <a:rPr sz="1200" b="1" spc="-3" dirty="0">
                <a:gradFill>
                  <a:gsLst>
                    <a:gs pos="0">
                      <a:srgbClr val="14CD68"/>
                    </a:gs>
                    <a:gs pos="100000">
                      <a:srgbClr val="0B6E38"/>
                    </a:gs>
                  </a:gsLst>
                  <a:lin scaled="0"/>
                </a:gradFill>
                <a:latin typeface="Arial MT"/>
                <a:cs typeface="Arial MT"/>
              </a:rPr>
              <a:t> </a:t>
            </a:r>
            <a:r>
              <a:rPr sz="1200" b="1" dirty="0">
                <a:gradFill>
                  <a:gsLst>
                    <a:gs pos="0">
                      <a:srgbClr val="14CD68"/>
                    </a:gs>
                    <a:gs pos="100000">
                      <a:srgbClr val="0B6E38"/>
                    </a:gs>
                  </a:gsLst>
                  <a:lin scaled="0"/>
                </a:gradFill>
                <a:latin typeface="Arial MT"/>
                <a:cs typeface="Arial MT"/>
              </a:rPr>
              <a:t>,</a:t>
            </a:r>
            <a:r>
              <a:rPr sz="1200" b="1" spc="7" dirty="0">
                <a:gradFill>
                  <a:gsLst>
                    <a:gs pos="0">
                      <a:srgbClr val="14CD68"/>
                    </a:gs>
                    <a:gs pos="100000">
                      <a:srgbClr val="0B6E38"/>
                    </a:gs>
                  </a:gsLst>
                  <a:lin scaled="0"/>
                </a:gradFill>
                <a:latin typeface="Arial MT"/>
                <a:cs typeface="Arial MT"/>
              </a:rPr>
              <a:t> </a:t>
            </a:r>
            <a:r>
              <a:rPr sz="1200" b="1" spc="-17" dirty="0">
                <a:gradFill>
                  <a:gsLst>
                    <a:gs pos="0">
                      <a:srgbClr val="14CD68"/>
                    </a:gs>
                    <a:gs pos="100000">
                      <a:srgbClr val="0B6E38"/>
                    </a:gs>
                  </a:gsLst>
                  <a:lin scaled="0"/>
                </a:gradFill>
                <a:latin typeface="Arial MT"/>
                <a:cs typeface="Arial MT"/>
              </a:rPr>
              <a:t>UP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MEET OUR TEAM</a:t>
            </a:r>
          </a:p>
        </p:txBody>
      </p:sp>
      <p:sp>
        <p:nvSpPr>
          <p:cNvPr id="7" name="Text Placeholder 6"/>
          <p:cNvSpPr>
            <a:spLocks noGrp="1"/>
          </p:cNvSpPr>
          <p:nvPr>
            <p:ph type="body" sz="quarter" idx="17"/>
          </p:nvPr>
        </p:nvSpPr>
        <p:spPr>
          <a:xfrm>
            <a:off x="546100" y="4448810"/>
            <a:ext cx="2774315" cy="1624330"/>
          </a:xfrm>
        </p:spPr>
        <p:txBody>
          <a:bodyPr/>
          <a:lstStyle/>
          <a:p>
            <a:r>
              <a:rPr lang="en-US" sz="1400" dirty="0"/>
              <a:t>Shivendra Pandey</a:t>
            </a:r>
          </a:p>
          <a:p>
            <a:r>
              <a:rPr lang="en-US" sz="1400" dirty="0"/>
              <a:t> </a:t>
            </a:r>
            <a:r>
              <a:rPr lang="en-US" sz="1400" b="0" dirty="0"/>
              <a:t>(CA)</a:t>
            </a:r>
          </a:p>
          <a:p>
            <a:r>
              <a:rPr lang="en-US" sz="1400" b="0" dirty="0"/>
              <a:t>7571004610</a:t>
            </a:r>
          </a:p>
          <a:p>
            <a:r>
              <a:rPr lang="en-US" sz="1400">
                <a:sym typeface="+mn-ea"/>
              </a:rPr>
              <a:t>Shivendrardfinance@gmail.com</a:t>
            </a:r>
            <a:endParaRPr lang="en-US" sz="1400" b="0" dirty="0"/>
          </a:p>
          <a:p>
            <a:endParaRPr lang="en-US" dirty="0"/>
          </a:p>
        </p:txBody>
      </p:sp>
      <p:sp>
        <p:nvSpPr>
          <p:cNvPr id="14" name="Text Placeholder 13"/>
          <p:cNvSpPr>
            <a:spLocks noGrp="1"/>
          </p:cNvSpPr>
          <p:nvPr>
            <p:ph type="body" sz="quarter" idx="18"/>
          </p:nvPr>
        </p:nvSpPr>
        <p:spPr>
          <a:xfrm>
            <a:off x="588645" y="5785485"/>
            <a:ext cx="2731135" cy="505460"/>
          </a:xfrm>
        </p:spPr>
        <p:txBody>
          <a:bodyPr/>
          <a:lstStyle/>
          <a:p>
            <a:r>
              <a:rPr lang="en-US" dirty="0"/>
              <a:t>CO-founder &amp; chief finance head</a:t>
            </a:r>
          </a:p>
          <a:p>
            <a:endParaRPr lang="en-US" dirty="0"/>
          </a:p>
          <a:p>
            <a:endParaRPr lang="en-US" dirty="0"/>
          </a:p>
        </p:txBody>
      </p:sp>
      <p:sp>
        <p:nvSpPr>
          <p:cNvPr id="57" name="Text Placeholder 56"/>
          <p:cNvSpPr>
            <a:spLocks noGrp="1"/>
          </p:cNvSpPr>
          <p:nvPr>
            <p:ph type="body" sz="quarter" idx="34"/>
          </p:nvPr>
        </p:nvSpPr>
        <p:spPr>
          <a:xfrm>
            <a:off x="3489968" y="4448712"/>
            <a:ext cx="2226360" cy="1624496"/>
          </a:xfrm>
        </p:spPr>
        <p:txBody>
          <a:bodyPr/>
          <a:lstStyle/>
          <a:p>
            <a:r>
              <a:rPr lang="en-US" sz="1400" dirty="0"/>
              <a:t>Basant Yadav</a:t>
            </a:r>
          </a:p>
          <a:p>
            <a:r>
              <a:rPr lang="en-US" sz="1400" b="0" dirty="0"/>
              <a:t>B-tech (ME)</a:t>
            </a:r>
          </a:p>
          <a:p>
            <a:r>
              <a:rPr lang="en-US" sz="1400" b="0" dirty="0"/>
              <a:t>8707408042</a:t>
            </a:r>
          </a:p>
          <a:p>
            <a:pPr marL="0" indent="0" algn="l">
              <a:buNone/>
            </a:pPr>
            <a:r>
              <a:rPr lang="en-US" sz="1400">
                <a:sym typeface="+mn-ea"/>
              </a:rPr>
              <a:t>yadavrdqlty@gmail.com                             </a:t>
            </a:r>
            <a:endParaRPr lang="en-US" sz="1400">
              <a:highlight>
                <a:srgbClr val="C0C0C0"/>
              </a:highlight>
            </a:endParaRPr>
          </a:p>
          <a:p>
            <a:pPr marL="0" indent="0" algn="l">
              <a:buNone/>
            </a:pPr>
            <a:endParaRPr lang="en-US" sz="1400"/>
          </a:p>
          <a:p>
            <a:endParaRPr lang="en-US" sz="1400" b="0" dirty="0"/>
          </a:p>
        </p:txBody>
      </p:sp>
      <p:sp>
        <p:nvSpPr>
          <p:cNvPr id="11" name="Text Placeholder 10"/>
          <p:cNvSpPr>
            <a:spLocks noGrp="1"/>
          </p:cNvSpPr>
          <p:nvPr>
            <p:ph type="body" sz="quarter" idx="29"/>
          </p:nvPr>
        </p:nvSpPr>
        <p:spPr/>
        <p:txBody>
          <a:bodyPr/>
          <a:lstStyle/>
          <a:p>
            <a:r>
              <a:rPr lang="en-US" dirty="0"/>
              <a:t>Circles head Quality UP-E</a:t>
            </a:r>
          </a:p>
        </p:txBody>
      </p:sp>
      <p:sp>
        <p:nvSpPr>
          <p:cNvPr id="44" name="Text Placeholder 43"/>
          <p:cNvSpPr>
            <a:spLocks noGrp="1"/>
          </p:cNvSpPr>
          <p:nvPr>
            <p:ph type="body" sz="quarter" idx="35"/>
          </p:nvPr>
        </p:nvSpPr>
        <p:spPr>
          <a:xfrm>
            <a:off x="6139815" y="4448810"/>
            <a:ext cx="2305685" cy="1624330"/>
          </a:xfrm>
        </p:spPr>
        <p:txBody>
          <a:bodyPr/>
          <a:lstStyle/>
          <a:p>
            <a:r>
              <a:rPr lang="en-US" sz="1400" dirty="0"/>
              <a:t>Prabhakar Singh</a:t>
            </a:r>
            <a:r>
              <a:rPr lang="en-US" sz="1400" b="0" dirty="0"/>
              <a:t> </a:t>
            </a:r>
          </a:p>
          <a:p>
            <a:r>
              <a:rPr lang="en-US" sz="1400" b="0" dirty="0"/>
              <a:t>Diploma &amp; B-tech (CE)</a:t>
            </a:r>
          </a:p>
          <a:p>
            <a:r>
              <a:rPr lang="en-US" sz="1400" b="0" dirty="0"/>
              <a:t>7398297325</a:t>
            </a:r>
          </a:p>
          <a:p>
            <a:r>
              <a:rPr lang="en-US" sz="1200">
                <a:sym typeface="+mn-ea"/>
              </a:rPr>
              <a:t>prabhakarrdmgr@gmail.com</a:t>
            </a:r>
            <a:endParaRPr lang="en-US" sz="1200" dirty="0">
              <a:sym typeface="+mn-ea"/>
            </a:endParaRPr>
          </a:p>
        </p:txBody>
      </p:sp>
      <p:sp>
        <p:nvSpPr>
          <p:cNvPr id="12" name="Text Placeholder 11"/>
          <p:cNvSpPr>
            <a:spLocks noGrp="1"/>
          </p:cNvSpPr>
          <p:nvPr>
            <p:ph type="body" sz="quarter" idx="31"/>
          </p:nvPr>
        </p:nvSpPr>
        <p:spPr/>
        <p:txBody>
          <a:bodyPr/>
          <a:lstStyle/>
          <a:p>
            <a:r>
              <a:rPr lang="en-US" dirty="0"/>
              <a:t>Project Manager</a:t>
            </a:r>
          </a:p>
        </p:txBody>
      </p:sp>
      <p:sp>
        <p:nvSpPr>
          <p:cNvPr id="58" name="Text Placeholder 57"/>
          <p:cNvSpPr>
            <a:spLocks noGrp="1"/>
          </p:cNvSpPr>
          <p:nvPr>
            <p:ph type="body" sz="quarter" idx="36"/>
          </p:nvPr>
        </p:nvSpPr>
        <p:spPr>
          <a:xfrm>
            <a:off x="8646795" y="4449445"/>
            <a:ext cx="2408555" cy="1760220"/>
          </a:xfrm>
        </p:spPr>
        <p:txBody>
          <a:bodyPr/>
          <a:lstStyle/>
          <a:p>
            <a:r>
              <a:rPr lang="en-IN" altLang="en-US" sz="1400" dirty="0"/>
              <a:t>Manaswi V.Chaturvedi</a:t>
            </a:r>
          </a:p>
          <a:p>
            <a:r>
              <a:rPr lang="en-IN" altLang="en-US" sz="1400" dirty="0"/>
              <a:t>Diploma &amp; B-tech (CSE</a:t>
            </a:r>
          </a:p>
          <a:p>
            <a:r>
              <a:rPr lang="en-IN" altLang="en-US" sz="1400" dirty="0"/>
              <a:t>7355973313</a:t>
            </a:r>
          </a:p>
          <a:p>
            <a:r>
              <a:rPr lang="en-US" sz="1400">
                <a:sym typeface="+mn-ea"/>
              </a:rPr>
              <a:t>chaturvedirdhr@gmail.com</a:t>
            </a:r>
            <a:endParaRPr lang="en-IN" altLang="en-US" sz="1400" dirty="0"/>
          </a:p>
        </p:txBody>
      </p:sp>
      <p:sp>
        <p:nvSpPr>
          <p:cNvPr id="13" name="Text Placeholder 12"/>
          <p:cNvSpPr>
            <a:spLocks noGrp="1"/>
          </p:cNvSpPr>
          <p:nvPr>
            <p:ph type="body" sz="quarter" idx="33"/>
          </p:nvPr>
        </p:nvSpPr>
        <p:spPr/>
        <p:txBody>
          <a:bodyPr/>
          <a:lstStyle/>
          <a:p>
            <a:r>
              <a:rPr lang="en-US" dirty="0"/>
              <a:t>V</a:t>
            </a:r>
            <a:r>
              <a:rPr lang="en-IN" altLang="en-US" dirty="0"/>
              <a:t>HR</a:t>
            </a:r>
          </a:p>
        </p:txBody>
      </p:sp>
      <p:sp>
        <p:nvSpPr>
          <p:cNvPr id="59" name="Footer Placeholder 58"/>
          <p:cNvSpPr>
            <a:spLocks noGrp="1"/>
          </p:cNvSpPr>
          <p:nvPr>
            <p:ph type="ftr" sz="quarter" idx="37"/>
          </p:nvPr>
        </p:nvSpPr>
        <p:spPr/>
        <p:txBody>
          <a:bodyPr/>
          <a:lstStyle/>
          <a:p>
            <a:r>
              <a:rPr lang="en-US" dirty="0"/>
              <a:t>Presentation Title</a:t>
            </a:r>
          </a:p>
        </p:txBody>
      </p:sp>
      <p:sp>
        <p:nvSpPr>
          <p:cNvPr id="60" name="Slide Number Placeholder 59"/>
          <p:cNvSpPr>
            <a:spLocks noGrp="1"/>
          </p:cNvSpPr>
          <p:nvPr>
            <p:ph type="sldNum" sz="quarter" idx="38"/>
          </p:nvPr>
        </p:nvSpPr>
        <p:spPr/>
        <p:txBody>
          <a:bodyPr/>
          <a:lstStyle/>
          <a:p>
            <a:fld id="{09A01C0A-2BB6-49E7-91A3-DCB9F9F59583}" type="slidenum">
              <a:rPr lang="en-US" smtClean="0"/>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MEET OUR EXTENDED TEAM</a:t>
            </a:r>
          </a:p>
        </p:txBody>
      </p:sp>
      <p:sp>
        <p:nvSpPr>
          <p:cNvPr id="118" name="Text Placeholder 117"/>
          <p:cNvSpPr>
            <a:spLocks noGrp="1"/>
          </p:cNvSpPr>
          <p:nvPr>
            <p:ph type="body" sz="quarter" idx="37"/>
          </p:nvPr>
        </p:nvSpPr>
        <p:spPr>
          <a:xfrm>
            <a:off x="1088390" y="3136265"/>
            <a:ext cx="2460625" cy="740410"/>
          </a:xfrm>
        </p:spPr>
        <p:txBody>
          <a:bodyPr/>
          <a:lstStyle/>
          <a:p>
            <a:r>
              <a:rPr lang="en-US">
                <a:sym typeface="+mn-ea"/>
              </a:rPr>
              <a:t>Santosh Pandey</a:t>
            </a:r>
            <a:endParaRPr lang="en-US" dirty="0"/>
          </a:p>
          <a:p>
            <a:r>
              <a:rPr lang="en-US">
                <a:sym typeface="+mn-ea"/>
              </a:rPr>
              <a:t>Managing Director </a:t>
            </a:r>
            <a:endParaRPr lang="en-US" dirty="0"/>
          </a:p>
        </p:txBody>
      </p:sp>
      <p:sp>
        <p:nvSpPr>
          <p:cNvPr id="119" name="Text Placeholder 118"/>
          <p:cNvSpPr>
            <a:spLocks noGrp="1"/>
          </p:cNvSpPr>
          <p:nvPr>
            <p:ph type="body" sz="quarter" idx="38"/>
          </p:nvPr>
        </p:nvSpPr>
        <p:spPr>
          <a:xfrm>
            <a:off x="4288790" y="3136265"/>
            <a:ext cx="2591435" cy="740410"/>
          </a:xfrm>
        </p:spPr>
        <p:txBody>
          <a:bodyPr/>
          <a:lstStyle/>
          <a:p>
            <a:r>
              <a:rPr lang="en-IN" altLang="en-US" dirty="0"/>
              <a:t>Shivendra Pandey</a:t>
            </a:r>
            <a:endParaRPr lang="en-US" dirty="0"/>
          </a:p>
          <a:p>
            <a:endParaRPr lang="en-US" dirty="0"/>
          </a:p>
        </p:txBody>
      </p:sp>
      <p:sp>
        <p:nvSpPr>
          <p:cNvPr id="120" name="Text Placeholder 119"/>
          <p:cNvSpPr>
            <a:spLocks noGrp="1"/>
          </p:cNvSpPr>
          <p:nvPr>
            <p:ph type="body" sz="quarter" idx="39"/>
          </p:nvPr>
        </p:nvSpPr>
        <p:spPr>
          <a:xfrm>
            <a:off x="7865110" y="3136265"/>
            <a:ext cx="2437765" cy="740410"/>
          </a:xfrm>
        </p:spPr>
        <p:txBody>
          <a:bodyPr/>
          <a:lstStyle/>
          <a:p>
            <a:r>
              <a:rPr lang="en-US">
                <a:sym typeface="+mn-ea"/>
              </a:rPr>
              <a:t> Basant Yadav </a:t>
            </a:r>
            <a:endParaRPr lang="en-US" dirty="0"/>
          </a:p>
        </p:txBody>
      </p:sp>
      <p:sp>
        <p:nvSpPr>
          <p:cNvPr id="113" name="Text Placeholder 112"/>
          <p:cNvSpPr>
            <a:spLocks noGrp="1"/>
          </p:cNvSpPr>
          <p:nvPr>
            <p:ph type="body" sz="quarter" idx="28"/>
          </p:nvPr>
        </p:nvSpPr>
        <p:spPr>
          <a:xfrm>
            <a:off x="8040370" y="3594100"/>
            <a:ext cx="2231390" cy="217170"/>
          </a:xfrm>
        </p:spPr>
        <p:txBody>
          <a:bodyPr/>
          <a:lstStyle/>
          <a:p>
            <a:r>
              <a:rPr>
                <a:sym typeface="+mn-ea"/>
              </a:rPr>
              <a:t>Quallity Circle Head</a:t>
            </a:r>
            <a:r>
              <a:rPr lang="en-IN" altLang="en-US">
                <a:sym typeface="+mn-ea"/>
              </a:rPr>
              <a:t> UP-E</a:t>
            </a:r>
            <a:endParaRPr lang="en-IN" altLang="en-US" dirty="0">
              <a:sym typeface="+mn-ea"/>
            </a:endParaRPr>
          </a:p>
        </p:txBody>
      </p:sp>
      <p:sp>
        <p:nvSpPr>
          <p:cNvPr id="111" name="Text Placeholder 110"/>
          <p:cNvSpPr>
            <a:spLocks noGrp="1"/>
          </p:cNvSpPr>
          <p:nvPr>
            <p:ph type="body" sz="quarter" idx="24"/>
          </p:nvPr>
        </p:nvSpPr>
        <p:spPr/>
        <p:txBody>
          <a:bodyPr/>
          <a:lstStyle/>
          <a:p>
            <a:r>
              <a:rPr lang="en-US" dirty="0"/>
              <a:t>VP Product</a:t>
            </a:r>
          </a:p>
        </p:txBody>
      </p:sp>
      <p:sp>
        <p:nvSpPr>
          <p:cNvPr id="123" name="Text Placeholder 122"/>
          <p:cNvSpPr>
            <a:spLocks noGrp="1"/>
          </p:cNvSpPr>
          <p:nvPr>
            <p:ph type="body" sz="quarter" idx="42"/>
          </p:nvPr>
        </p:nvSpPr>
        <p:spPr>
          <a:xfrm>
            <a:off x="3028950" y="5687695"/>
            <a:ext cx="2609850" cy="740410"/>
          </a:xfrm>
        </p:spPr>
        <p:txBody>
          <a:bodyPr/>
          <a:lstStyle/>
          <a:p>
            <a:r>
              <a:rPr lang="en-US">
                <a:sym typeface="+mn-ea"/>
              </a:rPr>
              <a:t>Prabhakar Singh</a:t>
            </a:r>
            <a:endParaRPr lang="en-US" dirty="0"/>
          </a:p>
        </p:txBody>
      </p:sp>
      <p:sp>
        <p:nvSpPr>
          <p:cNvPr id="115" name="Text Placeholder 114"/>
          <p:cNvSpPr>
            <a:spLocks noGrp="1"/>
          </p:cNvSpPr>
          <p:nvPr>
            <p:ph type="body" sz="quarter" idx="32"/>
          </p:nvPr>
        </p:nvSpPr>
        <p:spPr>
          <a:xfrm>
            <a:off x="3158490" y="6151880"/>
            <a:ext cx="2409190" cy="217170"/>
          </a:xfrm>
        </p:spPr>
        <p:txBody>
          <a:bodyPr/>
          <a:lstStyle/>
          <a:p>
            <a:r>
              <a:rPr>
                <a:sym typeface="+mn-ea"/>
              </a:rPr>
              <a:t>Project Manager</a:t>
            </a:r>
            <a:endParaRPr lang="en-US" dirty="0"/>
          </a:p>
        </p:txBody>
      </p:sp>
      <p:sp>
        <p:nvSpPr>
          <p:cNvPr id="124" name="Text Placeholder 123"/>
          <p:cNvSpPr>
            <a:spLocks noGrp="1"/>
          </p:cNvSpPr>
          <p:nvPr>
            <p:ph type="body" sz="quarter" idx="43"/>
          </p:nvPr>
        </p:nvSpPr>
        <p:spPr>
          <a:xfrm>
            <a:off x="6183630" y="5687695"/>
            <a:ext cx="2344420" cy="740410"/>
          </a:xfrm>
        </p:spPr>
        <p:txBody>
          <a:bodyPr/>
          <a:lstStyle/>
          <a:p>
            <a:pPr marL="0" lvl="5" indent="0">
              <a:buNone/>
            </a:pPr>
            <a:r>
              <a:rPr lang="en-US" sz="1400">
                <a:sym typeface="+mn-ea"/>
              </a:rPr>
              <a:t>Manaswi Chaturvedi</a:t>
            </a:r>
            <a:endParaRPr lang="en-US" sz="1400">
              <a:solidFill>
                <a:schemeClr val="bg1"/>
              </a:solidFill>
            </a:endParaRPr>
          </a:p>
          <a:p>
            <a:endParaRPr lang="en-US" dirty="0"/>
          </a:p>
        </p:txBody>
      </p:sp>
      <p:sp>
        <p:nvSpPr>
          <p:cNvPr id="116" name="Text Placeholder 115"/>
          <p:cNvSpPr>
            <a:spLocks noGrp="1"/>
          </p:cNvSpPr>
          <p:nvPr>
            <p:ph type="body" sz="quarter" idx="34"/>
          </p:nvPr>
        </p:nvSpPr>
        <p:spPr/>
        <p:txBody>
          <a:bodyPr/>
          <a:lstStyle/>
          <a:p>
            <a:pPr marL="0" lvl="5" indent="0">
              <a:buNone/>
            </a:pPr>
            <a:r>
              <a:rPr lang="en-IN" altLang="en-US" dirty="0"/>
              <a:t>HR</a:t>
            </a:r>
          </a:p>
        </p:txBody>
      </p:sp>
      <p:sp>
        <p:nvSpPr>
          <p:cNvPr id="151" name="Footer Placeholder 150"/>
          <p:cNvSpPr>
            <a:spLocks noGrp="1"/>
          </p:cNvSpPr>
          <p:nvPr>
            <p:ph type="ftr" sz="quarter" idx="45"/>
          </p:nvPr>
        </p:nvSpPr>
        <p:spPr/>
        <p:txBody>
          <a:bodyPr/>
          <a:lstStyle/>
          <a:p>
            <a:r>
              <a:rPr lang="en-US" dirty="0"/>
              <a:t>Presentation Title</a:t>
            </a:r>
          </a:p>
        </p:txBody>
      </p:sp>
      <p:sp>
        <p:nvSpPr>
          <p:cNvPr id="152" name="Slide Number Placeholder 151"/>
          <p:cNvSpPr>
            <a:spLocks noGrp="1"/>
          </p:cNvSpPr>
          <p:nvPr>
            <p:ph type="sldNum" sz="quarter" idx="46"/>
          </p:nvPr>
        </p:nvSpPr>
        <p:spPr/>
        <p:txBody>
          <a:bodyPr/>
          <a:lstStyle/>
          <a:p>
            <a:fld id="{09A01C0A-2BB6-49E7-91A3-DCB9F9F59583}" type="slidenum">
              <a:rPr lang="en-US" smtClean="0"/>
              <a:t>17</a:t>
            </a:fld>
            <a:endParaRPr lang="en-US" dirty="0"/>
          </a:p>
        </p:txBody>
      </p:sp>
      <p:sp>
        <p:nvSpPr>
          <p:cNvPr id="5" name="Text Placeholder 4"/>
          <p:cNvSpPr>
            <a:spLocks noGrp="1"/>
          </p:cNvSpPr>
          <p:nvPr>
            <p:ph type="body" sz="quarter" idx="26"/>
          </p:nvPr>
        </p:nvSpPr>
        <p:spPr>
          <a:xfrm>
            <a:off x="4307205" y="3589655"/>
            <a:ext cx="2545715" cy="308610"/>
          </a:xfrm>
        </p:spPr>
        <p:txBody>
          <a:bodyPr/>
          <a:lstStyle/>
          <a:p>
            <a:r>
              <a:rPr>
                <a:sym typeface="+mn-ea"/>
              </a:rPr>
              <a:t>Co-founder &amp;Cheif finance head                                      </a:t>
            </a:r>
            <a:endParaRPr lang="en-US"/>
          </a:p>
        </p:txBody>
      </p:sp>
      <p:sp>
        <p:nvSpPr>
          <p:cNvPr id="14" name="Text Box 13"/>
          <p:cNvSpPr txBox="1"/>
          <p:nvPr/>
        </p:nvSpPr>
        <p:spPr>
          <a:xfrm>
            <a:off x="10043160" y="5599430"/>
            <a:ext cx="4064000" cy="368300"/>
          </a:xfrm>
          <a:prstGeom prst="rect">
            <a:avLst/>
          </a:prstGeom>
          <a:noFill/>
        </p:spPr>
        <p:txBody>
          <a:bodyPr wrap="square" rtlCol="0">
            <a:spAutoFit/>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SUMMARY</a:t>
            </a:r>
          </a:p>
        </p:txBody>
      </p:sp>
      <p:sp>
        <p:nvSpPr>
          <p:cNvPr id="3" name="Text Placeholder 2"/>
          <p:cNvSpPr>
            <a:spLocks noGrp="1"/>
          </p:cNvSpPr>
          <p:nvPr>
            <p:ph type="body" idx="1"/>
          </p:nvPr>
        </p:nvSpPr>
        <p:spPr/>
        <p:txBody>
          <a:bodyPr/>
          <a:lstStyle/>
          <a:p>
            <a:r>
              <a:rPr lang="en-US" dirty="0"/>
              <a:t>At Contoso, we believe in giving 110%. By using our next-generation data architecture, we help organizations virtually manage agile workflows. We thrive because of our market knowledge and great team behind our product. As our CEO says, "Efficiencies will come from proactively transforming how we do business."</a:t>
            </a:r>
          </a:p>
        </p:txBody>
      </p:sp>
      <p:pic>
        <p:nvPicPr>
          <p:cNvPr id="14" name="Picture Placeholder 14" descr="White modern architecture"/>
          <p:cNvPicPr>
            <a:picLocks noGrp="1" noChangeAspect="1"/>
          </p:cNvPicPr>
          <p:nvPr>
            <p:ph type="pic" sz="quarter" idx="12"/>
          </p:nvPr>
        </p:nvPicPr>
        <p:blipFill rotWithShape="1">
          <a:blip r:embed="rId3" cstate="print">
            <a:grayscl/>
            <a:extLst>
              <a:ext uri="{BEBA8EAE-BF5A-486C-A8C5-ECC9F3942E4B}">
                <a14:imgProps xmlns:a14="http://schemas.microsoft.com/office/drawing/2010/main">
                  <a14:imgLayer r:embed="rId4">
                    <a14:imgEffect>
                      <a14:brightnessContrast contrast="40000"/>
                    </a14:imgEffect>
                    <a14:imgEffect>
                      <a14:sharpenSoften amount="25000"/>
                    </a14:imgEffect>
                  </a14:imgLayer>
                </a14:imgProps>
              </a:ext>
            </a:extLst>
          </a:blip>
          <a:srcRect/>
          <a:stretch>
            <a:fillRect/>
          </a:stretch>
        </p:blipFill>
        <p:spPr/>
      </p:pic>
      <p:sp>
        <p:nvSpPr>
          <p:cNvPr id="84" name="Text Placeholder 83"/>
          <p:cNvSpPr>
            <a:spLocks noGrp="1"/>
          </p:cNvSpPr>
          <p:nvPr>
            <p:ph type="body" sz="quarter" idx="13"/>
          </p:nvPr>
        </p:nvSpPr>
        <p:spPr/>
        <p:txBody>
          <a:bodyPr/>
          <a:lstStyle/>
          <a:p>
            <a:endParaRPr lang="en-US" dirty="0"/>
          </a:p>
        </p:txBody>
      </p:sp>
      <p:sp>
        <p:nvSpPr>
          <p:cNvPr id="85" name="Text Placeholder 84"/>
          <p:cNvSpPr>
            <a:spLocks noGrp="1"/>
          </p:cNvSpPr>
          <p:nvPr>
            <p:ph type="body" sz="quarter" idx="14"/>
          </p:nvPr>
        </p:nvSpPr>
        <p:spPr/>
        <p:txBody>
          <a:bodyPr/>
          <a:lstStyle/>
          <a:p>
            <a:endParaRPr lang="en-US" dirty="0"/>
          </a:p>
        </p:txBody>
      </p:sp>
      <p:sp>
        <p:nvSpPr>
          <p:cNvPr id="2" name="Footer Placeholder 1"/>
          <p:cNvSpPr>
            <a:spLocks noGrp="1"/>
          </p:cNvSpPr>
          <p:nvPr>
            <p:ph type="ftr" sz="quarter" idx="10"/>
          </p:nvPr>
        </p:nvSpPr>
        <p:spPr/>
        <p:txBody>
          <a:bodyPr/>
          <a:lstStyle/>
          <a:p>
            <a:r>
              <a:rPr lang="en-US" dirty="0"/>
              <a:t>Presentation Title</a:t>
            </a:r>
          </a:p>
        </p:txBody>
      </p:sp>
      <p:sp>
        <p:nvSpPr>
          <p:cNvPr id="5" name="Slide Number Placeholder 4"/>
          <p:cNvSpPr>
            <a:spLocks noGrp="1"/>
          </p:cNvSpPr>
          <p:nvPr>
            <p:ph type="sldNum" sz="quarter" idx="11"/>
          </p:nvPr>
        </p:nvSpPr>
        <p:spPr/>
        <p:txBody>
          <a:bodyPr/>
          <a:lstStyle/>
          <a:p>
            <a:fld id="{09A01C0A-2BB6-49E7-91A3-DCB9F9F59583}" type="slidenum">
              <a:rPr lang="en-US" smtClean="0"/>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5" name="Text Placeholder 4"/>
          <p:cNvSpPr>
            <a:spLocks noGrp="1"/>
          </p:cNvSpPr>
          <p:nvPr>
            <p:ph type="body" sz="quarter" idx="13"/>
          </p:nvPr>
        </p:nvSpPr>
        <p:spPr/>
        <p:txBody>
          <a:bodyPr/>
          <a:lstStyle/>
          <a:p>
            <a:endParaRPr lang="en-US"/>
          </a:p>
        </p:txBody>
      </p:sp>
      <p:sp>
        <p:nvSpPr>
          <p:cNvPr id="6" name="Text Placeholder 5"/>
          <p:cNvSpPr>
            <a:spLocks noGrp="1"/>
          </p:cNvSpPr>
          <p:nvPr>
            <p:ph type="body" sz="quarter" idx="14"/>
          </p:nvPr>
        </p:nvSpPr>
        <p:spPr/>
        <p:txBody>
          <a:bodyPr/>
          <a:lstStyle/>
          <a:p>
            <a:endParaRPr lang="en-US"/>
          </a:p>
        </p:txBody>
      </p:sp>
      <p:sp>
        <p:nvSpPr>
          <p:cNvPr id="7" name="Footer Placeholder 6"/>
          <p:cNvSpPr>
            <a:spLocks noGrp="1"/>
          </p:cNvSpPr>
          <p:nvPr>
            <p:ph type="ftr" sz="quarter" idx="10"/>
          </p:nvPr>
        </p:nvSpPr>
        <p:spPr/>
        <p:txBody>
          <a:bodyPr/>
          <a:lstStyle/>
          <a:p>
            <a:r>
              <a:rPr lang="en-US" dirty="0"/>
              <a:t>Presentation Title</a:t>
            </a:r>
          </a:p>
        </p:txBody>
      </p:sp>
      <p:sp>
        <p:nvSpPr>
          <p:cNvPr id="8" name="Slide Number Placeholder 7"/>
          <p:cNvSpPr>
            <a:spLocks noGrp="1"/>
          </p:cNvSpPr>
          <p:nvPr>
            <p:ph type="sldNum" sz="quarter" idx="11"/>
          </p:nvPr>
        </p:nvSpPr>
        <p:spPr/>
        <p:txBody>
          <a:bodyPr/>
          <a:lstStyle/>
          <a:p>
            <a:fld id="{09A01C0A-2BB6-49E7-91A3-DCB9F9F59583}" type="slidenum">
              <a:rPr lang="en-US" smtClean="0"/>
              <a:t>19</a:t>
            </a:fld>
            <a:endParaRPr lang="en-US" dirty="0"/>
          </a:p>
        </p:txBody>
      </p:sp>
      <p:pic>
        <p:nvPicPr>
          <p:cNvPr id="13" name="Picture 12" descr="aa"/>
          <p:cNvPicPr>
            <a:picLocks noChangeAspect="1"/>
          </p:cNvPicPr>
          <p:nvPr/>
        </p:nvPicPr>
        <p:blipFill>
          <a:blip r:embed="rId2"/>
          <a:stretch>
            <a:fillRect/>
          </a:stretch>
        </p:blipFill>
        <p:spPr>
          <a:xfrm>
            <a:off x="498475" y="381000"/>
            <a:ext cx="5546090" cy="5909310"/>
          </a:xfrm>
          <a:prstGeom prst="rect">
            <a:avLst/>
          </a:prstGeom>
        </p:spPr>
      </p:pic>
      <p:pic>
        <p:nvPicPr>
          <p:cNvPr id="17" name="Picture 16" descr="b"/>
          <p:cNvPicPr>
            <a:picLocks noChangeAspect="1"/>
          </p:cNvPicPr>
          <p:nvPr/>
        </p:nvPicPr>
        <p:blipFill>
          <a:blip r:embed="rId3"/>
          <a:stretch>
            <a:fillRect/>
          </a:stretch>
        </p:blipFill>
        <p:spPr>
          <a:xfrm>
            <a:off x="6045200" y="380365"/>
            <a:ext cx="5313680" cy="59842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9" name="Picture Placeholder 8" descr="bb"/>
          <p:cNvPicPr>
            <a:picLocks noGrp="1" noChangeAspect="1"/>
          </p:cNvPicPr>
          <p:nvPr>
            <p:ph type="pic" sz="quarter" idx="12"/>
          </p:nvPr>
        </p:nvPicPr>
        <p:blipFill>
          <a:blip r:embed="rId2"/>
          <a:stretch>
            <a:fillRect/>
          </a:stretch>
        </p:blipFill>
        <p:spPr>
          <a:xfrm>
            <a:off x="76835" y="299085"/>
            <a:ext cx="5017770" cy="5991225"/>
          </a:xfrm>
          <a:prstGeom prst="rect">
            <a:avLst/>
          </a:prstGeom>
        </p:spPr>
      </p:pic>
      <p:sp>
        <p:nvSpPr>
          <p:cNvPr id="5" name="Text Placeholder 4"/>
          <p:cNvSpPr>
            <a:spLocks noGrp="1"/>
          </p:cNvSpPr>
          <p:nvPr>
            <p:ph type="body" sz="quarter" idx="13"/>
          </p:nvPr>
        </p:nvSpPr>
        <p:spPr/>
        <p:txBody>
          <a:bodyPr/>
          <a:lstStyle/>
          <a:p>
            <a:endParaRPr lang="en-US"/>
          </a:p>
        </p:txBody>
      </p:sp>
      <p:sp>
        <p:nvSpPr>
          <p:cNvPr id="6" name="Text Placeholder 5"/>
          <p:cNvSpPr>
            <a:spLocks noGrp="1"/>
          </p:cNvSpPr>
          <p:nvPr>
            <p:ph type="body" sz="quarter" idx="14"/>
          </p:nvPr>
        </p:nvSpPr>
        <p:spPr/>
        <p:txBody>
          <a:bodyPr/>
          <a:lstStyle/>
          <a:p>
            <a:endParaRPr lang="en-US"/>
          </a:p>
        </p:txBody>
      </p:sp>
      <p:sp>
        <p:nvSpPr>
          <p:cNvPr id="7" name="Footer Placeholder 6"/>
          <p:cNvSpPr>
            <a:spLocks noGrp="1"/>
          </p:cNvSpPr>
          <p:nvPr>
            <p:ph type="ftr" sz="quarter" idx="10"/>
          </p:nvPr>
        </p:nvSpPr>
        <p:spPr/>
        <p:txBody>
          <a:bodyPr/>
          <a:lstStyle/>
          <a:p>
            <a:r>
              <a:rPr lang="en-US" dirty="0"/>
              <a:t>Presentation Title</a:t>
            </a:r>
          </a:p>
        </p:txBody>
      </p:sp>
      <p:sp>
        <p:nvSpPr>
          <p:cNvPr id="8" name="Slide Number Placeholder 7"/>
          <p:cNvSpPr>
            <a:spLocks noGrp="1"/>
          </p:cNvSpPr>
          <p:nvPr>
            <p:ph type="sldNum" sz="quarter" idx="11"/>
          </p:nvPr>
        </p:nvSpPr>
        <p:spPr/>
        <p:txBody>
          <a:bodyPr/>
          <a:lstStyle/>
          <a:p>
            <a:fld id="{09A01C0A-2BB6-49E7-91A3-DCB9F9F59583}" type="slidenum">
              <a:rPr lang="en-US" smtClean="0"/>
              <a:t>20</a:t>
            </a:fld>
            <a:endParaRPr lang="en-US" dirty="0"/>
          </a:p>
        </p:txBody>
      </p:sp>
      <p:pic>
        <p:nvPicPr>
          <p:cNvPr id="10" name="Picture 9" descr="c"/>
          <p:cNvPicPr>
            <a:picLocks noChangeAspect="1"/>
          </p:cNvPicPr>
          <p:nvPr/>
        </p:nvPicPr>
        <p:blipFill>
          <a:blip r:embed="rId3"/>
          <a:stretch>
            <a:fillRect/>
          </a:stretch>
        </p:blipFill>
        <p:spPr>
          <a:xfrm>
            <a:off x="5215890" y="298450"/>
            <a:ext cx="5829300" cy="59912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9" name="Picture Placeholder 8" descr="cc"/>
          <p:cNvPicPr>
            <a:picLocks noGrp="1" noChangeAspect="1"/>
          </p:cNvPicPr>
          <p:nvPr>
            <p:ph type="pic" sz="quarter" idx="12"/>
          </p:nvPr>
        </p:nvPicPr>
        <p:blipFill>
          <a:blip r:embed="rId2"/>
          <a:stretch>
            <a:fillRect/>
          </a:stretch>
        </p:blipFill>
        <p:spPr>
          <a:xfrm>
            <a:off x="205105" y="196215"/>
            <a:ext cx="5481955" cy="6094730"/>
          </a:xfrm>
          <a:prstGeom prst="rect">
            <a:avLst/>
          </a:prstGeom>
        </p:spPr>
      </p:pic>
      <p:sp>
        <p:nvSpPr>
          <p:cNvPr id="5" name="Text Placeholder 4"/>
          <p:cNvSpPr>
            <a:spLocks noGrp="1"/>
          </p:cNvSpPr>
          <p:nvPr>
            <p:ph type="body" sz="quarter" idx="13"/>
          </p:nvPr>
        </p:nvSpPr>
        <p:spPr/>
        <p:txBody>
          <a:bodyPr/>
          <a:lstStyle/>
          <a:p>
            <a:endParaRPr lang="en-US"/>
          </a:p>
        </p:txBody>
      </p:sp>
      <p:sp>
        <p:nvSpPr>
          <p:cNvPr id="6" name="Text Placeholder 5"/>
          <p:cNvSpPr>
            <a:spLocks noGrp="1"/>
          </p:cNvSpPr>
          <p:nvPr>
            <p:ph type="body" sz="quarter" idx="14"/>
          </p:nvPr>
        </p:nvSpPr>
        <p:spPr/>
        <p:txBody>
          <a:bodyPr/>
          <a:lstStyle/>
          <a:p>
            <a:endParaRPr lang="en-US"/>
          </a:p>
        </p:txBody>
      </p:sp>
      <p:sp>
        <p:nvSpPr>
          <p:cNvPr id="7" name="Footer Placeholder 6"/>
          <p:cNvSpPr>
            <a:spLocks noGrp="1"/>
          </p:cNvSpPr>
          <p:nvPr>
            <p:ph type="ftr" sz="quarter" idx="10"/>
          </p:nvPr>
        </p:nvSpPr>
        <p:spPr/>
        <p:txBody>
          <a:bodyPr/>
          <a:lstStyle/>
          <a:p>
            <a:r>
              <a:rPr lang="en-US" dirty="0"/>
              <a:t>Presentation Title</a:t>
            </a:r>
          </a:p>
        </p:txBody>
      </p:sp>
      <p:sp>
        <p:nvSpPr>
          <p:cNvPr id="8" name="Slide Number Placeholder 7"/>
          <p:cNvSpPr>
            <a:spLocks noGrp="1"/>
          </p:cNvSpPr>
          <p:nvPr>
            <p:ph type="sldNum" sz="quarter" idx="11"/>
          </p:nvPr>
        </p:nvSpPr>
        <p:spPr/>
        <p:txBody>
          <a:bodyPr/>
          <a:lstStyle/>
          <a:p>
            <a:fld id="{09A01C0A-2BB6-49E7-91A3-DCB9F9F59583}" type="slidenum">
              <a:rPr lang="en-US" smtClean="0"/>
              <a:t>21</a:t>
            </a:fld>
            <a:endParaRPr lang="en-US" dirty="0"/>
          </a:p>
        </p:txBody>
      </p:sp>
      <p:pic>
        <p:nvPicPr>
          <p:cNvPr id="10" name="Picture 9" descr="ccc"/>
          <p:cNvPicPr>
            <a:picLocks noChangeAspect="1"/>
          </p:cNvPicPr>
          <p:nvPr/>
        </p:nvPicPr>
        <p:blipFill>
          <a:blip r:embed="rId3"/>
          <a:stretch>
            <a:fillRect/>
          </a:stretch>
        </p:blipFill>
        <p:spPr>
          <a:xfrm>
            <a:off x="5687060" y="194945"/>
            <a:ext cx="5930265" cy="6096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9" name="Picture Placeholder 8" descr="d"/>
          <p:cNvPicPr>
            <a:picLocks noGrp="1" noChangeAspect="1"/>
          </p:cNvPicPr>
          <p:nvPr>
            <p:ph type="pic" sz="quarter" idx="12"/>
          </p:nvPr>
        </p:nvPicPr>
        <p:blipFill>
          <a:blip r:embed="rId2"/>
          <a:stretch>
            <a:fillRect/>
          </a:stretch>
        </p:blipFill>
        <p:spPr>
          <a:xfrm>
            <a:off x="241935" y="420370"/>
            <a:ext cx="5329555" cy="5993765"/>
          </a:xfrm>
          <a:prstGeom prst="rect">
            <a:avLst/>
          </a:prstGeom>
        </p:spPr>
      </p:pic>
      <p:sp>
        <p:nvSpPr>
          <p:cNvPr id="5" name="Text Placeholder 4"/>
          <p:cNvSpPr>
            <a:spLocks noGrp="1"/>
          </p:cNvSpPr>
          <p:nvPr>
            <p:ph type="body" sz="quarter" idx="13"/>
          </p:nvPr>
        </p:nvSpPr>
        <p:spPr/>
        <p:txBody>
          <a:bodyPr/>
          <a:lstStyle/>
          <a:p>
            <a:endParaRPr lang="en-US"/>
          </a:p>
        </p:txBody>
      </p:sp>
      <p:sp>
        <p:nvSpPr>
          <p:cNvPr id="6" name="Text Placeholder 5"/>
          <p:cNvSpPr>
            <a:spLocks noGrp="1"/>
          </p:cNvSpPr>
          <p:nvPr>
            <p:ph type="body" sz="quarter" idx="14"/>
          </p:nvPr>
        </p:nvSpPr>
        <p:spPr/>
        <p:txBody>
          <a:bodyPr/>
          <a:lstStyle/>
          <a:p>
            <a:endParaRPr lang="en-US"/>
          </a:p>
        </p:txBody>
      </p:sp>
      <p:sp>
        <p:nvSpPr>
          <p:cNvPr id="7" name="Footer Placeholder 6"/>
          <p:cNvSpPr>
            <a:spLocks noGrp="1"/>
          </p:cNvSpPr>
          <p:nvPr>
            <p:ph type="ftr" sz="quarter" idx="10"/>
          </p:nvPr>
        </p:nvSpPr>
        <p:spPr/>
        <p:txBody>
          <a:bodyPr/>
          <a:lstStyle/>
          <a:p>
            <a:r>
              <a:rPr lang="en-US" dirty="0"/>
              <a:t>Presentation Title</a:t>
            </a:r>
          </a:p>
        </p:txBody>
      </p:sp>
      <p:sp>
        <p:nvSpPr>
          <p:cNvPr id="8" name="Slide Number Placeholder 7"/>
          <p:cNvSpPr>
            <a:spLocks noGrp="1"/>
          </p:cNvSpPr>
          <p:nvPr>
            <p:ph type="sldNum" sz="quarter" idx="11"/>
          </p:nvPr>
        </p:nvSpPr>
        <p:spPr/>
        <p:txBody>
          <a:bodyPr/>
          <a:lstStyle/>
          <a:p>
            <a:fld id="{09A01C0A-2BB6-49E7-91A3-DCB9F9F59583}" type="slidenum">
              <a:rPr lang="en-US" smtClean="0"/>
              <a:t>22</a:t>
            </a:fld>
            <a:endParaRPr lang="en-US" dirty="0"/>
          </a:p>
        </p:txBody>
      </p:sp>
      <p:pic>
        <p:nvPicPr>
          <p:cNvPr id="10" name="Picture 9" descr="dd"/>
          <p:cNvPicPr>
            <a:picLocks noChangeAspect="1"/>
          </p:cNvPicPr>
          <p:nvPr/>
        </p:nvPicPr>
        <p:blipFill>
          <a:blip r:embed="rId3"/>
          <a:stretch>
            <a:fillRect/>
          </a:stretch>
        </p:blipFill>
        <p:spPr>
          <a:xfrm>
            <a:off x="5571490" y="420370"/>
            <a:ext cx="6083300" cy="6096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5" name="Text Placeholder 4"/>
          <p:cNvSpPr>
            <a:spLocks noGrp="1"/>
          </p:cNvSpPr>
          <p:nvPr>
            <p:ph type="body" sz="quarter" idx="13"/>
          </p:nvPr>
        </p:nvSpPr>
        <p:spPr/>
        <p:txBody>
          <a:bodyPr/>
          <a:lstStyle/>
          <a:p>
            <a:endParaRPr lang="en-US"/>
          </a:p>
        </p:txBody>
      </p:sp>
      <p:sp>
        <p:nvSpPr>
          <p:cNvPr id="6" name="Text Placeholder 5"/>
          <p:cNvSpPr>
            <a:spLocks noGrp="1"/>
          </p:cNvSpPr>
          <p:nvPr>
            <p:ph type="body" sz="quarter" idx="14"/>
          </p:nvPr>
        </p:nvSpPr>
        <p:spPr/>
        <p:txBody>
          <a:bodyPr/>
          <a:lstStyle/>
          <a:p>
            <a:endParaRPr lang="en-US"/>
          </a:p>
        </p:txBody>
      </p:sp>
      <p:sp>
        <p:nvSpPr>
          <p:cNvPr id="7" name="Footer Placeholder 6"/>
          <p:cNvSpPr>
            <a:spLocks noGrp="1"/>
          </p:cNvSpPr>
          <p:nvPr>
            <p:ph type="ftr" sz="quarter" idx="10"/>
          </p:nvPr>
        </p:nvSpPr>
        <p:spPr/>
        <p:txBody>
          <a:bodyPr/>
          <a:lstStyle/>
          <a:p>
            <a:r>
              <a:rPr lang="en-US" dirty="0"/>
              <a:t>Presentation Title</a:t>
            </a:r>
          </a:p>
        </p:txBody>
      </p:sp>
      <p:sp>
        <p:nvSpPr>
          <p:cNvPr id="8" name="Slide Number Placeholder 7"/>
          <p:cNvSpPr>
            <a:spLocks noGrp="1"/>
          </p:cNvSpPr>
          <p:nvPr>
            <p:ph type="sldNum" sz="quarter" idx="11"/>
          </p:nvPr>
        </p:nvSpPr>
        <p:spPr/>
        <p:txBody>
          <a:bodyPr/>
          <a:lstStyle/>
          <a:p>
            <a:fld id="{09A01C0A-2BB6-49E7-91A3-DCB9F9F59583}" type="slidenum">
              <a:rPr lang="en-US" smtClean="0"/>
              <a:t>23</a:t>
            </a:fld>
            <a:endParaRPr lang="en-US" dirty="0"/>
          </a:p>
        </p:txBody>
      </p:sp>
      <p:pic>
        <p:nvPicPr>
          <p:cNvPr id="11" name="Picture 10" descr="ee"/>
          <p:cNvPicPr>
            <a:picLocks noChangeAspect="1"/>
          </p:cNvPicPr>
          <p:nvPr/>
        </p:nvPicPr>
        <p:blipFill>
          <a:blip r:embed="rId2"/>
          <a:stretch>
            <a:fillRect/>
          </a:stretch>
        </p:blipFill>
        <p:spPr>
          <a:xfrm>
            <a:off x="211455" y="426720"/>
            <a:ext cx="5291455" cy="6005195"/>
          </a:xfrm>
          <a:prstGeom prst="rect">
            <a:avLst/>
          </a:prstGeom>
        </p:spPr>
      </p:pic>
      <p:pic>
        <p:nvPicPr>
          <p:cNvPr id="12" name="Picture 11" descr="ff"/>
          <p:cNvPicPr>
            <a:picLocks noChangeAspect="1"/>
          </p:cNvPicPr>
          <p:nvPr/>
        </p:nvPicPr>
        <p:blipFill>
          <a:blip r:embed="rId3"/>
          <a:stretch>
            <a:fillRect/>
          </a:stretch>
        </p:blipFill>
        <p:spPr>
          <a:xfrm>
            <a:off x="5502910" y="426720"/>
            <a:ext cx="5628005" cy="60045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9" name="Picture Placeholder 8" descr="g"/>
          <p:cNvPicPr>
            <a:picLocks noGrp="1" noChangeAspect="1"/>
          </p:cNvPicPr>
          <p:nvPr>
            <p:ph type="pic" sz="quarter" idx="12"/>
          </p:nvPr>
        </p:nvPicPr>
        <p:blipFill>
          <a:blip r:embed="rId2"/>
          <a:stretch>
            <a:fillRect/>
          </a:stretch>
        </p:blipFill>
        <p:spPr>
          <a:xfrm>
            <a:off x="847090" y="171450"/>
            <a:ext cx="5249545" cy="6118860"/>
          </a:xfrm>
          <a:prstGeom prst="rect">
            <a:avLst/>
          </a:prstGeom>
        </p:spPr>
      </p:pic>
      <p:sp>
        <p:nvSpPr>
          <p:cNvPr id="5" name="Text Placeholder 4"/>
          <p:cNvSpPr>
            <a:spLocks noGrp="1"/>
          </p:cNvSpPr>
          <p:nvPr>
            <p:ph type="body" sz="quarter" idx="13"/>
          </p:nvPr>
        </p:nvSpPr>
        <p:spPr/>
        <p:txBody>
          <a:bodyPr/>
          <a:lstStyle/>
          <a:p>
            <a:endParaRPr lang="en-US"/>
          </a:p>
        </p:txBody>
      </p:sp>
      <p:sp>
        <p:nvSpPr>
          <p:cNvPr id="6" name="Text Placeholder 5"/>
          <p:cNvSpPr>
            <a:spLocks noGrp="1"/>
          </p:cNvSpPr>
          <p:nvPr>
            <p:ph type="body" sz="quarter" idx="14"/>
          </p:nvPr>
        </p:nvSpPr>
        <p:spPr/>
        <p:txBody>
          <a:bodyPr/>
          <a:lstStyle/>
          <a:p>
            <a:endParaRPr lang="en-US"/>
          </a:p>
        </p:txBody>
      </p:sp>
      <p:sp>
        <p:nvSpPr>
          <p:cNvPr id="7" name="Footer Placeholder 6"/>
          <p:cNvSpPr>
            <a:spLocks noGrp="1"/>
          </p:cNvSpPr>
          <p:nvPr>
            <p:ph type="ftr" sz="quarter" idx="10"/>
          </p:nvPr>
        </p:nvSpPr>
        <p:spPr/>
        <p:txBody>
          <a:bodyPr/>
          <a:lstStyle/>
          <a:p>
            <a:r>
              <a:rPr lang="en-US" dirty="0"/>
              <a:t>Presentation Title</a:t>
            </a:r>
          </a:p>
        </p:txBody>
      </p:sp>
      <p:sp>
        <p:nvSpPr>
          <p:cNvPr id="8" name="Slide Number Placeholder 7"/>
          <p:cNvSpPr>
            <a:spLocks noGrp="1"/>
          </p:cNvSpPr>
          <p:nvPr>
            <p:ph type="sldNum" sz="quarter" idx="11"/>
          </p:nvPr>
        </p:nvSpPr>
        <p:spPr/>
        <p:txBody>
          <a:bodyPr/>
          <a:lstStyle/>
          <a:p>
            <a:fld id="{09A01C0A-2BB6-49E7-91A3-DCB9F9F59583}" type="slidenum">
              <a:rPr lang="en-US" smtClean="0"/>
              <a:t>24</a:t>
            </a:fld>
            <a:endParaRPr lang="en-US" dirty="0"/>
          </a:p>
        </p:txBody>
      </p:sp>
      <p:pic>
        <p:nvPicPr>
          <p:cNvPr id="10" name="Picture 9" descr="gg"/>
          <p:cNvPicPr>
            <a:picLocks noChangeAspect="1"/>
          </p:cNvPicPr>
          <p:nvPr/>
        </p:nvPicPr>
        <p:blipFill>
          <a:blip r:embed="rId3"/>
          <a:stretch>
            <a:fillRect/>
          </a:stretch>
        </p:blipFill>
        <p:spPr>
          <a:xfrm>
            <a:off x="6096635" y="171450"/>
            <a:ext cx="5638800" cy="611949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5" name="Text Placeholder 4"/>
          <p:cNvSpPr>
            <a:spLocks noGrp="1"/>
          </p:cNvSpPr>
          <p:nvPr>
            <p:ph type="body" sz="quarter" idx="13"/>
          </p:nvPr>
        </p:nvSpPr>
        <p:spPr/>
        <p:txBody>
          <a:bodyPr/>
          <a:lstStyle/>
          <a:p>
            <a:endParaRPr lang="en-US"/>
          </a:p>
        </p:txBody>
      </p:sp>
      <p:sp>
        <p:nvSpPr>
          <p:cNvPr id="6" name="Text Placeholder 5"/>
          <p:cNvSpPr>
            <a:spLocks noGrp="1"/>
          </p:cNvSpPr>
          <p:nvPr>
            <p:ph type="body" sz="quarter" idx="14"/>
          </p:nvPr>
        </p:nvSpPr>
        <p:spPr/>
        <p:txBody>
          <a:bodyPr/>
          <a:lstStyle/>
          <a:p>
            <a:endParaRPr lang="en-US"/>
          </a:p>
        </p:txBody>
      </p:sp>
      <p:sp>
        <p:nvSpPr>
          <p:cNvPr id="7" name="Footer Placeholder 6"/>
          <p:cNvSpPr>
            <a:spLocks noGrp="1"/>
          </p:cNvSpPr>
          <p:nvPr>
            <p:ph type="ftr" sz="quarter" idx="10"/>
          </p:nvPr>
        </p:nvSpPr>
        <p:spPr/>
        <p:txBody>
          <a:bodyPr/>
          <a:lstStyle/>
          <a:p>
            <a:r>
              <a:rPr lang="en-US" dirty="0"/>
              <a:t>Presentation Title</a:t>
            </a:r>
          </a:p>
        </p:txBody>
      </p:sp>
      <p:sp>
        <p:nvSpPr>
          <p:cNvPr id="8" name="Slide Number Placeholder 7"/>
          <p:cNvSpPr>
            <a:spLocks noGrp="1"/>
          </p:cNvSpPr>
          <p:nvPr>
            <p:ph type="sldNum" sz="quarter" idx="11"/>
          </p:nvPr>
        </p:nvSpPr>
        <p:spPr/>
        <p:txBody>
          <a:bodyPr/>
          <a:lstStyle/>
          <a:p>
            <a:fld id="{09A01C0A-2BB6-49E7-91A3-DCB9F9F59583}" type="slidenum">
              <a:rPr lang="en-US" smtClean="0"/>
              <a:t>25</a:t>
            </a:fld>
            <a:endParaRPr lang="en-US" dirty="0"/>
          </a:p>
        </p:txBody>
      </p:sp>
      <p:pic>
        <p:nvPicPr>
          <p:cNvPr id="13" name="Picture 12" descr="j"/>
          <p:cNvPicPr>
            <a:picLocks noChangeAspect="1"/>
          </p:cNvPicPr>
          <p:nvPr/>
        </p:nvPicPr>
        <p:blipFill>
          <a:blip r:embed="rId2"/>
          <a:stretch>
            <a:fillRect/>
          </a:stretch>
        </p:blipFill>
        <p:spPr>
          <a:xfrm>
            <a:off x="324485" y="351790"/>
            <a:ext cx="5601335" cy="6154420"/>
          </a:xfrm>
          <a:prstGeom prst="rect">
            <a:avLst/>
          </a:prstGeom>
        </p:spPr>
      </p:pic>
      <p:pic>
        <p:nvPicPr>
          <p:cNvPr id="14" name="Picture 13" descr="jj"/>
          <p:cNvPicPr>
            <a:picLocks noChangeAspect="1"/>
          </p:cNvPicPr>
          <p:nvPr/>
        </p:nvPicPr>
        <p:blipFill>
          <a:blip r:embed="rId3"/>
          <a:stretch>
            <a:fillRect/>
          </a:stretch>
        </p:blipFill>
        <p:spPr>
          <a:xfrm>
            <a:off x="5925820" y="351790"/>
            <a:ext cx="6570345" cy="61544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5" name="Text Placeholder 4"/>
          <p:cNvSpPr>
            <a:spLocks noGrp="1"/>
          </p:cNvSpPr>
          <p:nvPr>
            <p:ph type="body" sz="quarter" idx="13"/>
          </p:nvPr>
        </p:nvSpPr>
        <p:spPr/>
        <p:txBody>
          <a:bodyPr/>
          <a:lstStyle/>
          <a:p>
            <a:endParaRPr lang="en-US"/>
          </a:p>
        </p:txBody>
      </p:sp>
      <p:sp>
        <p:nvSpPr>
          <p:cNvPr id="6" name="Text Placeholder 5"/>
          <p:cNvSpPr>
            <a:spLocks noGrp="1"/>
          </p:cNvSpPr>
          <p:nvPr>
            <p:ph type="body" sz="quarter" idx="14"/>
          </p:nvPr>
        </p:nvSpPr>
        <p:spPr/>
        <p:txBody>
          <a:bodyPr/>
          <a:lstStyle/>
          <a:p>
            <a:endParaRPr lang="en-US"/>
          </a:p>
        </p:txBody>
      </p:sp>
      <p:sp>
        <p:nvSpPr>
          <p:cNvPr id="7" name="Footer Placeholder 6"/>
          <p:cNvSpPr>
            <a:spLocks noGrp="1"/>
          </p:cNvSpPr>
          <p:nvPr>
            <p:ph type="ftr" sz="quarter" idx="10"/>
          </p:nvPr>
        </p:nvSpPr>
        <p:spPr/>
        <p:txBody>
          <a:bodyPr/>
          <a:lstStyle/>
          <a:p>
            <a:r>
              <a:rPr lang="en-US" dirty="0"/>
              <a:t>Presentation Title</a:t>
            </a:r>
          </a:p>
        </p:txBody>
      </p:sp>
      <p:sp>
        <p:nvSpPr>
          <p:cNvPr id="8" name="Slide Number Placeholder 7"/>
          <p:cNvSpPr>
            <a:spLocks noGrp="1"/>
          </p:cNvSpPr>
          <p:nvPr>
            <p:ph type="sldNum" sz="quarter" idx="11"/>
          </p:nvPr>
        </p:nvSpPr>
        <p:spPr/>
        <p:txBody>
          <a:bodyPr/>
          <a:lstStyle/>
          <a:p>
            <a:fld id="{09A01C0A-2BB6-49E7-91A3-DCB9F9F59583}" type="slidenum">
              <a:rPr lang="en-US" smtClean="0"/>
              <a:t>26</a:t>
            </a:fld>
            <a:endParaRPr lang="en-US" dirty="0"/>
          </a:p>
        </p:txBody>
      </p:sp>
      <p:pic>
        <p:nvPicPr>
          <p:cNvPr id="11" name="Picture 10" descr="kk"/>
          <p:cNvPicPr>
            <a:picLocks noChangeAspect="1"/>
          </p:cNvPicPr>
          <p:nvPr/>
        </p:nvPicPr>
        <p:blipFill>
          <a:blip r:embed="rId2"/>
          <a:stretch>
            <a:fillRect/>
          </a:stretch>
        </p:blipFill>
        <p:spPr>
          <a:xfrm>
            <a:off x="153670" y="159385"/>
            <a:ext cx="5760085" cy="6402070"/>
          </a:xfrm>
          <a:prstGeom prst="rect">
            <a:avLst/>
          </a:prstGeom>
        </p:spPr>
      </p:pic>
      <p:pic>
        <p:nvPicPr>
          <p:cNvPr id="13" name="Picture 12" descr="l"/>
          <p:cNvPicPr>
            <a:picLocks noChangeAspect="1"/>
          </p:cNvPicPr>
          <p:nvPr/>
        </p:nvPicPr>
        <p:blipFill>
          <a:blip r:embed="rId3"/>
          <a:stretch>
            <a:fillRect/>
          </a:stretch>
        </p:blipFill>
        <p:spPr>
          <a:xfrm>
            <a:off x="5932805" y="159385"/>
            <a:ext cx="5517515" cy="640270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THANK YOU</a:t>
            </a:r>
          </a:p>
        </p:txBody>
      </p:sp>
      <p:sp>
        <p:nvSpPr>
          <p:cNvPr id="3" name="Footer Placeholder 2"/>
          <p:cNvSpPr>
            <a:spLocks noGrp="1"/>
          </p:cNvSpPr>
          <p:nvPr>
            <p:ph type="ftr" sz="quarter" idx="10"/>
          </p:nvPr>
        </p:nvSpPr>
        <p:spPr/>
        <p:txBody>
          <a:bodyPr/>
          <a:lstStyle/>
          <a:p>
            <a:r>
              <a:rPr lang="en-US" dirty="0"/>
              <a:t>Presentation Title</a:t>
            </a:r>
          </a:p>
        </p:txBody>
      </p:sp>
      <p:sp>
        <p:nvSpPr>
          <p:cNvPr id="5" name="Slide Number Placeholder 4"/>
          <p:cNvSpPr>
            <a:spLocks noGrp="1"/>
          </p:cNvSpPr>
          <p:nvPr>
            <p:ph type="sldNum" sz="quarter" idx="11"/>
          </p:nvPr>
        </p:nvSpPr>
        <p:spPr/>
        <p:txBody>
          <a:bodyPr/>
          <a:lstStyle/>
          <a:p>
            <a:fld id="{09A01C0A-2BB6-49E7-91A3-DCB9F9F59583}" type="slidenum">
              <a:rPr lang="en-US" smtClean="0"/>
              <a:t>27</a:t>
            </a:fld>
            <a:endParaRPr lang="en-US" dirty="0"/>
          </a:p>
        </p:txBody>
      </p:sp>
      <p:sp>
        <p:nvSpPr>
          <p:cNvPr id="2" name="Text Placeholder 1"/>
          <p:cNvSpPr>
            <a:spLocks noGrp="1"/>
          </p:cNvSpPr>
          <p:nvPr>
            <p:ph type="body" idx="1"/>
          </p:nvPr>
        </p:nvSpPr>
        <p:spPr/>
        <p:txBody>
          <a:bodyPr/>
          <a:lstStyle/>
          <a:p>
            <a:r>
              <a:rPr lang="en-IN" altLang="en-US"/>
              <a:t>    R.D. TECH INFRA</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371*185"/>
  <p:tag name="TABLE_ENDDRAG_RECT" val="284*190*371*185"/>
</p:tagLst>
</file>

<file path=ppt/theme/theme1.xml><?xml version="1.0" encoding="utf-8"?>
<a:theme xmlns:a="http://schemas.openxmlformats.org/drawingml/2006/main" name="Office Theme">
  <a:themeElements>
    <a:clrScheme name="Custom 9">
      <a:dk1>
        <a:srgbClr val="36393B"/>
      </a:dk1>
      <a:lt1>
        <a:srgbClr val="FFFFFF"/>
      </a:lt1>
      <a:dk2>
        <a:srgbClr val="3AEFCC"/>
      </a:dk2>
      <a:lt2>
        <a:srgbClr val="E7E4E6"/>
      </a:lt2>
      <a:accent1>
        <a:srgbClr val="4A5EE6"/>
      </a:accent1>
      <a:accent2>
        <a:srgbClr val="62D382"/>
      </a:accent2>
      <a:accent3>
        <a:srgbClr val="FDED60"/>
      </a:accent3>
      <a:accent4>
        <a:srgbClr val="FD4C00"/>
      </a:accent4>
      <a:accent5>
        <a:srgbClr val="FE2701"/>
      </a:accent5>
      <a:accent6>
        <a:srgbClr val="CA54FB"/>
      </a:accent6>
      <a:hlink>
        <a:srgbClr val="4E62F0"/>
      </a:hlink>
      <a:folHlink>
        <a:srgbClr val="FC4C00"/>
      </a:folHlink>
    </a:clrScheme>
    <a:fontScheme name="Custom 9">
      <a:majorFont>
        <a:latin typeface="Arial Black"/>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Dark modernist presentation</Template>
  <TotalTime>0</TotalTime>
  <Words>17571</Words>
  <Application>Microsoft Office PowerPoint</Application>
  <PresentationFormat>Widescreen</PresentationFormat>
  <Paragraphs>581</Paragraphs>
  <Slides>27</Slides>
  <Notes>3</Notes>
  <HiddenSlides>0</HiddenSlides>
  <MMClips>0</MMClips>
  <ScaleCrop>false</ScaleCrop>
  <HeadingPairs>
    <vt:vector size="4" baseType="variant">
      <vt:variant>
        <vt:lpstr>Theme</vt:lpstr>
      </vt:variant>
      <vt:variant>
        <vt:i4>2</vt:i4>
      </vt:variant>
      <vt:variant>
        <vt:lpstr>Slide Titles</vt:lpstr>
      </vt:variant>
      <vt:variant>
        <vt:i4>27</vt:i4>
      </vt:variant>
    </vt:vector>
  </HeadingPairs>
  <TitlesOfParts>
    <vt:vector size="29" baseType="lpstr">
      <vt:lpstr>Office Theme</vt:lpstr>
      <vt:lpstr>1_Office Theme</vt:lpstr>
      <vt:lpstr>        R.D.TECH INFRA     MURALI NIKETAN, S2-K2/326, INDRA NAGAR,                             LUCKNOW 226016-UP                                                      Mob: 7571004610,7526004610             email: projectrdtechinfra@gmail.com    </vt:lpstr>
      <vt:lpstr>INTRO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MEET OUR TEAM</vt:lpstr>
      <vt:lpstr>MEET OUR EXTENDED TEAM</vt:lpstr>
      <vt:lpstr>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R.D.TECH INFRA     MURALI NIKETAN, S2-K2/326, INDRA NAGAR,                             LUCKNOW 226016-UP                                                      Mob: 7571004610,7526004610             email: projectrdtechinfra@gmail.com    </dc:title>
  <dc:creator>MANASWI TIWARI</dc:creator>
  <cp:lastModifiedBy>Vijay Venture</cp:lastModifiedBy>
  <cp:revision>16</cp:revision>
  <dcterms:created xsi:type="dcterms:W3CDTF">2025-01-14T16:49:00Z</dcterms:created>
  <dcterms:modified xsi:type="dcterms:W3CDTF">2026-04-23T11:52:39Z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89747433AA344DF39DAB36182952AE0E_12</vt:lpwstr>
  </property>
  <property fmtid="{D5CDD505-2E9C-101B-9397-08002B2CF9AE}" pid="3" name="KSOProductBuildVer">
    <vt:lpwstr>1033-12.2.0.19805</vt:lpwstr>
  </property>
</Properties>
</file>